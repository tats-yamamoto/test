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60" r:id="rId5"/>
    <p:sldId id="262" r:id="rId6"/>
    <p:sldId id="289" r:id="rId7"/>
    <p:sldId id="309" r:id="rId8"/>
    <p:sldId id="308" r:id="rId9"/>
    <p:sldId id="335" r:id="rId10"/>
    <p:sldId id="330" r:id="rId11"/>
    <p:sldId id="328" r:id="rId12"/>
    <p:sldId id="337" r:id="rId13"/>
    <p:sldId id="329" r:id="rId14"/>
    <p:sldId id="331" r:id="rId15"/>
    <p:sldId id="325" r:id="rId16"/>
    <p:sldId id="333" r:id="rId17"/>
    <p:sldId id="332" r:id="rId18"/>
    <p:sldId id="297" r:id="rId19"/>
    <p:sldId id="263" r:id="rId20"/>
    <p:sldId id="336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211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7" pos="438" userDrawn="1">
          <p15:clr>
            <a:srgbClr val="A4A3A4"/>
          </p15:clr>
        </p15:guide>
        <p15:guide id="8" pos="7242" userDrawn="1">
          <p15:clr>
            <a:srgbClr val="A4A3A4"/>
          </p15:clr>
        </p15:guide>
        <p15:guide id="9" orient="horz" pos="6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100"/>
    <a:srgbClr val="FF0000"/>
    <a:srgbClr val="0071BC"/>
    <a:srgbClr val="BC0000"/>
    <a:srgbClr val="FFFF00"/>
    <a:srgbClr val="FFBFBF"/>
    <a:srgbClr val="E5F1F8"/>
    <a:srgbClr val="CCECFF"/>
    <a:srgbClr val="FE5600"/>
    <a:srgbClr val="EA4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CE364-9F63-4985-8D87-BAE218E9BC41}" v="11" dt="2026-05-22T05:49:29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445" autoAdjust="0"/>
  </p:normalViewPr>
  <p:slideViewPr>
    <p:cSldViewPr snapToGrid="0">
      <p:cViewPr varScale="1">
        <p:scale>
          <a:sx n="107" d="100"/>
          <a:sy n="107" d="100"/>
        </p:scale>
        <p:origin x="636" y="90"/>
      </p:cViewPr>
      <p:guideLst>
        <p:guide orient="horz" pos="2160"/>
        <p:guide orient="horz" pos="4088"/>
        <p:guide pos="3840"/>
        <p:guide pos="211"/>
        <p:guide pos="7469"/>
        <p:guide pos="438"/>
        <p:guide pos="7242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azaki, Toru/山崎 亨" userId="8678882f-ae45-4984-8ebe-9da76fd4ffac" providerId="ADAL" clId="{207CCC11-DD38-4AA4-A8EF-0CFBBD455D00}"/>
    <pc:docChg chg="undo custSel addSld delSld modSld sldOrd">
      <pc:chgData name="Yamazaki, Toru/山崎 亨" userId="8678882f-ae45-4984-8ebe-9da76fd4ffac" providerId="ADAL" clId="{207CCC11-DD38-4AA4-A8EF-0CFBBD455D00}" dt="2026-02-05T10:08:39.011" v="3598"/>
      <pc:docMkLst>
        <pc:docMk/>
      </pc:docMkLst>
      <pc:sldChg chg="modSp mod">
        <pc:chgData name="Yamazaki, Toru/山崎 亨" userId="8678882f-ae45-4984-8ebe-9da76fd4ffac" providerId="ADAL" clId="{207CCC11-DD38-4AA4-A8EF-0CFBBD455D00}" dt="2026-02-05T08:58:42.744" v="0" actId="6549"/>
        <pc:sldMkLst>
          <pc:docMk/>
          <pc:sldMk cId="3127161837" sldId="289"/>
        </pc:sldMkLst>
      </pc:sldChg>
      <pc:sldChg chg="ord">
        <pc:chgData name="Yamazaki, Toru/山崎 亨" userId="8678882f-ae45-4984-8ebe-9da76fd4ffac" providerId="ADAL" clId="{207CCC11-DD38-4AA4-A8EF-0CFBBD455D00}" dt="2026-02-05T10:08:39.011" v="3598"/>
        <pc:sldMkLst>
          <pc:docMk/>
          <pc:sldMk cId="919050076" sldId="305"/>
        </pc:sldMkLst>
      </pc:sldChg>
      <pc:sldChg chg="addSp delSp modSp mod">
        <pc:chgData name="Yamazaki, Toru/山崎 亨" userId="8678882f-ae45-4984-8ebe-9da76fd4ffac" providerId="ADAL" clId="{207CCC11-DD38-4AA4-A8EF-0CFBBD455D00}" dt="2026-02-05T09:32:26.318" v="1900" actId="1076"/>
        <pc:sldMkLst>
          <pc:docMk/>
          <pc:sldMk cId="392070848" sldId="310"/>
        </pc:sldMkLst>
      </pc:sldChg>
      <pc:sldChg chg="addSp delSp modSp add mod ord">
        <pc:chgData name="Yamazaki, Toru/山崎 亨" userId="8678882f-ae45-4984-8ebe-9da76fd4ffac" providerId="ADAL" clId="{207CCC11-DD38-4AA4-A8EF-0CFBBD455D00}" dt="2026-02-05T10:02:46.047" v="3272" actId="1076"/>
        <pc:sldMkLst>
          <pc:docMk/>
          <pc:sldMk cId="953603535" sldId="311"/>
        </pc:sldMkLst>
      </pc:sldChg>
      <pc:sldChg chg="addSp delSp modSp add mod ord">
        <pc:chgData name="Yamazaki, Toru/山崎 亨" userId="8678882f-ae45-4984-8ebe-9da76fd4ffac" providerId="ADAL" clId="{207CCC11-DD38-4AA4-A8EF-0CFBBD455D00}" dt="2026-02-05T09:45:57.826" v="2468" actId="1076"/>
        <pc:sldMkLst>
          <pc:docMk/>
          <pc:sldMk cId="3329976113" sldId="312"/>
        </pc:sldMkLst>
      </pc:sldChg>
      <pc:sldChg chg="addSp delSp modSp add mod">
        <pc:chgData name="Yamazaki, Toru/山崎 亨" userId="8678882f-ae45-4984-8ebe-9da76fd4ffac" providerId="ADAL" clId="{207CCC11-DD38-4AA4-A8EF-0CFBBD455D00}" dt="2026-02-05T09:55:20.918" v="2836" actId="20577"/>
        <pc:sldMkLst>
          <pc:docMk/>
          <pc:sldMk cId="3322019076" sldId="313"/>
        </pc:sldMkLst>
      </pc:sldChg>
      <pc:sldChg chg="addSp delSp modSp add mod">
        <pc:chgData name="Yamazaki, Toru/山崎 亨" userId="8678882f-ae45-4984-8ebe-9da76fd4ffac" providerId="ADAL" clId="{207CCC11-DD38-4AA4-A8EF-0CFBBD455D00}" dt="2026-02-05T09:55:32.616" v="2863" actId="20577"/>
        <pc:sldMkLst>
          <pc:docMk/>
          <pc:sldMk cId="2487802259" sldId="314"/>
        </pc:sldMkLst>
      </pc:sldChg>
      <pc:sldChg chg="addSp delSp modSp add mod">
        <pc:chgData name="Yamazaki, Toru/山崎 亨" userId="8678882f-ae45-4984-8ebe-9da76fd4ffac" providerId="ADAL" clId="{207CCC11-DD38-4AA4-A8EF-0CFBBD455D00}" dt="2026-02-05T09:49:34.065" v="2552" actId="1076"/>
        <pc:sldMkLst>
          <pc:docMk/>
          <pc:sldMk cId="965120107" sldId="315"/>
        </pc:sldMkLst>
      </pc:sldChg>
      <pc:sldChg chg="add del">
        <pc:chgData name="Yamazaki, Toru/山崎 亨" userId="8678882f-ae45-4984-8ebe-9da76fd4ffac" providerId="ADAL" clId="{207CCC11-DD38-4AA4-A8EF-0CFBBD455D00}" dt="2026-02-05T09:43:17.676" v="2387" actId="47"/>
        <pc:sldMkLst>
          <pc:docMk/>
          <pc:sldMk cId="1795660793" sldId="315"/>
        </pc:sldMkLst>
      </pc:sldChg>
      <pc:sldChg chg="addSp delSp modSp add mod">
        <pc:chgData name="Yamazaki, Toru/山崎 亨" userId="8678882f-ae45-4984-8ebe-9da76fd4ffac" providerId="ADAL" clId="{207CCC11-DD38-4AA4-A8EF-0CFBBD455D00}" dt="2026-02-05T10:08:14.607" v="3596" actId="1076"/>
        <pc:sldMkLst>
          <pc:docMk/>
          <pc:sldMk cId="260633415" sldId="316"/>
        </pc:sldMkLst>
      </pc:sldChg>
    </pc:docChg>
  </pc:docChgLst>
  <pc:docChgLst>
    <pc:chgData name="Yamazaki, Toru/山崎 亨" userId="8678882f-ae45-4984-8ebe-9da76fd4ffac" providerId="ADAL" clId="{680C9121-07A0-433F-8FC8-B406C7B25523}"/>
    <pc:docChg chg="undo custSel addSld delSld modSld sldOrd">
      <pc:chgData name="Yamazaki, Toru/山崎 亨" userId="8678882f-ae45-4984-8ebe-9da76fd4ffac" providerId="ADAL" clId="{680C9121-07A0-433F-8FC8-B406C7B25523}" dt="2026-02-12T00:30:30.041" v="7458"/>
      <pc:docMkLst>
        <pc:docMk/>
      </pc:docMkLst>
      <pc:sldChg chg="addSp modSp mod">
        <pc:chgData name="Yamazaki, Toru/山崎 亨" userId="8678882f-ae45-4984-8ebe-9da76fd4ffac" providerId="ADAL" clId="{680C9121-07A0-433F-8FC8-B406C7B25523}" dt="2026-02-12T00:02:01.367" v="7376" actId="20577"/>
        <pc:sldMkLst>
          <pc:docMk/>
          <pc:sldMk cId="3602805983" sldId="260"/>
        </pc:sldMkLst>
      </pc:sldChg>
      <pc:sldChg chg="addSp modSp mod">
        <pc:chgData name="Yamazaki, Toru/山崎 亨" userId="8678882f-ae45-4984-8ebe-9da76fd4ffac" providerId="ADAL" clId="{680C9121-07A0-433F-8FC8-B406C7B25523}" dt="2026-02-10T11:08:29.652" v="6245" actId="14100"/>
        <pc:sldMkLst>
          <pc:docMk/>
          <pc:sldMk cId="3118196709" sldId="262"/>
        </pc:sldMkLst>
      </pc:sldChg>
      <pc:sldChg chg="modSp mod">
        <pc:chgData name="Yamazaki, Toru/山崎 亨" userId="8678882f-ae45-4984-8ebe-9da76fd4ffac" providerId="ADAL" clId="{680C9121-07A0-433F-8FC8-B406C7B25523}" dt="2026-02-11T23:54:16.019" v="6811" actId="20577"/>
        <pc:sldMkLst>
          <pc:docMk/>
          <pc:sldMk cId="3127161837" sldId="289"/>
        </pc:sldMkLst>
      </pc:sldChg>
      <pc:sldChg chg="ord">
        <pc:chgData name="Yamazaki, Toru/山崎 亨" userId="8678882f-ae45-4984-8ebe-9da76fd4ffac" providerId="ADAL" clId="{680C9121-07A0-433F-8FC8-B406C7B25523}" dt="2026-02-10T04:11:15.795" v="3172"/>
        <pc:sldMkLst>
          <pc:docMk/>
          <pc:sldMk cId="428247574" sldId="293"/>
        </pc:sldMkLst>
      </pc:sldChg>
      <pc:sldChg chg="mod ord modShow">
        <pc:chgData name="Yamazaki, Toru/山崎 亨" userId="8678882f-ae45-4984-8ebe-9da76fd4ffac" providerId="ADAL" clId="{680C9121-07A0-433F-8FC8-B406C7B25523}" dt="2026-02-10T10:26:00.338" v="6005"/>
        <pc:sldMkLst>
          <pc:docMk/>
          <pc:sldMk cId="1869587153" sldId="295"/>
        </pc:sldMkLst>
      </pc:sldChg>
      <pc:sldChg chg="modSp mod">
        <pc:chgData name="Yamazaki, Toru/山崎 亨" userId="8678882f-ae45-4984-8ebe-9da76fd4ffac" providerId="ADAL" clId="{680C9121-07A0-433F-8FC8-B406C7B25523}" dt="2026-02-10T10:40:41.942" v="6115" actId="20577"/>
        <pc:sldMkLst>
          <pc:docMk/>
          <pc:sldMk cId="4033123832" sldId="296"/>
        </pc:sldMkLst>
      </pc:sldChg>
      <pc:sldChg chg="addSp modSp mod">
        <pc:chgData name="Yamazaki, Toru/山崎 亨" userId="8678882f-ae45-4984-8ebe-9da76fd4ffac" providerId="ADAL" clId="{680C9121-07A0-433F-8FC8-B406C7B25523}" dt="2026-02-12T00:30:30.041" v="7458"/>
        <pc:sldMkLst>
          <pc:docMk/>
          <pc:sldMk cId="1473059622" sldId="297"/>
        </pc:sldMkLst>
      </pc:sldChg>
      <pc:sldChg chg="mod ord modShow">
        <pc:chgData name="Yamazaki, Toru/山崎 亨" userId="8678882f-ae45-4984-8ebe-9da76fd4ffac" providerId="ADAL" clId="{680C9121-07A0-433F-8FC8-B406C7B25523}" dt="2026-02-10T10:26:00.338" v="6005"/>
        <pc:sldMkLst>
          <pc:docMk/>
          <pc:sldMk cId="2424712671" sldId="298"/>
        </pc:sldMkLst>
      </pc:sldChg>
      <pc:sldChg chg="ord">
        <pc:chgData name="Yamazaki, Toru/山崎 亨" userId="8678882f-ae45-4984-8ebe-9da76fd4ffac" providerId="ADAL" clId="{680C9121-07A0-433F-8FC8-B406C7B25523}" dt="2026-02-10T04:35:23.276" v="4102"/>
        <pc:sldMkLst>
          <pc:docMk/>
          <pc:sldMk cId="1482213551" sldId="300"/>
        </pc:sldMkLst>
      </pc:sldChg>
      <pc:sldChg chg="ord">
        <pc:chgData name="Yamazaki, Toru/山崎 亨" userId="8678882f-ae45-4984-8ebe-9da76fd4ffac" providerId="ADAL" clId="{680C9121-07A0-433F-8FC8-B406C7B25523}" dt="2026-02-10T04:11:15.795" v="3172"/>
        <pc:sldMkLst>
          <pc:docMk/>
          <pc:sldMk cId="154333079" sldId="306"/>
        </pc:sldMkLst>
      </pc:sldChg>
      <pc:sldChg chg="addSp delSp modSp mod">
        <pc:chgData name="Yamazaki, Toru/山崎 亨" userId="8678882f-ae45-4984-8ebe-9da76fd4ffac" providerId="ADAL" clId="{680C9121-07A0-433F-8FC8-B406C7B25523}" dt="2026-02-11T23:55:00.517" v="6875" actId="1076"/>
        <pc:sldMkLst>
          <pc:docMk/>
          <pc:sldMk cId="284898007" sldId="308"/>
        </pc:sldMkLst>
      </pc:sldChg>
      <pc:sldChg chg="addSp delSp modSp mod">
        <pc:chgData name="Yamazaki, Toru/山崎 亨" userId="8678882f-ae45-4984-8ebe-9da76fd4ffac" providerId="ADAL" clId="{680C9121-07A0-433F-8FC8-B406C7B25523}" dt="2026-02-11T23:54:32.116" v="6841" actId="20577"/>
        <pc:sldMkLst>
          <pc:docMk/>
          <pc:sldMk cId="4217602880" sldId="309"/>
        </pc:sldMkLst>
      </pc:sldChg>
      <pc:sldChg chg="delSp modSp mod modShow">
        <pc:chgData name="Yamazaki, Toru/山崎 亨" userId="8678882f-ae45-4984-8ebe-9da76fd4ffac" providerId="ADAL" clId="{680C9121-07A0-433F-8FC8-B406C7B25523}" dt="2026-02-06T01:41:10.595" v="1436" actId="729"/>
        <pc:sldMkLst>
          <pc:docMk/>
          <pc:sldMk cId="3322019076" sldId="313"/>
        </pc:sldMkLst>
      </pc:sldChg>
      <pc:sldChg chg="mod modShow">
        <pc:chgData name="Yamazaki, Toru/山崎 亨" userId="8678882f-ae45-4984-8ebe-9da76fd4ffac" providerId="ADAL" clId="{680C9121-07A0-433F-8FC8-B406C7B25523}" dt="2026-02-06T01:41:19.156" v="1437" actId="729"/>
        <pc:sldMkLst>
          <pc:docMk/>
          <pc:sldMk cId="2487802259" sldId="314"/>
        </pc:sldMkLst>
      </pc:sldChg>
      <pc:sldChg chg="mod modShow">
        <pc:chgData name="Yamazaki, Toru/山崎 亨" userId="8678882f-ae45-4984-8ebe-9da76fd4ffac" providerId="ADAL" clId="{680C9121-07A0-433F-8FC8-B406C7B25523}" dt="2026-02-06T01:41:19.156" v="1437" actId="729"/>
        <pc:sldMkLst>
          <pc:docMk/>
          <pc:sldMk cId="260633415" sldId="316"/>
        </pc:sldMkLst>
      </pc:sldChg>
      <pc:sldChg chg="delSp modSp add mod modShow">
        <pc:chgData name="Yamazaki, Toru/山崎 亨" userId="8678882f-ae45-4984-8ebe-9da76fd4ffac" providerId="ADAL" clId="{680C9121-07A0-433F-8FC8-B406C7B25523}" dt="2026-02-06T01:41:19.156" v="1437" actId="729"/>
        <pc:sldMkLst>
          <pc:docMk/>
          <pc:sldMk cId="3988447695" sldId="317"/>
        </pc:sldMkLst>
      </pc:sldChg>
      <pc:sldChg chg="addSp delSp modSp add mod">
        <pc:chgData name="Yamazaki, Toru/山崎 亨" userId="8678882f-ae45-4984-8ebe-9da76fd4ffac" providerId="ADAL" clId="{680C9121-07A0-433F-8FC8-B406C7B25523}" dt="2026-02-09T01:50:03.476" v="1639" actId="947"/>
        <pc:sldMkLst>
          <pc:docMk/>
          <pc:sldMk cId="2553272677" sldId="318"/>
        </pc:sldMkLst>
      </pc:sldChg>
      <pc:sldChg chg="add del">
        <pc:chgData name="Yamazaki, Toru/山崎 亨" userId="8678882f-ae45-4984-8ebe-9da76fd4ffac" providerId="ADAL" clId="{680C9121-07A0-433F-8FC8-B406C7B25523}" dt="2026-02-06T01:41:45.086" v="1439" actId="47"/>
        <pc:sldMkLst>
          <pc:docMk/>
          <pc:sldMk cId="1978703649" sldId="319"/>
        </pc:sldMkLst>
      </pc:sldChg>
      <pc:sldChg chg="delSp modSp add mod modShow">
        <pc:chgData name="Yamazaki, Toru/山崎 亨" userId="8678882f-ae45-4984-8ebe-9da76fd4ffac" providerId="ADAL" clId="{680C9121-07A0-433F-8FC8-B406C7B25523}" dt="2026-02-06T01:42:34.592" v="1447" actId="20577"/>
        <pc:sldMkLst>
          <pc:docMk/>
          <pc:sldMk cId="3397840971" sldId="319"/>
        </pc:sldMkLst>
      </pc:sldChg>
      <pc:sldChg chg="addSp delSp modSp add mod">
        <pc:chgData name="Yamazaki, Toru/山崎 亨" userId="8678882f-ae45-4984-8ebe-9da76fd4ffac" providerId="ADAL" clId="{680C9121-07A0-433F-8FC8-B406C7B25523}" dt="2026-02-06T01:56:35.802" v="1618" actId="20577"/>
        <pc:sldMkLst>
          <pc:docMk/>
          <pc:sldMk cId="2117672212" sldId="320"/>
        </pc:sldMkLst>
      </pc:sldChg>
      <pc:sldChg chg="ord">
        <pc:chgData name="Yamazaki, Toru/山崎 亨" userId="8678882f-ae45-4984-8ebe-9da76fd4ffac" providerId="ADAL" clId="{680C9121-07A0-433F-8FC8-B406C7B25523}" dt="2026-02-10T04:11:15.795" v="3172"/>
        <pc:sldMkLst>
          <pc:docMk/>
          <pc:sldMk cId="2901027775" sldId="324"/>
        </pc:sldMkLst>
      </pc:sldChg>
      <pc:sldChg chg="addSp delSp modSp mod">
        <pc:chgData name="Yamazaki, Toru/山崎 亨" userId="8678882f-ae45-4984-8ebe-9da76fd4ffac" providerId="ADAL" clId="{680C9121-07A0-433F-8FC8-B406C7B25523}" dt="2026-02-12T00:18:57.019" v="7407" actId="21"/>
        <pc:sldMkLst>
          <pc:docMk/>
          <pc:sldMk cId="992934671" sldId="325"/>
        </pc:sldMkLst>
      </pc:sldChg>
      <pc:sldChg chg="modSp mod">
        <pc:chgData name="Yamazaki, Toru/山崎 亨" userId="8678882f-ae45-4984-8ebe-9da76fd4ffac" providerId="ADAL" clId="{680C9121-07A0-433F-8FC8-B406C7B25523}" dt="2026-02-11T23:40:08.395" v="6398" actId="1076"/>
        <pc:sldMkLst>
          <pc:docMk/>
          <pc:sldMk cId="715570031" sldId="328"/>
        </pc:sldMkLst>
      </pc:sldChg>
      <pc:sldChg chg="addSp modSp mod">
        <pc:chgData name="Yamazaki, Toru/山崎 亨" userId="8678882f-ae45-4984-8ebe-9da76fd4ffac" providerId="ADAL" clId="{680C9121-07A0-433F-8FC8-B406C7B25523}" dt="2026-02-11T23:40:13.257" v="6399" actId="1076"/>
        <pc:sldMkLst>
          <pc:docMk/>
          <pc:sldMk cId="1424896098" sldId="331"/>
        </pc:sldMkLst>
      </pc:sldChg>
      <pc:sldChg chg="addSp delSp modSp mod">
        <pc:chgData name="Yamazaki, Toru/山崎 亨" userId="8678882f-ae45-4984-8ebe-9da76fd4ffac" providerId="ADAL" clId="{680C9121-07A0-433F-8FC8-B406C7B25523}" dt="2026-02-11T23:55:53.885" v="6925" actId="1076"/>
        <pc:sldMkLst>
          <pc:docMk/>
          <pc:sldMk cId="2117710359" sldId="332"/>
        </pc:sldMkLst>
      </pc:sldChg>
      <pc:sldChg chg="delSp modSp add del mod">
        <pc:chgData name="Yamazaki, Toru/山崎 亨" userId="8678882f-ae45-4984-8ebe-9da76fd4ffac" providerId="ADAL" clId="{680C9121-07A0-433F-8FC8-B406C7B25523}" dt="2026-02-10T04:11:03.989" v="3170" actId="47"/>
        <pc:sldMkLst>
          <pc:docMk/>
          <pc:sldMk cId="511188862" sldId="333"/>
        </pc:sldMkLst>
      </pc:sldChg>
      <pc:sldChg chg="addSp modSp add mod">
        <pc:chgData name="Yamazaki, Toru/山崎 亨" userId="8678882f-ae45-4984-8ebe-9da76fd4ffac" providerId="ADAL" clId="{680C9121-07A0-433F-8FC8-B406C7B25523}" dt="2026-02-12T00:30:26.997" v="7457" actId="20577"/>
        <pc:sldMkLst>
          <pc:docMk/>
          <pc:sldMk cId="4059953711" sldId="333"/>
        </pc:sldMkLst>
      </pc:sldChg>
      <pc:sldChg chg="addSp delSp modSp add mod">
        <pc:chgData name="Yamazaki, Toru/山崎 亨" userId="8678882f-ae45-4984-8ebe-9da76fd4ffac" providerId="ADAL" clId="{680C9121-07A0-433F-8FC8-B406C7B25523}" dt="2026-02-12T00:21:26.026" v="7436" actId="12385"/>
        <pc:sldMkLst>
          <pc:docMk/>
          <pc:sldMk cId="4273441607" sldId="334"/>
        </pc:sldMkLst>
      </pc:sldChg>
    </pc:docChg>
  </pc:docChgLst>
  <pc:docChgLst>
    <pc:chgData name="Yamazaki, Toru/山崎 亨" userId="8678882f-ae45-4984-8ebe-9da76fd4ffac" providerId="ADAL" clId="{E447FD07-6CB7-4CC8-ADAF-0332CD6ED83D}"/>
    <pc:docChg chg="undo redo custSel addSld delSld modSld sldOrd">
      <pc:chgData name="Yamazaki, Toru/山崎 亨" userId="8678882f-ae45-4984-8ebe-9da76fd4ffac" providerId="ADAL" clId="{E447FD07-6CB7-4CC8-ADAF-0332CD6ED83D}" dt="2026-02-13T09:24:20.424" v="17315" actId="20577"/>
      <pc:docMkLst>
        <pc:docMk/>
      </pc:docMkLst>
      <pc:sldChg chg="delSp modSp mod">
        <pc:chgData name="Yamazaki, Toru/山崎 亨" userId="8678882f-ae45-4984-8ebe-9da76fd4ffac" providerId="ADAL" clId="{E447FD07-6CB7-4CC8-ADAF-0332CD6ED83D}" dt="2026-02-13T09:24:20.424" v="17315" actId="20577"/>
        <pc:sldMkLst>
          <pc:docMk/>
          <pc:sldMk cId="3602805983" sldId="260"/>
        </pc:sldMkLst>
      </pc:sldChg>
      <pc:sldChg chg="delSp mod">
        <pc:chgData name="Yamazaki, Toru/山崎 亨" userId="8678882f-ae45-4984-8ebe-9da76fd4ffac" providerId="ADAL" clId="{E447FD07-6CB7-4CC8-ADAF-0332CD6ED83D}" dt="2026-02-13T09:24:13.385" v="17313" actId="478"/>
        <pc:sldMkLst>
          <pc:docMk/>
          <pc:sldMk cId="3118196709" sldId="262"/>
        </pc:sldMkLst>
      </pc:sldChg>
      <pc:sldChg chg="addSp delSp modSp mod">
        <pc:chgData name="Yamazaki, Toru/山崎 亨" userId="8678882f-ae45-4984-8ebe-9da76fd4ffac" providerId="ADAL" clId="{E447FD07-6CB7-4CC8-ADAF-0332CD6ED83D}" dt="2026-02-09T06:11:30.038" v="10644" actId="478"/>
        <pc:sldMkLst>
          <pc:docMk/>
          <pc:sldMk cId="3127161837" sldId="289"/>
        </pc:sldMkLst>
      </pc:sldChg>
      <pc:sldChg chg="del">
        <pc:chgData name="Yamazaki, Toru/山崎 亨" userId="8678882f-ae45-4984-8ebe-9da76fd4ffac" providerId="ADAL" clId="{E447FD07-6CB7-4CC8-ADAF-0332CD6ED83D}" dt="2026-02-13T09:23:45.096" v="17306" actId="47"/>
        <pc:sldMkLst>
          <pc:docMk/>
          <pc:sldMk cId="428247574" sldId="293"/>
        </pc:sldMkLst>
      </pc:sldChg>
      <pc:sldChg chg="del">
        <pc:chgData name="Yamazaki, Toru/山崎 亨" userId="8678882f-ae45-4984-8ebe-9da76fd4ffac" providerId="ADAL" clId="{E447FD07-6CB7-4CC8-ADAF-0332CD6ED83D}" dt="2026-02-13T09:23:49.597" v="17310" actId="47"/>
        <pc:sldMkLst>
          <pc:docMk/>
          <pc:sldMk cId="1869587153" sldId="295"/>
        </pc:sldMkLst>
      </pc:sldChg>
      <pc:sldChg chg="delSp modSp mod">
        <pc:chgData name="Yamazaki, Toru/山崎 亨" userId="8678882f-ae45-4984-8ebe-9da76fd4ffac" providerId="ADAL" clId="{E447FD07-6CB7-4CC8-ADAF-0332CD6ED83D}" dt="2026-02-13T08:22:32.567" v="17273" actId="207"/>
        <pc:sldMkLst>
          <pc:docMk/>
          <pc:sldMk cId="1473059622" sldId="297"/>
        </pc:sldMkLst>
      </pc:sldChg>
      <pc:sldChg chg="del">
        <pc:chgData name="Yamazaki, Toru/山崎 亨" userId="8678882f-ae45-4984-8ebe-9da76fd4ffac" providerId="ADAL" clId="{E447FD07-6CB7-4CC8-ADAF-0332CD6ED83D}" dt="2026-02-13T09:23:50.351" v="17311" actId="47"/>
        <pc:sldMkLst>
          <pc:docMk/>
          <pc:sldMk cId="2424712671" sldId="298"/>
        </pc:sldMkLst>
      </pc:sldChg>
      <pc:sldChg chg="del">
        <pc:chgData name="Yamazaki, Toru/山崎 亨" userId="8678882f-ae45-4984-8ebe-9da76fd4ffac" providerId="ADAL" clId="{E447FD07-6CB7-4CC8-ADAF-0332CD6ED83D}" dt="2026-02-13T09:23:48.380" v="17309" actId="47"/>
        <pc:sldMkLst>
          <pc:docMk/>
          <pc:sldMk cId="1482213551" sldId="300"/>
        </pc:sldMkLst>
      </pc:sldChg>
      <pc:sldChg chg="add del">
        <pc:chgData name="Yamazaki, Toru/山崎 亨" userId="8678882f-ae45-4984-8ebe-9da76fd4ffac" providerId="ADAL" clId="{E447FD07-6CB7-4CC8-ADAF-0332CD6ED83D}" dt="2026-02-13T09:23:43.178" v="17305" actId="47"/>
        <pc:sldMkLst>
          <pc:docMk/>
          <pc:sldMk cId="1353163543" sldId="303"/>
        </pc:sldMkLst>
      </pc:sldChg>
      <pc:sldChg chg="modSp del mod modShow">
        <pc:chgData name="Yamazaki, Toru/山崎 亨" userId="8678882f-ae45-4984-8ebe-9da76fd4ffac" providerId="ADAL" clId="{E447FD07-6CB7-4CC8-ADAF-0332CD6ED83D}" dt="2026-02-09T06:56:39.996" v="11419" actId="2696"/>
        <pc:sldMkLst>
          <pc:docMk/>
          <pc:sldMk cId="1467717504" sldId="303"/>
        </pc:sldMkLst>
      </pc:sldChg>
      <pc:sldChg chg="del">
        <pc:chgData name="Yamazaki, Toru/山崎 亨" userId="8678882f-ae45-4984-8ebe-9da76fd4ffac" providerId="ADAL" clId="{E447FD07-6CB7-4CC8-ADAF-0332CD6ED83D}" dt="2026-02-06T08:36:55.331" v="5638" actId="47"/>
        <pc:sldMkLst>
          <pc:docMk/>
          <pc:sldMk cId="919050076" sldId="305"/>
        </pc:sldMkLst>
      </pc:sldChg>
      <pc:sldChg chg="modSp del mod">
        <pc:chgData name="Yamazaki, Toru/山崎 亨" userId="8678882f-ae45-4984-8ebe-9da76fd4ffac" providerId="ADAL" clId="{E447FD07-6CB7-4CC8-ADAF-0332CD6ED83D}" dt="2026-02-13T09:23:46.582" v="17307" actId="47"/>
        <pc:sldMkLst>
          <pc:docMk/>
          <pc:sldMk cId="154333079" sldId="306"/>
        </pc:sldMkLst>
      </pc:sldChg>
      <pc:sldChg chg="addSp delSp modSp mod">
        <pc:chgData name="Yamazaki, Toru/山崎 亨" userId="8678882f-ae45-4984-8ebe-9da76fd4ffac" providerId="ADAL" clId="{E447FD07-6CB7-4CC8-ADAF-0332CD6ED83D}" dt="2026-02-13T07:11:43.219" v="16903" actId="20577"/>
        <pc:sldMkLst>
          <pc:docMk/>
          <pc:sldMk cId="284898007" sldId="308"/>
        </pc:sldMkLst>
      </pc:sldChg>
      <pc:sldChg chg="addSp delSp modSp mod">
        <pc:chgData name="Yamazaki, Toru/山崎 亨" userId="8678882f-ae45-4984-8ebe-9da76fd4ffac" providerId="ADAL" clId="{E447FD07-6CB7-4CC8-ADAF-0332CD6ED83D}" dt="2026-02-09T11:05:10.626" v="15268" actId="1076"/>
        <pc:sldMkLst>
          <pc:docMk/>
          <pc:sldMk cId="4217602880" sldId="309"/>
        </pc:sldMkLst>
      </pc:sldChg>
      <pc:sldChg chg="del ord">
        <pc:chgData name="Yamazaki, Toru/山崎 亨" userId="8678882f-ae45-4984-8ebe-9da76fd4ffac" providerId="ADAL" clId="{E447FD07-6CB7-4CC8-ADAF-0332CD6ED83D}" dt="2026-02-13T09:22:57.840" v="17297" actId="47"/>
        <pc:sldMkLst>
          <pc:docMk/>
          <pc:sldMk cId="392070848" sldId="310"/>
        </pc:sldMkLst>
      </pc:sldChg>
      <pc:sldChg chg="del ord">
        <pc:chgData name="Yamazaki, Toru/山崎 亨" userId="8678882f-ae45-4984-8ebe-9da76fd4ffac" providerId="ADAL" clId="{E447FD07-6CB7-4CC8-ADAF-0332CD6ED83D}" dt="2026-02-13T09:23:03.746" v="17300" actId="47"/>
        <pc:sldMkLst>
          <pc:docMk/>
          <pc:sldMk cId="953603535" sldId="311"/>
        </pc:sldMkLst>
      </pc:sldChg>
      <pc:sldChg chg="del ord">
        <pc:chgData name="Yamazaki, Toru/山崎 亨" userId="8678882f-ae45-4984-8ebe-9da76fd4ffac" providerId="ADAL" clId="{E447FD07-6CB7-4CC8-ADAF-0332CD6ED83D}" dt="2026-02-13T09:23:02.804" v="17299" actId="47"/>
        <pc:sldMkLst>
          <pc:docMk/>
          <pc:sldMk cId="3329976113" sldId="312"/>
        </pc:sldMkLst>
      </pc:sldChg>
      <pc:sldChg chg="del ord">
        <pc:chgData name="Yamazaki, Toru/山崎 亨" userId="8678882f-ae45-4984-8ebe-9da76fd4ffac" providerId="ADAL" clId="{E447FD07-6CB7-4CC8-ADAF-0332CD6ED83D}" dt="2026-02-13T09:23:27.374" v="17301" actId="47"/>
        <pc:sldMkLst>
          <pc:docMk/>
          <pc:sldMk cId="3322019076" sldId="313"/>
        </pc:sldMkLst>
      </pc:sldChg>
      <pc:sldChg chg="del ord">
        <pc:chgData name="Yamazaki, Toru/山崎 亨" userId="8678882f-ae45-4984-8ebe-9da76fd4ffac" providerId="ADAL" clId="{E447FD07-6CB7-4CC8-ADAF-0332CD6ED83D}" dt="2026-02-13T09:23:36.650" v="17304" actId="47"/>
        <pc:sldMkLst>
          <pc:docMk/>
          <pc:sldMk cId="2487802259" sldId="314"/>
        </pc:sldMkLst>
      </pc:sldChg>
      <pc:sldChg chg="del ord">
        <pc:chgData name="Yamazaki, Toru/山崎 亨" userId="8678882f-ae45-4984-8ebe-9da76fd4ffac" providerId="ADAL" clId="{E447FD07-6CB7-4CC8-ADAF-0332CD6ED83D}" dt="2026-02-13T09:22:59.769" v="17298" actId="47"/>
        <pc:sldMkLst>
          <pc:docMk/>
          <pc:sldMk cId="965120107" sldId="315"/>
        </pc:sldMkLst>
      </pc:sldChg>
      <pc:sldChg chg="del ord">
        <pc:chgData name="Yamazaki, Toru/山崎 亨" userId="8678882f-ae45-4984-8ebe-9da76fd4ffac" providerId="ADAL" clId="{E447FD07-6CB7-4CC8-ADAF-0332CD6ED83D}" dt="2026-02-13T09:23:35.772" v="17303" actId="47"/>
        <pc:sldMkLst>
          <pc:docMk/>
          <pc:sldMk cId="260633415" sldId="316"/>
        </pc:sldMkLst>
      </pc:sldChg>
      <pc:sldChg chg="add del ord">
        <pc:chgData name="Yamazaki, Toru/山崎 亨" userId="8678882f-ae45-4984-8ebe-9da76fd4ffac" providerId="ADAL" clId="{E447FD07-6CB7-4CC8-ADAF-0332CD6ED83D}" dt="2026-02-13T09:23:34.767" v="17302" actId="47"/>
        <pc:sldMkLst>
          <pc:docMk/>
          <pc:sldMk cId="3988447695" sldId="317"/>
        </pc:sldMkLst>
      </pc:sldChg>
      <pc:sldChg chg="addSp delSp modSp del mod ord modShow">
        <pc:chgData name="Yamazaki, Toru/山崎 亨" userId="8678882f-ae45-4984-8ebe-9da76fd4ffac" providerId="ADAL" clId="{E447FD07-6CB7-4CC8-ADAF-0332CD6ED83D}" dt="2026-02-13T09:24:05.310" v="17312" actId="47"/>
        <pc:sldMkLst>
          <pc:docMk/>
          <pc:sldMk cId="2553272677" sldId="318"/>
        </pc:sldMkLst>
      </pc:sldChg>
      <pc:sldChg chg="addSp delSp modSp del mod ord modShow">
        <pc:chgData name="Yamazaki, Toru/山崎 亨" userId="8678882f-ae45-4984-8ebe-9da76fd4ffac" providerId="ADAL" clId="{E447FD07-6CB7-4CC8-ADAF-0332CD6ED83D}" dt="2026-02-13T09:24:05.310" v="17312" actId="47"/>
        <pc:sldMkLst>
          <pc:docMk/>
          <pc:sldMk cId="3397840971" sldId="319"/>
        </pc:sldMkLst>
      </pc:sldChg>
      <pc:sldChg chg="addSp delSp modSp del mod ord modShow">
        <pc:chgData name="Yamazaki, Toru/山崎 亨" userId="8678882f-ae45-4984-8ebe-9da76fd4ffac" providerId="ADAL" clId="{E447FD07-6CB7-4CC8-ADAF-0332CD6ED83D}" dt="2026-02-13T09:24:05.310" v="17312" actId="47"/>
        <pc:sldMkLst>
          <pc:docMk/>
          <pc:sldMk cId="2117672212" sldId="320"/>
        </pc:sldMkLst>
      </pc:sldChg>
      <pc:sldChg chg="addSp delSp modSp add del mod ord modShow">
        <pc:chgData name="Yamazaki, Toru/山崎 亨" userId="8678882f-ae45-4984-8ebe-9da76fd4ffac" providerId="ADAL" clId="{E447FD07-6CB7-4CC8-ADAF-0332CD6ED83D}" dt="2026-02-13T09:24:05.310" v="17312" actId="47"/>
        <pc:sldMkLst>
          <pc:docMk/>
          <pc:sldMk cId="1012729241" sldId="321"/>
        </pc:sldMkLst>
      </pc:sldChg>
      <pc:sldChg chg="addSp delSp modSp add del mod ord modShow">
        <pc:chgData name="Yamazaki, Toru/山崎 亨" userId="8678882f-ae45-4984-8ebe-9da76fd4ffac" providerId="ADAL" clId="{E447FD07-6CB7-4CC8-ADAF-0332CD6ED83D}" dt="2026-02-13T09:24:05.310" v="17312" actId="47"/>
        <pc:sldMkLst>
          <pc:docMk/>
          <pc:sldMk cId="2301184869" sldId="322"/>
        </pc:sldMkLst>
      </pc:sldChg>
      <pc:sldChg chg="add del">
        <pc:chgData name="Yamazaki, Toru/山崎 亨" userId="8678882f-ae45-4984-8ebe-9da76fd4ffac" providerId="ADAL" clId="{E447FD07-6CB7-4CC8-ADAF-0332CD6ED83D}" dt="2026-02-06T08:05:38.849" v="3669" actId="47"/>
        <pc:sldMkLst>
          <pc:docMk/>
          <pc:sldMk cId="2646464608" sldId="322"/>
        </pc:sldMkLst>
      </pc:sldChg>
      <pc:sldChg chg="addSp delSp modSp add del mod ord modShow">
        <pc:chgData name="Yamazaki, Toru/山崎 亨" userId="8678882f-ae45-4984-8ebe-9da76fd4ffac" providerId="ADAL" clId="{E447FD07-6CB7-4CC8-ADAF-0332CD6ED83D}" dt="2026-02-13T09:24:05.310" v="17312" actId="47"/>
        <pc:sldMkLst>
          <pc:docMk/>
          <pc:sldMk cId="1346885533" sldId="323"/>
        </pc:sldMkLst>
      </pc:sldChg>
      <pc:sldChg chg="modSp add del mod">
        <pc:chgData name="Yamazaki, Toru/山崎 亨" userId="8678882f-ae45-4984-8ebe-9da76fd4ffac" providerId="ADAL" clId="{E447FD07-6CB7-4CC8-ADAF-0332CD6ED83D}" dt="2026-02-13T09:23:47.427" v="17308" actId="47"/>
        <pc:sldMkLst>
          <pc:docMk/>
          <pc:sldMk cId="2901027775" sldId="324"/>
        </pc:sldMkLst>
      </pc:sldChg>
      <pc:sldChg chg="addSp delSp modSp add mod ord">
        <pc:chgData name="Yamazaki, Toru/山崎 亨" userId="8678882f-ae45-4984-8ebe-9da76fd4ffac" providerId="ADAL" clId="{E447FD07-6CB7-4CC8-ADAF-0332CD6ED83D}" dt="2026-02-09T09:49:15.502" v="11567" actId="166"/>
        <pc:sldMkLst>
          <pc:docMk/>
          <pc:sldMk cId="992934671" sldId="325"/>
        </pc:sldMkLst>
      </pc:sldChg>
      <pc:sldChg chg="addSp delSp modSp add del mod ord modShow">
        <pc:chgData name="Yamazaki, Toru/山崎 亨" userId="8678882f-ae45-4984-8ebe-9da76fd4ffac" providerId="ADAL" clId="{E447FD07-6CB7-4CC8-ADAF-0332CD6ED83D}" dt="2026-02-13T09:24:05.310" v="17312" actId="47"/>
        <pc:sldMkLst>
          <pc:docMk/>
          <pc:sldMk cId="1350840861" sldId="326"/>
        </pc:sldMkLst>
      </pc:sldChg>
      <pc:sldChg chg="addSp delSp modSp add del mod">
        <pc:chgData name="Yamazaki, Toru/山崎 亨" userId="8678882f-ae45-4984-8ebe-9da76fd4ffac" providerId="ADAL" clId="{E447FD07-6CB7-4CC8-ADAF-0332CD6ED83D}" dt="2026-02-09T04:59:36.307" v="8687" actId="47"/>
        <pc:sldMkLst>
          <pc:docMk/>
          <pc:sldMk cId="2555036463" sldId="327"/>
        </pc:sldMkLst>
      </pc:sldChg>
      <pc:sldChg chg="addSp delSp modSp add mod">
        <pc:chgData name="Yamazaki, Toru/山崎 亨" userId="8678882f-ae45-4984-8ebe-9da76fd4ffac" providerId="ADAL" clId="{E447FD07-6CB7-4CC8-ADAF-0332CD6ED83D}" dt="2026-02-13T07:09:47.524" v="16832" actId="478"/>
        <pc:sldMkLst>
          <pc:docMk/>
          <pc:sldMk cId="715570031" sldId="328"/>
        </pc:sldMkLst>
      </pc:sldChg>
      <pc:sldChg chg="addSp delSp modSp add mod">
        <pc:chgData name="Yamazaki, Toru/山崎 亨" userId="8678882f-ae45-4984-8ebe-9da76fd4ffac" providerId="ADAL" clId="{E447FD07-6CB7-4CC8-ADAF-0332CD6ED83D}" dt="2026-02-09T10:26:37.459" v="12899" actId="1076"/>
        <pc:sldMkLst>
          <pc:docMk/>
          <pc:sldMk cId="918970465" sldId="329"/>
        </pc:sldMkLst>
      </pc:sldChg>
      <pc:sldChg chg="addSp delSp modSp add mod">
        <pc:chgData name="Yamazaki, Toru/山崎 亨" userId="8678882f-ae45-4984-8ebe-9da76fd4ffac" providerId="ADAL" clId="{E447FD07-6CB7-4CC8-ADAF-0332CD6ED83D}" dt="2026-02-09T10:26:18.326" v="12897" actId="1076"/>
        <pc:sldMkLst>
          <pc:docMk/>
          <pc:sldMk cId="1449447645" sldId="330"/>
        </pc:sldMkLst>
      </pc:sldChg>
      <pc:sldChg chg="addSp delSp modSp add mod">
        <pc:chgData name="Yamazaki, Toru/山崎 亨" userId="8678882f-ae45-4984-8ebe-9da76fd4ffac" providerId="ADAL" clId="{E447FD07-6CB7-4CC8-ADAF-0332CD6ED83D}" dt="2026-02-13T07:09:43.091" v="16831" actId="478"/>
        <pc:sldMkLst>
          <pc:docMk/>
          <pc:sldMk cId="1424896098" sldId="331"/>
        </pc:sldMkLst>
      </pc:sldChg>
      <pc:sldChg chg="addSp delSp modSp add mod">
        <pc:chgData name="Yamazaki, Toru/山崎 亨" userId="8678882f-ae45-4984-8ebe-9da76fd4ffac" providerId="ADAL" clId="{E447FD07-6CB7-4CC8-ADAF-0332CD6ED83D}" dt="2026-02-13T08:25:34.493" v="17294" actId="20577"/>
        <pc:sldMkLst>
          <pc:docMk/>
          <pc:sldMk cId="2117710359" sldId="332"/>
        </pc:sldMkLst>
      </pc:sldChg>
      <pc:sldChg chg="delSp modSp mod">
        <pc:chgData name="Yamazaki, Toru/山崎 亨" userId="8678882f-ae45-4984-8ebe-9da76fd4ffac" providerId="ADAL" clId="{E447FD07-6CB7-4CC8-ADAF-0332CD6ED83D}" dt="2026-02-13T07:12:51.409" v="16949" actId="478"/>
        <pc:sldMkLst>
          <pc:docMk/>
          <pc:sldMk cId="4059953711" sldId="333"/>
        </pc:sldMkLst>
      </pc:sldChg>
      <pc:sldChg chg="addSp delSp modSp mod ord modShow">
        <pc:chgData name="Yamazaki, Toru/山崎 亨" userId="8678882f-ae45-4984-8ebe-9da76fd4ffac" providerId="ADAL" clId="{E447FD07-6CB7-4CC8-ADAF-0332CD6ED83D}" dt="2026-02-13T07:45:00.744" v="17211" actId="14734"/>
        <pc:sldMkLst>
          <pc:docMk/>
          <pc:sldMk cId="4273441607" sldId="334"/>
        </pc:sldMkLst>
      </pc:sldChg>
      <pc:sldChg chg="addSp modSp add del mod ord modShow">
        <pc:chgData name="Yamazaki, Toru/山崎 亨" userId="8678882f-ae45-4984-8ebe-9da76fd4ffac" providerId="ADAL" clId="{E447FD07-6CB7-4CC8-ADAF-0332CD6ED83D}" dt="2026-02-13T09:22:35.007" v="17296" actId="47"/>
        <pc:sldMkLst>
          <pc:docMk/>
          <pc:sldMk cId="2783715177" sldId="335"/>
        </pc:sldMkLst>
      </pc:sldChg>
    </pc:docChg>
  </pc:docChgLst>
  <pc:docChgLst>
    <pc:chgData name="Yamazaki, Toru/山崎 亨" userId="8678882f-ae45-4984-8ebe-9da76fd4ffac" providerId="ADAL" clId="{503B1D4B-51E7-4ADD-86BE-FC01D5AEF88C}"/>
    <pc:docChg chg="undo redo custSel addSld delSld modSld sldOrd">
      <pc:chgData name="Yamazaki, Toru/山崎 亨" userId="8678882f-ae45-4984-8ebe-9da76fd4ffac" providerId="ADAL" clId="{503B1D4B-51E7-4ADD-86BE-FC01D5AEF88C}" dt="2026-05-22T07:03:01.664" v="5408" actId="47"/>
      <pc:docMkLst>
        <pc:docMk/>
      </pc:docMkLst>
      <pc:sldChg chg="addSp delSp modSp mod">
        <pc:chgData name="Yamazaki, Toru/山崎 亨" userId="8678882f-ae45-4984-8ebe-9da76fd4ffac" providerId="ADAL" clId="{503B1D4B-51E7-4ADD-86BE-FC01D5AEF88C}" dt="2026-05-22T05:50:36.137" v="5406" actId="20577"/>
        <pc:sldMkLst>
          <pc:docMk/>
          <pc:sldMk cId="284898007" sldId="308"/>
        </pc:sldMkLst>
        <pc:spChg chg="del">
          <ac:chgData name="Yamazaki, Toru/山崎 亨" userId="8678882f-ae45-4984-8ebe-9da76fd4ffac" providerId="ADAL" clId="{503B1D4B-51E7-4ADD-86BE-FC01D5AEF88C}" dt="2026-05-21T08:15:03.492" v="5046" actId="478"/>
          <ac:spMkLst>
            <pc:docMk/>
            <pc:sldMk cId="284898007" sldId="308"/>
            <ac:spMk id="24" creationId="{B89350F1-71BE-CDE2-6545-EEEF89819B02}"/>
          </ac:spMkLst>
        </pc:spChg>
        <pc:spChg chg="del">
          <ac:chgData name="Yamazaki, Toru/山崎 亨" userId="8678882f-ae45-4984-8ebe-9da76fd4ffac" providerId="ADAL" clId="{503B1D4B-51E7-4ADD-86BE-FC01D5AEF88C}" dt="2026-05-21T08:15:03.492" v="5046" actId="478"/>
          <ac:spMkLst>
            <pc:docMk/>
            <pc:sldMk cId="284898007" sldId="308"/>
            <ac:spMk id="28" creationId="{89A5D41B-9FE0-2FF7-0253-4EB5C25F81E9}"/>
          </ac:spMkLst>
        </pc:spChg>
        <pc:spChg chg="mod">
          <ac:chgData name="Yamazaki, Toru/山崎 亨" userId="8678882f-ae45-4984-8ebe-9da76fd4ffac" providerId="ADAL" clId="{503B1D4B-51E7-4ADD-86BE-FC01D5AEF88C}" dt="2026-05-22T05:50:36.137" v="5406" actId="20577"/>
          <ac:spMkLst>
            <pc:docMk/>
            <pc:sldMk cId="284898007" sldId="308"/>
            <ac:spMk id="30" creationId="{7FC5C3B7-0CB4-A62B-5D28-D8C7DACBBA30}"/>
          </ac:spMkLst>
        </pc:spChg>
        <pc:spChg chg="del">
          <ac:chgData name="Yamazaki, Toru/山崎 亨" userId="8678882f-ae45-4984-8ebe-9da76fd4ffac" providerId="ADAL" clId="{503B1D4B-51E7-4ADD-86BE-FC01D5AEF88C}" dt="2026-05-21T08:15:03.492" v="5046" actId="478"/>
          <ac:spMkLst>
            <pc:docMk/>
            <pc:sldMk cId="284898007" sldId="308"/>
            <ac:spMk id="39" creationId="{8BB41E56-9FBB-BCE4-5F53-99D73306B988}"/>
          </ac:spMkLst>
        </pc:spChg>
        <pc:spChg chg="del">
          <ac:chgData name="Yamazaki, Toru/山崎 亨" userId="8678882f-ae45-4984-8ebe-9da76fd4ffac" providerId="ADAL" clId="{503B1D4B-51E7-4ADD-86BE-FC01D5AEF88C}" dt="2026-05-21T08:15:03.492" v="5046" actId="478"/>
          <ac:spMkLst>
            <pc:docMk/>
            <pc:sldMk cId="284898007" sldId="308"/>
            <ac:spMk id="63" creationId="{1751BECE-9C4C-112F-B714-E77EBBE4D6D7}"/>
          </ac:spMkLst>
        </pc:spChg>
        <pc:spChg chg="del">
          <ac:chgData name="Yamazaki, Toru/山崎 亨" userId="8678882f-ae45-4984-8ebe-9da76fd4ffac" providerId="ADAL" clId="{503B1D4B-51E7-4ADD-86BE-FC01D5AEF88C}" dt="2026-05-21T08:15:03.492" v="5046" actId="478"/>
          <ac:spMkLst>
            <pc:docMk/>
            <pc:sldMk cId="284898007" sldId="308"/>
            <ac:spMk id="72" creationId="{1F75D022-6BCF-44FC-E97D-34C03E94E17B}"/>
          </ac:spMkLst>
        </pc:spChg>
        <pc:spChg chg="del">
          <ac:chgData name="Yamazaki, Toru/山崎 亨" userId="8678882f-ae45-4984-8ebe-9da76fd4ffac" providerId="ADAL" clId="{503B1D4B-51E7-4ADD-86BE-FC01D5AEF88C}" dt="2026-05-21T08:15:03.492" v="5046" actId="478"/>
          <ac:spMkLst>
            <pc:docMk/>
            <pc:sldMk cId="284898007" sldId="308"/>
            <ac:spMk id="75" creationId="{771BA95E-1FC1-3788-FF5A-07A776E8E2C7}"/>
          </ac:spMkLst>
        </pc:spChg>
        <pc:spChg chg="del">
          <ac:chgData name="Yamazaki, Toru/山崎 亨" userId="8678882f-ae45-4984-8ebe-9da76fd4ffac" providerId="ADAL" clId="{503B1D4B-51E7-4ADD-86BE-FC01D5AEF88C}" dt="2026-05-21T08:15:03.492" v="5046" actId="478"/>
          <ac:spMkLst>
            <pc:docMk/>
            <pc:sldMk cId="284898007" sldId="308"/>
            <ac:spMk id="76" creationId="{753D140A-9532-5826-E1CE-449EDF924780}"/>
          </ac:spMkLst>
        </pc:spChg>
        <pc:spChg chg="del">
          <ac:chgData name="Yamazaki, Toru/山崎 亨" userId="8678882f-ae45-4984-8ebe-9da76fd4ffac" providerId="ADAL" clId="{503B1D4B-51E7-4ADD-86BE-FC01D5AEF88C}" dt="2026-05-21T08:15:03.492" v="5046" actId="478"/>
          <ac:spMkLst>
            <pc:docMk/>
            <pc:sldMk cId="284898007" sldId="308"/>
            <ac:spMk id="78" creationId="{6AEE3867-885F-EC97-A0FC-8BBCB14578FD}"/>
          </ac:spMkLst>
        </pc:spChg>
        <pc:spChg chg="del">
          <ac:chgData name="Yamazaki, Toru/山崎 亨" userId="8678882f-ae45-4984-8ebe-9da76fd4ffac" providerId="ADAL" clId="{503B1D4B-51E7-4ADD-86BE-FC01D5AEF88C}" dt="2026-05-21T08:15:03.492" v="5046" actId="478"/>
          <ac:spMkLst>
            <pc:docMk/>
            <pc:sldMk cId="284898007" sldId="308"/>
            <ac:spMk id="81" creationId="{52BD981B-38AE-7B21-0316-B3771239B614}"/>
          </ac:spMkLst>
        </pc:spChg>
        <pc:spChg chg="del">
          <ac:chgData name="Yamazaki, Toru/山崎 亨" userId="8678882f-ae45-4984-8ebe-9da76fd4ffac" providerId="ADAL" clId="{503B1D4B-51E7-4ADD-86BE-FC01D5AEF88C}" dt="2026-05-21T08:15:03.492" v="5046" actId="478"/>
          <ac:spMkLst>
            <pc:docMk/>
            <pc:sldMk cId="284898007" sldId="308"/>
            <ac:spMk id="85" creationId="{D098BC0F-FD22-C5EC-9143-EE68699FF03C}"/>
          </ac:spMkLst>
        </pc:spChg>
        <pc:spChg chg="mod">
          <ac:chgData name="Yamazaki, Toru/山崎 亨" userId="8678882f-ae45-4984-8ebe-9da76fd4ffac" providerId="ADAL" clId="{503B1D4B-51E7-4ADD-86BE-FC01D5AEF88C}" dt="2026-05-15T05:24:54.428" v="2915" actId="1076"/>
          <ac:spMkLst>
            <pc:docMk/>
            <pc:sldMk cId="284898007" sldId="308"/>
            <ac:spMk id="135" creationId="{541229F6-8847-A94E-BE65-700EFD7F6F15}"/>
          </ac:spMkLst>
        </pc:spChg>
        <pc:spChg chg="mod">
          <ac:chgData name="Yamazaki, Toru/山崎 亨" userId="8678882f-ae45-4984-8ebe-9da76fd4ffac" providerId="ADAL" clId="{503B1D4B-51E7-4ADD-86BE-FC01D5AEF88C}" dt="2026-05-15T05:24:58.198" v="2916" actId="1076"/>
          <ac:spMkLst>
            <pc:docMk/>
            <pc:sldMk cId="284898007" sldId="308"/>
            <ac:spMk id="158" creationId="{CF19D4BD-3D2E-994D-7D98-0317F4F81C72}"/>
          </ac:spMkLst>
        </pc:spChg>
      </pc:sldChg>
      <pc:sldChg chg="addSp delSp modSp mod">
        <pc:chgData name="Yamazaki, Toru/山崎 亨" userId="8678882f-ae45-4984-8ebe-9da76fd4ffac" providerId="ADAL" clId="{503B1D4B-51E7-4ADD-86BE-FC01D5AEF88C}" dt="2026-05-22T05:47:55.329" v="5307" actId="20577"/>
        <pc:sldMkLst>
          <pc:docMk/>
          <pc:sldMk cId="992934671" sldId="325"/>
        </pc:sldMkLst>
        <pc:spChg chg="mod">
          <ac:chgData name="Yamazaki, Toru/山崎 亨" userId="8678882f-ae45-4984-8ebe-9da76fd4ffac" providerId="ADAL" clId="{503B1D4B-51E7-4ADD-86BE-FC01D5AEF88C}" dt="2026-05-15T05:50:49.773" v="3797" actId="1036"/>
          <ac:spMkLst>
            <pc:docMk/>
            <pc:sldMk cId="992934671" sldId="325"/>
            <ac:spMk id="4" creationId="{3BB7A2B3-924C-327C-6D73-1C4F003863E0}"/>
          </ac:spMkLst>
        </pc:spChg>
        <pc:spChg chg="mod">
          <ac:chgData name="Yamazaki, Toru/山崎 亨" userId="8678882f-ae45-4984-8ebe-9da76fd4ffac" providerId="ADAL" clId="{503B1D4B-51E7-4ADD-86BE-FC01D5AEF88C}" dt="2026-05-21T08:22:16.920" v="5148" actId="20577"/>
          <ac:spMkLst>
            <pc:docMk/>
            <pc:sldMk cId="992934671" sldId="325"/>
            <ac:spMk id="6" creationId="{37B1AD3D-66E7-ED3D-9EA9-76D20CAECEEC}"/>
          </ac:spMkLst>
        </pc:spChg>
        <pc:spChg chg="mod">
          <ac:chgData name="Yamazaki, Toru/山崎 亨" userId="8678882f-ae45-4984-8ebe-9da76fd4ffac" providerId="ADAL" clId="{503B1D4B-51E7-4ADD-86BE-FC01D5AEF88C}" dt="2026-05-15T05:50:49.773" v="3797" actId="1036"/>
          <ac:spMkLst>
            <pc:docMk/>
            <pc:sldMk cId="992934671" sldId="325"/>
            <ac:spMk id="7" creationId="{C9A32A20-B380-D552-903D-A0AA15861B57}"/>
          </ac:spMkLst>
        </pc:spChg>
        <pc:spChg chg="mod">
          <ac:chgData name="Yamazaki, Toru/山崎 亨" userId="8678882f-ae45-4984-8ebe-9da76fd4ffac" providerId="ADAL" clId="{503B1D4B-51E7-4ADD-86BE-FC01D5AEF88C}" dt="2026-05-15T05:50:49.773" v="3797" actId="1036"/>
          <ac:spMkLst>
            <pc:docMk/>
            <pc:sldMk cId="992934671" sldId="325"/>
            <ac:spMk id="8" creationId="{C23FAB2A-4200-9B50-4968-B8E6BE6C82DB}"/>
          </ac:spMkLst>
        </pc:spChg>
        <pc:spChg chg="add mod">
          <ac:chgData name="Yamazaki, Toru/山崎 亨" userId="8678882f-ae45-4984-8ebe-9da76fd4ffac" providerId="ADAL" clId="{503B1D4B-51E7-4ADD-86BE-FC01D5AEF88C}" dt="2026-05-22T04:07:58.639" v="5180" actId="12789"/>
          <ac:spMkLst>
            <pc:docMk/>
            <pc:sldMk cId="992934671" sldId="325"/>
            <ac:spMk id="9" creationId="{112BE35E-1D62-FAAC-EE36-CF61F94B94EB}"/>
          </ac:spMkLst>
        </pc:spChg>
        <pc:spChg chg="mod">
          <ac:chgData name="Yamazaki, Toru/山崎 亨" userId="8678882f-ae45-4984-8ebe-9da76fd4ffac" providerId="ADAL" clId="{503B1D4B-51E7-4ADD-86BE-FC01D5AEF88C}" dt="2026-05-15T05:50:49.773" v="3797" actId="1036"/>
          <ac:spMkLst>
            <pc:docMk/>
            <pc:sldMk cId="992934671" sldId="325"/>
            <ac:spMk id="10" creationId="{94E64A2E-80A8-FBC2-D913-0AF0952E1677}"/>
          </ac:spMkLst>
        </pc:spChg>
        <pc:spChg chg="del mod">
          <ac:chgData name="Yamazaki, Toru/山崎 亨" userId="8678882f-ae45-4984-8ebe-9da76fd4ffac" providerId="ADAL" clId="{503B1D4B-51E7-4ADD-86BE-FC01D5AEF88C}" dt="2026-05-22T04:07:27.819" v="5175" actId="478"/>
          <ac:spMkLst>
            <pc:docMk/>
            <pc:sldMk cId="992934671" sldId="325"/>
            <ac:spMk id="11" creationId="{941454CB-B220-0E60-1ABE-64B6F192D62E}"/>
          </ac:spMkLst>
        </pc:spChg>
        <pc:spChg chg="mod">
          <ac:chgData name="Yamazaki, Toru/山崎 亨" userId="8678882f-ae45-4984-8ebe-9da76fd4ffac" providerId="ADAL" clId="{503B1D4B-51E7-4ADD-86BE-FC01D5AEF88C}" dt="2026-05-15T05:53:02.392" v="3875" actId="1076"/>
          <ac:spMkLst>
            <pc:docMk/>
            <pc:sldMk cId="992934671" sldId="325"/>
            <ac:spMk id="12" creationId="{4ED83446-257F-68AC-EF50-4A5A8D0ACD0A}"/>
          </ac:spMkLst>
        </pc:spChg>
        <pc:spChg chg="mod">
          <ac:chgData name="Yamazaki, Toru/山崎 亨" userId="8678882f-ae45-4984-8ebe-9da76fd4ffac" providerId="ADAL" clId="{503B1D4B-51E7-4ADD-86BE-FC01D5AEF88C}" dt="2026-05-15T05:50:13.996" v="3771" actId="1076"/>
          <ac:spMkLst>
            <pc:docMk/>
            <pc:sldMk cId="992934671" sldId="325"/>
            <ac:spMk id="13" creationId="{726505A0-AB42-A3D2-010B-3A8C499CBB35}"/>
          </ac:spMkLst>
        </pc:spChg>
        <pc:spChg chg="mod">
          <ac:chgData name="Yamazaki, Toru/山崎 亨" userId="8678882f-ae45-4984-8ebe-9da76fd4ffac" providerId="ADAL" clId="{503B1D4B-51E7-4ADD-86BE-FC01D5AEF88C}" dt="2026-05-15T05:51:07.709" v="3804" actId="1035"/>
          <ac:spMkLst>
            <pc:docMk/>
            <pc:sldMk cId="992934671" sldId="325"/>
            <ac:spMk id="14" creationId="{46D1A7F6-740E-4DB7-B54C-4C008BBBB39D}"/>
          </ac:spMkLst>
        </pc:spChg>
        <pc:spChg chg="mod">
          <ac:chgData name="Yamazaki, Toru/山崎 亨" userId="8678882f-ae45-4984-8ebe-9da76fd4ffac" providerId="ADAL" clId="{503B1D4B-51E7-4ADD-86BE-FC01D5AEF88C}" dt="2026-05-15T05:50:49.773" v="3797" actId="1036"/>
          <ac:spMkLst>
            <pc:docMk/>
            <pc:sldMk cId="992934671" sldId="325"/>
            <ac:spMk id="15" creationId="{7B0719DF-A654-5058-48BC-3EA180764D16}"/>
          </ac:spMkLst>
        </pc:spChg>
        <pc:spChg chg="add mod">
          <ac:chgData name="Yamazaki, Toru/山崎 亨" userId="8678882f-ae45-4984-8ebe-9da76fd4ffac" providerId="ADAL" clId="{503B1D4B-51E7-4ADD-86BE-FC01D5AEF88C}" dt="2026-05-15T05:50:29.523" v="3781" actId="1035"/>
          <ac:spMkLst>
            <pc:docMk/>
            <pc:sldMk cId="992934671" sldId="325"/>
            <ac:spMk id="16" creationId="{67501A31-787E-5625-C14B-92792DB49CBE}"/>
          </ac:spMkLst>
        </pc:spChg>
        <pc:spChg chg="add mod">
          <ac:chgData name="Yamazaki, Toru/山崎 亨" userId="8678882f-ae45-4984-8ebe-9da76fd4ffac" providerId="ADAL" clId="{503B1D4B-51E7-4ADD-86BE-FC01D5AEF88C}" dt="2026-05-15T05:53:02.392" v="3875" actId="1076"/>
          <ac:spMkLst>
            <pc:docMk/>
            <pc:sldMk cId="992934671" sldId="325"/>
            <ac:spMk id="17" creationId="{815829C1-565C-FFC9-FCE5-C8E4391D0664}"/>
          </ac:spMkLst>
        </pc:spChg>
        <pc:spChg chg="add mod">
          <ac:chgData name="Yamazaki, Toru/山崎 亨" userId="8678882f-ae45-4984-8ebe-9da76fd4ffac" providerId="ADAL" clId="{503B1D4B-51E7-4ADD-86BE-FC01D5AEF88C}" dt="2026-05-22T04:07:58.639" v="5180" actId="12789"/>
          <ac:spMkLst>
            <pc:docMk/>
            <pc:sldMk cId="992934671" sldId="325"/>
            <ac:spMk id="18" creationId="{05FFB803-2B43-02C3-BEFA-2904959CBEE3}"/>
          </ac:spMkLst>
        </pc:spChg>
        <pc:spChg chg="add mod">
          <ac:chgData name="Yamazaki, Toru/山崎 亨" userId="8678882f-ae45-4984-8ebe-9da76fd4ffac" providerId="ADAL" clId="{503B1D4B-51E7-4ADD-86BE-FC01D5AEF88C}" dt="2026-05-15T05:53:02.392" v="3875" actId="1076"/>
          <ac:spMkLst>
            <pc:docMk/>
            <pc:sldMk cId="992934671" sldId="325"/>
            <ac:spMk id="19" creationId="{B53AA058-A9EC-BB3D-423D-1EECFE8B1709}"/>
          </ac:spMkLst>
        </pc:spChg>
        <pc:spChg chg="add mod">
          <ac:chgData name="Yamazaki, Toru/山崎 亨" userId="8678882f-ae45-4984-8ebe-9da76fd4ffac" providerId="ADAL" clId="{503B1D4B-51E7-4ADD-86BE-FC01D5AEF88C}" dt="2026-05-15T05:53:02.392" v="3875" actId="1076"/>
          <ac:spMkLst>
            <pc:docMk/>
            <pc:sldMk cId="992934671" sldId="325"/>
            <ac:spMk id="20" creationId="{07E9F950-1689-4647-BE6E-19CC34C840B8}"/>
          </ac:spMkLst>
        </pc:spChg>
        <pc:spChg chg="mod">
          <ac:chgData name="Yamazaki, Toru/山崎 亨" userId="8678882f-ae45-4984-8ebe-9da76fd4ffac" providerId="ADAL" clId="{503B1D4B-51E7-4ADD-86BE-FC01D5AEF88C}" dt="2026-05-15T05:50:29.523" v="3781" actId="1035"/>
          <ac:spMkLst>
            <pc:docMk/>
            <pc:sldMk cId="992934671" sldId="325"/>
            <ac:spMk id="21" creationId="{B0D54635-AC08-6988-45C7-2F7262925924}"/>
          </ac:spMkLst>
        </pc:spChg>
        <pc:spChg chg="add mod">
          <ac:chgData name="Yamazaki, Toru/山崎 亨" userId="8678882f-ae45-4984-8ebe-9da76fd4ffac" providerId="ADAL" clId="{503B1D4B-51E7-4ADD-86BE-FC01D5AEF88C}" dt="2026-05-15T05:50:29.523" v="3781" actId="1035"/>
          <ac:spMkLst>
            <pc:docMk/>
            <pc:sldMk cId="992934671" sldId="325"/>
            <ac:spMk id="22" creationId="{4A17C0D8-8A7D-A3F1-4577-4CF07AA653F2}"/>
          </ac:spMkLst>
        </pc:spChg>
        <pc:spChg chg="add mod">
          <ac:chgData name="Yamazaki, Toru/山崎 亨" userId="8678882f-ae45-4984-8ebe-9da76fd4ffac" providerId="ADAL" clId="{503B1D4B-51E7-4ADD-86BE-FC01D5AEF88C}" dt="2026-05-15T05:51:53.676" v="3863" actId="13822"/>
          <ac:spMkLst>
            <pc:docMk/>
            <pc:sldMk cId="992934671" sldId="325"/>
            <ac:spMk id="23" creationId="{833462DD-C35D-FD7B-C065-2C740A38347A}"/>
          </ac:spMkLst>
        </pc:spChg>
        <pc:spChg chg="add mod">
          <ac:chgData name="Yamazaki, Toru/山崎 亨" userId="8678882f-ae45-4984-8ebe-9da76fd4ffac" providerId="ADAL" clId="{503B1D4B-51E7-4ADD-86BE-FC01D5AEF88C}" dt="2026-05-15T05:52:03.222" v="3866" actId="14100"/>
          <ac:spMkLst>
            <pc:docMk/>
            <pc:sldMk cId="992934671" sldId="325"/>
            <ac:spMk id="24" creationId="{4FF2E5CC-BFB1-0D98-2346-FD853B912D7A}"/>
          </ac:spMkLst>
        </pc:spChg>
        <pc:spChg chg="add mod">
          <ac:chgData name="Yamazaki, Toru/山崎 亨" userId="8678882f-ae45-4984-8ebe-9da76fd4ffac" providerId="ADAL" clId="{503B1D4B-51E7-4ADD-86BE-FC01D5AEF88C}" dt="2026-05-22T05:47:55.329" v="5307" actId="20577"/>
          <ac:spMkLst>
            <pc:docMk/>
            <pc:sldMk cId="992934671" sldId="325"/>
            <ac:spMk id="25" creationId="{6BA3BB42-4E90-3586-B0E0-FC0CDAF909F6}"/>
          </ac:spMkLst>
        </pc:spChg>
        <pc:spChg chg="mod">
          <ac:chgData name="Yamazaki, Toru/山崎 亨" userId="8678882f-ae45-4984-8ebe-9da76fd4ffac" providerId="ADAL" clId="{503B1D4B-51E7-4ADD-86BE-FC01D5AEF88C}" dt="2026-05-15T05:50:29.523" v="3781" actId="1035"/>
          <ac:spMkLst>
            <pc:docMk/>
            <pc:sldMk cId="992934671" sldId="325"/>
            <ac:spMk id="26" creationId="{EA755A87-5324-FEAE-8D1D-49BC0E3C6CEF}"/>
          </ac:spMkLst>
        </pc:spChg>
        <pc:spChg chg="mod">
          <ac:chgData name="Yamazaki, Toru/山崎 亨" userId="8678882f-ae45-4984-8ebe-9da76fd4ffac" providerId="ADAL" clId="{503B1D4B-51E7-4ADD-86BE-FC01D5AEF88C}" dt="2026-05-15T05:50:29.523" v="3781" actId="1035"/>
          <ac:spMkLst>
            <pc:docMk/>
            <pc:sldMk cId="992934671" sldId="325"/>
            <ac:spMk id="27" creationId="{46E21C0C-FF18-9FED-27D3-C0BDE7C9BF59}"/>
          </ac:spMkLst>
        </pc:spChg>
        <pc:spChg chg="add mod">
          <ac:chgData name="Yamazaki, Toru/山崎 亨" userId="8678882f-ae45-4984-8ebe-9da76fd4ffac" providerId="ADAL" clId="{503B1D4B-51E7-4ADD-86BE-FC01D5AEF88C}" dt="2026-05-22T05:47:39.565" v="5280" actId="20577"/>
          <ac:spMkLst>
            <pc:docMk/>
            <pc:sldMk cId="992934671" sldId="325"/>
            <ac:spMk id="28" creationId="{5C733BFF-9342-6DD9-E028-7CD73FAF4BB6}"/>
          </ac:spMkLst>
        </pc:spChg>
        <pc:spChg chg="mod">
          <ac:chgData name="Yamazaki, Toru/山崎 亨" userId="8678882f-ae45-4984-8ebe-9da76fd4ffac" providerId="ADAL" clId="{503B1D4B-51E7-4ADD-86BE-FC01D5AEF88C}" dt="2026-05-22T04:07:58.639" v="5180" actId="12789"/>
          <ac:spMkLst>
            <pc:docMk/>
            <pc:sldMk cId="992934671" sldId="325"/>
            <ac:spMk id="29" creationId="{E71A6D78-B622-16B1-006B-1F4BCA055AB3}"/>
          </ac:spMkLst>
        </pc:spChg>
        <pc:spChg chg="mod">
          <ac:chgData name="Yamazaki, Toru/山崎 亨" userId="8678882f-ae45-4984-8ebe-9da76fd4ffac" providerId="ADAL" clId="{503B1D4B-51E7-4ADD-86BE-FC01D5AEF88C}" dt="2026-05-22T04:07:58.639" v="5180" actId="12789"/>
          <ac:spMkLst>
            <pc:docMk/>
            <pc:sldMk cId="992934671" sldId="325"/>
            <ac:spMk id="30" creationId="{6F58635D-3CB6-0669-69BE-A055CB5B518F}"/>
          </ac:spMkLst>
        </pc:spChg>
        <pc:spChg chg="add mod">
          <ac:chgData name="Yamazaki, Toru/山崎 亨" userId="8678882f-ae45-4984-8ebe-9da76fd4ffac" providerId="ADAL" clId="{503B1D4B-51E7-4ADD-86BE-FC01D5AEF88C}" dt="2026-05-22T04:07:58.639" v="5180" actId="12789"/>
          <ac:spMkLst>
            <pc:docMk/>
            <pc:sldMk cId="992934671" sldId="325"/>
            <ac:spMk id="31" creationId="{612511A6-28AD-5ACB-6A08-2344384E4442}"/>
          </ac:spMkLst>
        </pc:spChg>
        <pc:spChg chg="del mod">
          <ac:chgData name="Yamazaki, Toru/山崎 亨" userId="8678882f-ae45-4984-8ebe-9da76fd4ffac" providerId="ADAL" clId="{503B1D4B-51E7-4ADD-86BE-FC01D5AEF88C}" dt="2026-05-22T04:07:27.819" v="5175" actId="478"/>
          <ac:spMkLst>
            <pc:docMk/>
            <pc:sldMk cId="992934671" sldId="325"/>
            <ac:spMk id="32" creationId="{407C49BC-3A0C-0B38-95B1-5EF0D8E1A5A3}"/>
          </ac:spMkLst>
        </pc:spChg>
        <pc:spChg chg="mod">
          <ac:chgData name="Yamazaki, Toru/山崎 亨" userId="8678882f-ae45-4984-8ebe-9da76fd4ffac" providerId="ADAL" clId="{503B1D4B-51E7-4ADD-86BE-FC01D5AEF88C}" dt="2026-05-15T05:53:02.392" v="3875" actId="1076"/>
          <ac:spMkLst>
            <pc:docMk/>
            <pc:sldMk cId="992934671" sldId="325"/>
            <ac:spMk id="34" creationId="{2004F6A9-0255-DC3D-2725-FDAC24EBC24A}"/>
          </ac:spMkLst>
        </pc:spChg>
        <pc:spChg chg="mod">
          <ac:chgData name="Yamazaki, Toru/山崎 亨" userId="8678882f-ae45-4984-8ebe-9da76fd4ffac" providerId="ADAL" clId="{503B1D4B-51E7-4ADD-86BE-FC01D5AEF88C}" dt="2026-05-15T05:50:29.523" v="3781" actId="1035"/>
          <ac:spMkLst>
            <pc:docMk/>
            <pc:sldMk cId="992934671" sldId="325"/>
            <ac:spMk id="36" creationId="{FAA73CDD-FBCD-FA6E-A6F1-114D7E79F710}"/>
          </ac:spMkLst>
        </pc:spChg>
        <pc:spChg chg="mod">
          <ac:chgData name="Yamazaki, Toru/山崎 亨" userId="8678882f-ae45-4984-8ebe-9da76fd4ffac" providerId="ADAL" clId="{503B1D4B-51E7-4ADD-86BE-FC01D5AEF88C}" dt="2026-05-15T05:53:02.392" v="3875" actId="1076"/>
          <ac:spMkLst>
            <pc:docMk/>
            <pc:sldMk cId="992934671" sldId="325"/>
            <ac:spMk id="40" creationId="{56FECD96-B394-52AD-3DBD-5E7D348B7CCB}"/>
          </ac:spMkLst>
        </pc:spChg>
        <pc:spChg chg="mod">
          <ac:chgData name="Yamazaki, Toru/山崎 亨" userId="8678882f-ae45-4984-8ebe-9da76fd4ffac" providerId="ADAL" clId="{503B1D4B-51E7-4ADD-86BE-FC01D5AEF88C}" dt="2026-05-22T04:07:58.639" v="5180" actId="12789"/>
          <ac:spMkLst>
            <pc:docMk/>
            <pc:sldMk cId="992934671" sldId="325"/>
            <ac:spMk id="42" creationId="{53BC5159-1675-E2EF-4767-6BA529C1DDC0}"/>
          </ac:spMkLst>
        </pc:spChg>
        <pc:spChg chg="mod">
          <ac:chgData name="Yamazaki, Toru/山崎 亨" userId="8678882f-ae45-4984-8ebe-9da76fd4ffac" providerId="ADAL" clId="{503B1D4B-51E7-4ADD-86BE-FC01D5AEF88C}" dt="2026-05-21T08:22:22.396" v="5150" actId="20577"/>
          <ac:spMkLst>
            <pc:docMk/>
            <pc:sldMk cId="992934671" sldId="325"/>
            <ac:spMk id="43" creationId="{44A9629A-79D0-079F-0DD4-AF44D571BA7D}"/>
          </ac:spMkLst>
        </pc:spChg>
        <pc:spChg chg="mod">
          <ac:chgData name="Yamazaki, Toru/山崎 亨" userId="8678882f-ae45-4984-8ebe-9da76fd4ffac" providerId="ADAL" clId="{503B1D4B-51E7-4ADD-86BE-FC01D5AEF88C}" dt="2026-05-21T08:22:24.463" v="5152" actId="20577"/>
          <ac:spMkLst>
            <pc:docMk/>
            <pc:sldMk cId="992934671" sldId="325"/>
            <ac:spMk id="44" creationId="{782C8DF3-2C55-9273-0991-8A7F368175E0}"/>
          </ac:spMkLst>
        </pc:spChg>
        <pc:spChg chg="mod">
          <ac:chgData name="Yamazaki, Toru/山崎 亨" userId="8678882f-ae45-4984-8ebe-9da76fd4ffac" providerId="ADAL" clId="{503B1D4B-51E7-4ADD-86BE-FC01D5AEF88C}" dt="2026-05-15T05:50:29.523" v="3781" actId="1035"/>
          <ac:spMkLst>
            <pc:docMk/>
            <pc:sldMk cId="992934671" sldId="325"/>
            <ac:spMk id="46" creationId="{0A647399-29D6-7DA7-CA58-BFCE7559FEBD}"/>
          </ac:spMkLst>
        </pc:spChg>
        <pc:spChg chg="mod">
          <ac:chgData name="Yamazaki, Toru/山崎 亨" userId="8678882f-ae45-4984-8ebe-9da76fd4ffac" providerId="ADAL" clId="{503B1D4B-51E7-4ADD-86BE-FC01D5AEF88C}" dt="2026-05-15T06:05:00.717" v="4347" actId="14100"/>
          <ac:spMkLst>
            <pc:docMk/>
            <pc:sldMk cId="992934671" sldId="325"/>
            <ac:spMk id="49" creationId="{6BDB1563-61FF-22C2-E79F-65A6DB64CF29}"/>
          </ac:spMkLst>
        </pc:spChg>
        <pc:spChg chg="mod">
          <ac:chgData name="Yamazaki, Toru/山崎 亨" userId="8678882f-ae45-4984-8ebe-9da76fd4ffac" providerId="ADAL" clId="{503B1D4B-51E7-4ADD-86BE-FC01D5AEF88C}" dt="2026-05-15T06:04:57.312" v="4345" actId="14100"/>
          <ac:spMkLst>
            <pc:docMk/>
            <pc:sldMk cId="992934671" sldId="325"/>
            <ac:spMk id="50" creationId="{A1B40839-82CD-6FC4-8601-51953C504D61}"/>
          </ac:spMkLst>
        </pc:spChg>
        <pc:spChg chg="mod">
          <ac:chgData name="Yamazaki, Toru/山崎 亨" userId="8678882f-ae45-4984-8ebe-9da76fd4ffac" providerId="ADAL" clId="{503B1D4B-51E7-4ADD-86BE-FC01D5AEF88C}" dt="2026-05-15T05:51:13.966" v="3814" actId="1035"/>
          <ac:spMkLst>
            <pc:docMk/>
            <pc:sldMk cId="992934671" sldId="325"/>
            <ac:spMk id="51" creationId="{54D54B2D-2FB6-DCE4-4857-D3DDAFF86DF6}"/>
          </ac:spMkLst>
        </pc:spChg>
        <pc:spChg chg="mod">
          <ac:chgData name="Yamazaki, Toru/山崎 亨" userId="8678882f-ae45-4984-8ebe-9da76fd4ffac" providerId="ADAL" clId="{503B1D4B-51E7-4ADD-86BE-FC01D5AEF88C}" dt="2026-05-15T05:51:12.045" v="3810" actId="1036"/>
          <ac:spMkLst>
            <pc:docMk/>
            <pc:sldMk cId="992934671" sldId="325"/>
            <ac:spMk id="54" creationId="{7407B71D-3D6C-1419-B4B0-559C6FB0F67D}"/>
          </ac:spMkLst>
        </pc:spChg>
        <pc:spChg chg="mod">
          <ac:chgData name="Yamazaki, Toru/山崎 亨" userId="8678882f-ae45-4984-8ebe-9da76fd4ffac" providerId="ADAL" clId="{503B1D4B-51E7-4ADD-86BE-FC01D5AEF88C}" dt="2026-05-15T05:49:09.340" v="3760" actId="1076"/>
          <ac:spMkLst>
            <pc:docMk/>
            <pc:sldMk cId="992934671" sldId="325"/>
            <ac:spMk id="61" creationId="{CF2F20EE-9128-59A6-FBEB-527FF8F088F1}"/>
          </ac:spMkLst>
        </pc:spChg>
        <pc:spChg chg="mod">
          <ac:chgData name="Yamazaki, Toru/山崎 亨" userId="8678882f-ae45-4984-8ebe-9da76fd4ffac" providerId="ADAL" clId="{503B1D4B-51E7-4ADD-86BE-FC01D5AEF88C}" dt="2026-05-15T05:50:29.523" v="3781" actId="1035"/>
          <ac:spMkLst>
            <pc:docMk/>
            <pc:sldMk cId="992934671" sldId="325"/>
            <ac:spMk id="63" creationId="{32D0B1BC-934A-41A7-8329-49F060BF9705}"/>
          </ac:spMkLst>
        </pc:spChg>
        <pc:spChg chg="mod">
          <ac:chgData name="Yamazaki, Toru/山崎 亨" userId="8678882f-ae45-4984-8ebe-9da76fd4ffac" providerId="ADAL" clId="{503B1D4B-51E7-4ADD-86BE-FC01D5AEF88C}" dt="2026-05-15T05:53:02.392" v="3875" actId="1076"/>
          <ac:spMkLst>
            <pc:docMk/>
            <pc:sldMk cId="992934671" sldId="325"/>
            <ac:spMk id="1024" creationId="{8A29B82C-09D8-712C-6248-EF82ACE21276}"/>
          </ac:spMkLst>
        </pc:spChg>
        <pc:spChg chg="mod ord">
          <ac:chgData name="Yamazaki, Toru/山崎 亨" userId="8678882f-ae45-4984-8ebe-9da76fd4ffac" providerId="ADAL" clId="{503B1D4B-51E7-4ADD-86BE-FC01D5AEF88C}" dt="2026-05-22T04:07:40.815" v="5177" actId="166"/>
          <ac:spMkLst>
            <pc:docMk/>
            <pc:sldMk cId="992934671" sldId="325"/>
            <ac:spMk id="1025" creationId="{9BC7FA3E-8C45-9740-82EA-B6A052449F85}"/>
          </ac:spMkLst>
        </pc:spChg>
        <pc:spChg chg="mod">
          <ac:chgData name="Yamazaki, Toru/山崎 亨" userId="8678882f-ae45-4984-8ebe-9da76fd4ffac" providerId="ADAL" clId="{503B1D4B-51E7-4ADD-86BE-FC01D5AEF88C}" dt="2026-05-15T05:50:29.523" v="3781" actId="1035"/>
          <ac:spMkLst>
            <pc:docMk/>
            <pc:sldMk cId="992934671" sldId="325"/>
            <ac:spMk id="1031" creationId="{FC6E1972-75D8-D154-7D06-1046E8675281}"/>
          </ac:spMkLst>
        </pc:spChg>
        <pc:graphicFrameChg chg="modGraphic">
          <ac:chgData name="Yamazaki, Toru/山崎 亨" userId="8678882f-ae45-4984-8ebe-9da76fd4ffac" providerId="ADAL" clId="{503B1D4B-51E7-4ADD-86BE-FC01D5AEF88C}" dt="2026-05-15T05:52:54.854" v="3874" actId="14734"/>
          <ac:graphicFrameMkLst>
            <pc:docMk/>
            <pc:sldMk cId="992934671" sldId="325"/>
            <ac:graphicFrameMk id="3" creationId="{9A5CF79F-1DB4-2DC0-833E-BDB22B54EC7C}"/>
          </ac:graphicFrameMkLst>
        </pc:graphicFrameChg>
      </pc:sldChg>
      <pc:sldChg chg="modSp mod">
        <pc:chgData name="Yamazaki, Toru/山崎 亨" userId="8678882f-ae45-4984-8ebe-9da76fd4ffac" providerId="ADAL" clId="{503B1D4B-51E7-4ADD-86BE-FC01D5AEF88C}" dt="2026-05-14T05:49:51.452" v="2900" actId="20577"/>
        <pc:sldMkLst>
          <pc:docMk/>
          <pc:sldMk cId="715570031" sldId="328"/>
        </pc:sldMkLst>
        <pc:spChg chg="mod">
          <ac:chgData name="Yamazaki, Toru/山崎 亨" userId="8678882f-ae45-4984-8ebe-9da76fd4ffac" providerId="ADAL" clId="{503B1D4B-51E7-4ADD-86BE-FC01D5AEF88C}" dt="2026-05-14T05:47:19.388" v="2694" actId="1076"/>
          <ac:spMkLst>
            <pc:docMk/>
            <pc:sldMk cId="715570031" sldId="328"/>
            <ac:spMk id="21" creationId="{C5C676D9-B319-5726-34F7-3D870152BE01}"/>
          </ac:spMkLst>
        </pc:spChg>
        <pc:spChg chg="mod">
          <ac:chgData name="Yamazaki, Toru/山崎 亨" userId="8678882f-ae45-4984-8ebe-9da76fd4ffac" providerId="ADAL" clId="{503B1D4B-51E7-4ADD-86BE-FC01D5AEF88C}" dt="2026-05-14T05:49:51.452" v="2900" actId="20577"/>
          <ac:spMkLst>
            <pc:docMk/>
            <pc:sldMk cId="715570031" sldId="328"/>
            <ac:spMk id="65" creationId="{E9057F6E-F981-18D0-1935-8C1D73C2B314}"/>
          </ac:spMkLst>
        </pc:spChg>
      </pc:sldChg>
      <pc:sldChg chg="delSp modSp mod">
        <pc:chgData name="Yamazaki, Toru/山崎 亨" userId="8678882f-ae45-4984-8ebe-9da76fd4ffac" providerId="ADAL" clId="{503B1D4B-51E7-4ADD-86BE-FC01D5AEF88C}" dt="2026-05-21T08:17:04.220" v="5049" actId="113"/>
        <pc:sldMkLst>
          <pc:docMk/>
          <pc:sldMk cId="1424896098" sldId="331"/>
        </pc:sldMkLst>
        <pc:spChg chg="mod">
          <ac:chgData name="Yamazaki, Toru/山崎 亨" userId="8678882f-ae45-4984-8ebe-9da76fd4ffac" providerId="ADAL" clId="{503B1D4B-51E7-4ADD-86BE-FC01D5AEF88C}" dt="2026-05-21T08:17:04.220" v="5049" actId="113"/>
          <ac:spMkLst>
            <pc:docMk/>
            <pc:sldMk cId="1424896098" sldId="331"/>
            <ac:spMk id="50" creationId="{557C6B01-192F-C1D0-CDC9-A68BD02D3D61}"/>
          </ac:spMkLst>
        </pc:spChg>
      </pc:sldChg>
      <pc:sldChg chg="addSp modSp mod">
        <pc:chgData name="Yamazaki, Toru/山崎 亨" userId="8678882f-ae45-4984-8ebe-9da76fd4ffac" providerId="ADAL" clId="{503B1D4B-51E7-4ADD-86BE-FC01D5AEF88C}" dt="2026-05-22T05:24:46.132" v="5218" actId="20577"/>
        <pc:sldMkLst>
          <pc:docMk/>
          <pc:sldMk cId="2117710359" sldId="332"/>
        </pc:sldMkLst>
        <pc:spChg chg="mod">
          <ac:chgData name="Yamazaki, Toru/山崎 亨" userId="8678882f-ae45-4984-8ebe-9da76fd4ffac" providerId="ADAL" clId="{503B1D4B-51E7-4ADD-86BE-FC01D5AEF88C}" dt="2026-05-15T06:47:58.293" v="4713" actId="1036"/>
          <ac:spMkLst>
            <pc:docMk/>
            <pc:sldMk cId="2117710359" sldId="332"/>
            <ac:spMk id="4" creationId="{5569E44A-FFC8-5B23-EC5A-CD835EE4B371}"/>
          </ac:spMkLst>
        </pc:spChg>
        <pc:spChg chg="mod">
          <ac:chgData name="Yamazaki, Toru/山崎 亨" userId="8678882f-ae45-4984-8ebe-9da76fd4ffac" providerId="ADAL" clId="{503B1D4B-51E7-4ADD-86BE-FC01D5AEF88C}" dt="2026-05-15T06:45:49.075" v="4633" actId="1036"/>
          <ac:spMkLst>
            <pc:docMk/>
            <pc:sldMk cId="2117710359" sldId="332"/>
            <ac:spMk id="5" creationId="{BFA11D40-4403-225D-2B01-236048159B7E}"/>
          </ac:spMkLst>
        </pc:spChg>
        <pc:spChg chg="mod">
          <ac:chgData name="Yamazaki, Toru/山崎 亨" userId="8678882f-ae45-4984-8ebe-9da76fd4ffac" providerId="ADAL" clId="{503B1D4B-51E7-4ADD-86BE-FC01D5AEF88C}" dt="2026-05-15T06:47:27.453" v="4695" actId="14100"/>
          <ac:spMkLst>
            <pc:docMk/>
            <pc:sldMk cId="2117710359" sldId="332"/>
            <ac:spMk id="6" creationId="{36FAFF97-635E-22BD-2853-DB09EFB7B827}"/>
          </ac:spMkLst>
        </pc:spChg>
        <pc:spChg chg="mod">
          <ac:chgData name="Yamazaki, Toru/山崎 亨" userId="8678882f-ae45-4984-8ebe-9da76fd4ffac" providerId="ADAL" clId="{503B1D4B-51E7-4ADD-86BE-FC01D5AEF88C}" dt="2026-05-15T06:45:20.029" v="4577" actId="14100"/>
          <ac:spMkLst>
            <pc:docMk/>
            <pc:sldMk cId="2117710359" sldId="332"/>
            <ac:spMk id="7" creationId="{013BB35F-A551-8392-8D5F-26D2399CDB08}"/>
          </ac:spMkLst>
        </pc:spChg>
        <pc:spChg chg="add mod">
          <ac:chgData name="Yamazaki, Toru/山崎 亨" userId="8678882f-ae45-4984-8ebe-9da76fd4ffac" providerId="ADAL" clId="{503B1D4B-51E7-4ADD-86BE-FC01D5AEF88C}" dt="2026-05-15T06:46:08.492" v="4644" actId="1036"/>
          <ac:spMkLst>
            <pc:docMk/>
            <pc:sldMk cId="2117710359" sldId="332"/>
            <ac:spMk id="12" creationId="{0C73D4E9-9654-6077-0030-6C2CF71DDE4F}"/>
          </ac:spMkLst>
        </pc:spChg>
        <pc:spChg chg="add mod">
          <ac:chgData name="Yamazaki, Toru/山崎 亨" userId="8678882f-ae45-4984-8ebe-9da76fd4ffac" providerId="ADAL" clId="{503B1D4B-51E7-4ADD-86BE-FC01D5AEF88C}" dt="2026-05-22T05:24:40.684" v="5210" actId="20577"/>
          <ac:spMkLst>
            <pc:docMk/>
            <pc:sldMk cId="2117710359" sldId="332"/>
            <ac:spMk id="14" creationId="{AB1C9B2D-1814-4384-2D4A-BB0B2DA8F60B}"/>
          </ac:spMkLst>
        </pc:spChg>
        <pc:spChg chg="mod">
          <ac:chgData name="Yamazaki, Toru/山崎 亨" userId="8678882f-ae45-4984-8ebe-9da76fd4ffac" providerId="ADAL" clId="{503B1D4B-51E7-4ADD-86BE-FC01D5AEF88C}" dt="2026-05-15T06:47:58.293" v="4713" actId="1036"/>
          <ac:spMkLst>
            <pc:docMk/>
            <pc:sldMk cId="2117710359" sldId="332"/>
            <ac:spMk id="15" creationId="{FD5F3433-58A2-39C4-ECCB-0D3F4201C43B}"/>
          </ac:spMkLst>
        </pc:spChg>
        <pc:spChg chg="mod">
          <ac:chgData name="Yamazaki, Toru/山崎 亨" userId="8678882f-ae45-4984-8ebe-9da76fd4ffac" providerId="ADAL" clId="{503B1D4B-51E7-4ADD-86BE-FC01D5AEF88C}" dt="2026-05-15T06:47:58.293" v="4713" actId="1036"/>
          <ac:spMkLst>
            <pc:docMk/>
            <pc:sldMk cId="2117710359" sldId="332"/>
            <ac:spMk id="16" creationId="{E8FBD106-5324-9B9B-8F9B-120CA8F46D6D}"/>
          </ac:spMkLst>
        </pc:spChg>
        <pc:spChg chg="mod">
          <ac:chgData name="Yamazaki, Toru/山崎 亨" userId="8678882f-ae45-4984-8ebe-9da76fd4ffac" providerId="ADAL" clId="{503B1D4B-51E7-4ADD-86BE-FC01D5AEF88C}" dt="2026-05-15T06:45:49.075" v="4633" actId="1036"/>
          <ac:spMkLst>
            <pc:docMk/>
            <pc:sldMk cId="2117710359" sldId="332"/>
            <ac:spMk id="20" creationId="{D03480D9-0902-1A44-4715-AED5E792AB31}"/>
          </ac:spMkLst>
        </pc:spChg>
        <pc:spChg chg="mod">
          <ac:chgData name="Yamazaki, Toru/山崎 亨" userId="8678882f-ae45-4984-8ebe-9da76fd4ffac" providerId="ADAL" clId="{503B1D4B-51E7-4ADD-86BE-FC01D5AEF88C}" dt="2026-05-15T06:45:49.075" v="4633" actId="1036"/>
          <ac:spMkLst>
            <pc:docMk/>
            <pc:sldMk cId="2117710359" sldId="332"/>
            <ac:spMk id="21" creationId="{79EDE4AE-BB83-A1AC-D314-FF0E490A7E2B}"/>
          </ac:spMkLst>
        </pc:spChg>
        <pc:spChg chg="mod">
          <ac:chgData name="Yamazaki, Toru/山崎 亨" userId="8678882f-ae45-4984-8ebe-9da76fd4ffac" providerId="ADAL" clId="{503B1D4B-51E7-4ADD-86BE-FC01D5AEF88C}" dt="2026-05-15T06:45:26.842" v="4593" actId="1036"/>
          <ac:spMkLst>
            <pc:docMk/>
            <pc:sldMk cId="2117710359" sldId="332"/>
            <ac:spMk id="53" creationId="{26D056D4-4739-5506-0C16-33B26889F13E}"/>
          </ac:spMkLst>
        </pc:spChg>
        <pc:spChg chg="mod">
          <ac:chgData name="Yamazaki, Toru/山崎 亨" userId="8678882f-ae45-4984-8ebe-9da76fd4ffac" providerId="ADAL" clId="{503B1D4B-51E7-4ADD-86BE-FC01D5AEF88C}" dt="2026-05-15T06:45:26.842" v="4593" actId="1036"/>
          <ac:spMkLst>
            <pc:docMk/>
            <pc:sldMk cId="2117710359" sldId="332"/>
            <ac:spMk id="55" creationId="{472CB0F4-2F84-E375-D6D7-F91EF15B1331}"/>
          </ac:spMkLst>
        </pc:spChg>
        <pc:spChg chg="mod">
          <ac:chgData name="Yamazaki, Toru/山崎 亨" userId="8678882f-ae45-4984-8ebe-9da76fd4ffac" providerId="ADAL" clId="{503B1D4B-51E7-4ADD-86BE-FC01D5AEF88C}" dt="2026-05-15T06:45:49.075" v="4633" actId="1036"/>
          <ac:spMkLst>
            <pc:docMk/>
            <pc:sldMk cId="2117710359" sldId="332"/>
            <ac:spMk id="56" creationId="{891B092A-5E2D-2E98-1EB6-F60B989DA8AA}"/>
          </ac:spMkLst>
        </pc:spChg>
        <pc:spChg chg="mod">
          <ac:chgData name="Yamazaki, Toru/山崎 亨" userId="8678882f-ae45-4984-8ebe-9da76fd4ffac" providerId="ADAL" clId="{503B1D4B-51E7-4ADD-86BE-FC01D5AEF88C}" dt="2026-05-15T06:45:49.075" v="4633" actId="1036"/>
          <ac:spMkLst>
            <pc:docMk/>
            <pc:sldMk cId="2117710359" sldId="332"/>
            <ac:spMk id="58" creationId="{E7136852-CF20-A53C-33DB-65B7BAF5CBA8}"/>
          </ac:spMkLst>
        </pc:spChg>
        <pc:spChg chg="mod">
          <ac:chgData name="Yamazaki, Toru/山崎 亨" userId="8678882f-ae45-4984-8ebe-9da76fd4ffac" providerId="ADAL" clId="{503B1D4B-51E7-4ADD-86BE-FC01D5AEF88C}" dt="2026-05-15T06:45:49.075" v="4633" actId="1036"/>
          <ac:spMkLst>
            <pc:docMk/>
            <pc:sldMk cId="2117710359" sldId="332"/>
            <ac:spMk id="59" creationId="{BC9419DF-9F6F-7666-3934-19984B209A35}"/>
          </ac:spMkLst>
        </pc:spChg>
        <pc:spChg chg="mod">
          <ac:chgData name="Yamazaki, Toru/山崎 亨" userId="8678882f-ae45-4984-8ebe-9da76fd4ffac" providerId="ADAL" clId="{503B1D4B-51E7-4ADD-86BE-FC01D5AEF88C}" dt="2026-05-15T06:45:53.047" v="4634" actId="14100"/>
          <ac:spMkLst>
            <pc:docMk/>
            <pc:sldMk cId="2117710359" sldId="332"/>
            <ac:spMk id="64" creationId="{1ECD535B-B7DD-4281-0DA3-66F19D0AE1FA}"/>
          </ac:spMkLst>
        </pc:spChg>
        <pc:spChg chg="mod">
          <ac:chgData name="Yamazaki, Toru/山崎 亨" userId="8678882f-ae45-4984-8ebe-9da76fd4ffac" providerId="ADAL" clId="{503B1D4B-51E7-4ADD-86BE-FC01D5AEF88C}" dt="2026-05-22T05:24:46.132" v="5218" actId="20577"/>
          <ac:spMkLst>
            <pc:docMk/>
            <pc:sldMk cId="2117710359" sldId="332"/>
            <ac:spMk id="65" creationId="{601C4BD2-A4B3-8E87-5FE0-294AAEFF4EDF}"/>
          </ac:spMkLst>
        </pc:spChg>
        <pc:spChg chg="mod">
          <ac:chgData name="Yamazaki, Toru/山崎 亨" userId="8678882f-ae45-4984-8ebe-9da76fd4ffac" providerId="ADAL" clId="{503B1D4B-51E7-4ADD-86BE-FC01D5AEF88C}" dt="2026-05-15T06:45:26.842" v="4593" actId="1036"/>
          <ac:spMkLst>
            <pc:docMk/>
            <pc:sldMk cId="2117710359" sldId="332"/>
            <ac:spMk id="69" creationId="{8B8856AE-4DF0-43CD-C0AE-5E7ADB2F18C4}"/>
          </ac:spMkLst>
        </pc:spChg>
        <pc:spChg chg="mod">
          <ac:chgData name="Yamazaki, Toru/山崎 亨" userId="8678882f-ae45-4984-8ebe-9da76fd4ffac" providerId="ADAL" clId="{503B1D4B-51E7-4ADD-86BE-FC01D5AEF88C}" dt="2026-05-15T06:45:26.842" v="4593" actId="1036"/>
          <ac:spMkLst>
            <pc:docMk/>
            <pc:sldMk cId="2117710359" sldId="332"/>
            <ac:spMk id="70" creationId="{D11A052E-ADCB-655C-D06F-772707047B49}"/>
          </ac:spMkLst>
        </pc:spChg>
        <pc:spChg chg="mod">
          <ac:chgData name="Yamazaki, Toru/山崎 亨" userId="8678882f-ae45-4984-8ebe-9da76fd4ffac" providerId="ADAL" clId="{503B1D4B-51E7-4ADD-86BE-FC01D5AEF88C}" dt="2026-05-15T06:45:44.073" v="4625" actId="1036"/>
          <ac:spMkLst>
            <pc:docMk/>
            <pc:sldMk cId="2117710359" sldId="332"/>
            <ac:spMk id="72" creationId="{779C95B8-9241-6408-3364-EEBBA2CF2B0A}"/>
          </ac:spMkLst>
        </pc:spChg>
        <pc:spChg chg="mod">
          <ac:chgData name="Yamazaki, Toru/山崎 亨" userId="8678882f-ae45-4984-8ebe-9da76fd4ffac" providerId="ADAL" clId="{503B1D4B-51E7-4ADD-86BE-FC01D5AEF88C}" dt="2026-05-15T06:45:44.073" v="4625" actId="1036"/>
          <ac:spMkLst>
            <pc:docMk/>
            <pc:sldMk cId="2117710359" sldId="332"/>
            <ac:spMk id="73" creationId="{AF11BF9F-BEE5-BCE0-6921-00A3F168E27C}"/>
          </ac:spMkLst>
        </pc:spChg>
        <pc:spChg chg="mod">
          <ac:chgData name="Yamazaki, Toru/山崎 亨" userId="8678882f-ae45-4984-8ebe-9da76fd4ffac" providerId="ADAL" clId="{503B1D4B-51E7-4ADD-86BE-FC01D5AEF88C}" dt="2026-05-15T06:45:17.627" v="4576" actId="1036"/>
          <ac:spMkLst>
            <pc:docMk/>
            <pc:sldMk cId="2117710359" sldId="332"/>
            <ac:spMk id="77" creationId="{1816A3A5-101E-FC40-0B08-ADFCB1E75404}"/>
          </ac:spMkLst>
        </pc:spChg>
        <pc:spChg chg="mod">
          <ac:chgData name="Yamazaki, Toru/山崎 亨" userId="8678882f-ae45-4984-8ebe-9da76fd4ffac" providerId="ADAL" clId="{503B1D4B-51E7-4ADD-86BE-FC01D5AEF88C}" dt="2026-05-15T06:45:17.627" v="4576" actId="1036"/>
          <ac:spMkLst>
            <pc:docMk/>
            <pc:sldMk cId="2117710359" sldId="332"/>
            <ac:spMk id="80" creationId="{6DCE6755-FE4C-6086-9850-0FD437F4354D}"/>
          </ac:spMkLst>
        </pc:spChg>
        <pc:spChg chg="mod">
          <ac:chgData name="Yamazaki, Toru/山崎 亨" userId="8678882f-ae45-4984-8ebe-9da76fd4ffac" providerId="ADAL" clId="{503B1D4B-51E7-4ADD-86BE-FC01D5AEF88C}" dt="2026-05-15T06:47:49.091" v="4707" actId="1035"/>
          <ac:spMkLst>
            <pc:docMk/>
            <pc:sldMk cId="2117710359" sldId="332"/>
            <ac:spMk id="92" creationId="{DBD00A5D-681F-799C-F408-0C35DF74078E}"/>
          </ac:spMkLst>
        </pc:spChg>
        <pc:spChg chg="mod">
          <ac:chgData name="Yamazaki, Toru/山崎 亨" userId="8678882f-ae45-4984-8ebe-9da76fd4ffac" providerId="ADAL" clId="{503B1D4B-51E7-4ADD-86BE-FC01D5AEF88C}" dt="2026-05-15T06:47:49.091" v="4707" actId="1035"/>
          <ac:spMkLst>
            <pc:docMk/>
            <pc:sldMk cId="2117710359" sldId="332"/>
            <ac:spMk id="93" creationId="{131F4A9B-B0C9-1A48-7A3C-645701ED4E93}"/>
          </ac:spMkLst>
        </pc:spChg>
        <pc:spChg chg="mod">
          <ac:chgData name="Yamazaki, Toru/山崎 亨" userId="8678882f-ae45-4984-8ebe-9da76fd4ffac" providerId="ADAL" clId="{503B1D4B-51E7-4ADD-86BE-FC01D5AEF88C}" dt="2026-05-15T06:47:49.091" v="4707" actId="1035"/>
          <ac:spMkLst>
            <pc:docMk/>
            <pc:sldMk cId="2117710359" sldId="332"/>
            <ac:spMk id="95" creationId="{C1DE0629-E135-BE72-197E-6836F23FB4E6}"/>
          </ac:spMkLst>
        </pc:spChg>
        <pc:spChg chg="mod">
          <ac:chgData name="Yamazaki, Toru/山崎 亨" userId="8678882f-ae45-4984-8ebe-9da76fd4ffac" providerId="ADAL" clId="{503B1D4B-51E7-4ADD-86BE-FC01D5AEF88C}" dt="2026-05-15T06:47:49.091" v="4707" actId="1035"/>
          <ac:spMkLst>
            <pc:docMk/>
            <pc:sldMk cId="2117710359" sldId="332"/>
            <ac:spMk id="97" creationId="{D0B39E7C-6E82-9F3D-1AA6-821419D7BF43}"/>
          </ac:spMkLst>
        </pc:spChg>
        <pc:spChg chg="mod">
          <ac:chgData name="Yamazaki, Toru/山崎 亨" userId="8678882f-ae45-4984-8ebe-9da76fd4ffac" providerId="ADAL" clId="{503B1D4B-51E7-4ADD-86BE-FC01D5AEF88C}" dt="2026-05-15T06:47:49.091" v="4707" actId="1035"/>
          <ac:spMkLst>
            <pc:docMk/>
            <pc:sldMk cId="2117710359" sldId="332"/>
            <ac:spMk id="98" creationId="{062285A6-B0EB-8A68-E7C4-F3371EC21C0F}"/>
          </ac:spMkLst>
        </pc:spChg>
        <pc:spChg chg="mod">
          <ac:chgData name="Yamazaki, Toru/山崎 亨" userId="8678882f-ae45-4984-8ebe-9da76fd4ffac" providerId="ADAL" clId="{503B1D4B-51E7-4ADD-86BE-FC01D5AEF88C}" dt="2026-05-15T06:47:49.091" v="4707" actId="1035"/>
          <ac:spMkLst>
            <pc:docMk/>
            <pc:sldMk cId="2117710359" sldId="332"/>
            <ac:spMk id="99" creationId="{136B58B4-9677-BCCC-4F90-8E3FC5C49885}"/>
          </ac:spMkLst>
        </pc:spChg>
        <pc:spChg chg="mod">
          <ac:chgData name="Yamazaki, Toru/山崎 亨" userId="8678882f-ae45-4984-8ebe-9da76fd4ffac" providerId="ADAL" clId="{503B1D4B-51E7-4ADD-86BE-FC01D5AEF88C}" dt="2026-05-15T06:47:49.091" v="4707" actId="1035"/>
          <ac:spMkLst>
            <pc:docMk/>
            <pc:sldMk cId="2117710359" sldId="332"/>
            <ac:spMk id="103" creationId="{74875594-83DF-197A-5D97-53B1E3FCA570}"/>
          </ac:spMkLst>
        </pc:spChg>
        <pc:spChg chg="mod">
          <ac:chgData name="Yamazaki, Toru/山崎 亨" userId="8678882f-ae45-4984-8ebe-9da76fd4ffac" providerId="ADAL" clId="{503B1D4B-51E7-4ADD-86BE-FC01D5AEF88C}" dt="2026-05-21T08:23:25.760" v="5172" actId="207"/>
          <ac:spMkLst>
            <pc:docMk/>
            <pc:sldMk cId="2117710359" sldId="332"/>
            <ac:spMk id="107" creationId="{07DA8A53-9ABC-AF78-FB21-1B986CBF6C37}"/>
          </ac:spMkLst>
        </pc:spChg>
        <pc:spChg chg="mod">
          <ac:chgData name="Yamazaki, Toru/山崎 亨" userId="8678882f-ae45-4984-8ebe-9da76fd4ffac" providerId="ADAL" clId="{503B1D4B-51E7-4ADD-86BE-FC01D5AEF88C}" dt="2026-05-15T06:47:49.091" v="4707" actId="1035"/>
          <ac:spMkLst>
            <pc:docMk/>
            <pc:sldMk cId="2117710359" sldId="332"/>
            <ac:spMk id="108" creationId="{977FFDE0-A833-0F6A-B595-B368ED326BD4}"/>
          </ac:spMkLst>
        </pc:spChg>
        <pc:spChg chg="mod">
          <ac:chgData name="Yamazaki, Toru/山崎 亨" userId="8678882f-ae45-4984-8ebe-9da76fd4ffac" providerId="ADAL" clId="{503B1D4B-51E7-4ADD-86BE-FC01D5AEF88C}" dt="2026-05-15T06:47:58.293" v="4713" actId="1036"/>
          <ac:spMkLst>
            <pc:docMk/>
            <pc:sldMk cId="2117710359" sldId="332"/>
            <ac:spMk id="109" creationId="{CEA86B44-463D-F31C-2C7C-877549C4DCCB}"/>
          </ac:spMkLst>
        </pc:spChg>
        <pc:spChg chg="mod">
          <ac:chgData name="Yamazaki, Toru/山崎 亨" userId="8678882f-ae45-4984-8ebe-9da76fd4ffac" providerId="ADAL" clId="{503B1D4B-51E7-4ADD-86BE-FC01D5AEF88C}" dt="2026-05-15T06:47:58.293" v="4713" actId="1036"/>
          <ac:spMkLst>
            <pc:docMk/>
            <pc:sldMk cId="2117710359" sldId="332"/>
            <ac:spMk id="110" creationId="{F476908C-7B05-944F-5637-AF7D0164D3D4}"/>
          </ac:spMkLst>
        </pc:spChg>
        <pc:spChg chg="mod">
          <ac:chgData name="Yamazaki, Toru/山崎 亨" userId="8678882f-ae45-4984-8ebe-9da76fd4ffac" providerId="ADAL" clId="{503B1D4B-51E7-4ADD-86BE-FC01D5AEF88C}" dt="2026-05-15T06:47:39.646" v="4702" actId="1035"/>
          <ac:spMkLst>
            <pc:docMk/>
            <pc:sldMk cId="2117710359" sldId="332"/>
            <ac:spMk id="112" creationId="{88BA4AA6-B46B-9009-4752-F5AFF94F3E19}"/>
          </ac:spMkLst>
        </pc:spChg>
        <pc:spChg chg="mod">
          <ac:chgData name="Yamazaki, Toru/山崎 亨" userId="8678882f-ae45-4984-8ebe-9da76fd4ffac" providerId="ADAL" clId="{503B1D4B-51E7-4ADD-86BE-FC01D5AEF88C}" dt="2026-05-15T06:47:39.646" v="4702" actId="1035"/>
          <ac:spMkLst>
            <pc:docMk/>
            <pc:sldMk cId="2117710359" sldId="332"/>
            <ac:spMk id="113" creationId="{658F2806-D85E-7E69-B858-C58464310B9D}"/>
          </ac:spMkLst>
        </pc:spChg>
        <pc:spChg chg="mod">
          <ac:chgData name="Yamazaki, Toru/山崎 亨" userId="8678882f-ae45-4984-8ebe-9da76fd4ffac" providerId="ADAL" clId="{503B1D4B-51E7-4ADD-86BE-FC01D5AEF88C}" dt="2026-05-15T06:47:16.859" v="4694" actId="1037"/>
          <ac:spMkLst>
            <pc:docMk/>
            <pc:sldMk cId="2117710359" sldId="332"/>
            <ac:spMk id="116" creationId="{37408464-28AD-923C-D618-BE4A8ACAAE55}"/>
          </ac:spMkLst>
        </pc:spChg>
        <pc:spChg chg="mod">
          <ac:chgData name="Yamazaki, Toru/山崎 亨" userId="8678882f-ae45-4984-8ebe-9da76fd4ffac" providerId="ADAL" clId="{503B1D4B-51E7-4ADD-86BE-FC01D5AEF88C}" dt="2026-05-15T06:47:39.646" v="4702" actId="1035"/>
          <ac:spMkLst>
            <pc:docMk/>
            <pc:sldMk cId="2117710359" sldId="332"/>
            <ac:spMk id="118" creationId="{80A5BE5F-6C76-989C-2C43-BB82C4117A1A}"/>
          </ac:spMkLst>
        </pc:spChg>
        <pc:spChg chg="mod">
          <ac:chgData name="Yamazaki, Toru/山崎 亨" userId="8678882f-ae45-4984-8ebe-9da76fd4ffac" providerId="ADAL" clId="{503B1D4B-51E7-4ADD-86BE-FC01D5AEF88C}" dt="2026-05-15T06:47:39.646" v="4702" actId="1035"/>
          <ac:spMkLst>
            <pc:docMk/>
            <pc:sldMk cId="2117710359" sldId="332"/>
            <ac:spMk id="119" creationId="{12CEDCD9-3D89-E071-4E0E-BEE50C4D106F}"/>
          </ac:spMkLst>
        </pc:spChg>
        <pc:spChg chg="mod">
          <ac:chgData name="Yamazaki, Toru/山崎 亨" userId="8678882f-ae45-4984-8ebe-9da76fd4ffac" providerId="ADAL" clId="{503B1D4B-51E7-4ADD-86BE-FC01D5AEF88C}" dt="2026-05-15T06:47:58.293" v="4713" actId="1036"/>
          <ac:spMkLst>
            <pc:docMk/>
            <pc:sldMk cId="2117710359" sldId="332"/>
            <ac:spMk id="121" creationId="{9903B2C7-1D3C-7226-347D-147F9B2E4E9E}"/>
          </ac:spMkLst>
        </pc:spChg>
        <pc:spChg chg="mod">
          <ac:chgData name="Yamazaki, Toru/山崎 亨" userId="8678882f-ae45-4984-8ebe-9da76fd4ffac" providerId="ADAL" clId="{503B1D4B-51E7-4ADD-86BE-FC01D5AEF88C}" dt="2026-05-15T06:47:58.293" v="4713" actId="1036"/>
          <ac:spMkLst>
            <pc:docMk/>
            <pc:sldMk cId="2117710359" sldId="332"/>
            <ac:spMk id="124" creationId="{1CBD1270-779A-0567-25B4-CF607438E02A}"/>
          </ac:spMkLst>
        </pc:spChg>
        <pc:spChg chg="mod">
          <ac:chgData name="Yamazaki, Toru/山崎 亨" userId="8678882f-ae45-4984-8ebe-9da76fd4ffac" providerId="ADAL" clId="{503B1D4B-51E7-4ADD-86BE-FC01D5AEF88C}" dt="2026-05-15T06:47:58.293" v="4713" actId="1036"/>
          <ac:spMkLst>
            <pc:docMk/>
            <pc:sldMk cId="2117710359" sldId="332"/>
            <ac:spMk id="136" creationId="{3D8792DA-9932-8FE6-F7EA-AFA28CA965D7}"/>
          </ac:spMkLst>
        </pc:spChg>
        <pc:spChg chg="mod">
          <ac:chgData name="Yamazaki, Toru/山崎 亨" userId="8678882f-ae45-4984-8ebe-9da76fd4ffac" providerId="ADAL" clId="{503B1D4B-51E7-4ADD-86BE-FC01D5AEF88C}" dt="2026-05-15T06:47:58.293" v="4713" actId="1036"/>
          <ac:spMkLst>
            <pc:docMk/>
            <pc:sldMk cId="2117710359" sldId="332"/>
            <ac:spMk id="137" creationId="{F3F2761C-9963-2F89-14D0-F08272E892DD}"/>
          </ac:spMkLst>
        </pc:spChg>
        <pc:spChg chg="mod">
          <ac:chgData name="Yamazaki, Toru/山崎 亨" userId="8678882f-ae45-4984-8ebe-9da76fd4ffac" providerId="ADAL" clId="{503B1D4B-51E7-4ADD-86BE-FC01D5AEF88C}" dt="2026-05-15T06:47:58.293" v="4713" actId="1036"/>
          <ac:spMkLst>
            <pc:docMk/>
            <pc:sldMk cId="2117710359" sldId="332"/>
            <ac:spMk id="138" creationId="{B2C132BA-A158-2F6F-5DCC-EAD72EE75449}"/>
          </ac:spMkLst>
        </pc:spChg>
        <pc:spChg chg="mod">
          <ac:chgData name="Yamazaki, Toru/山崎 亨" userId="8678882f-ae45-4984-8ebe-9da76fd4ffac" providerId="ADAL" clId="{503B1D4B-51E7-4ADD-86BE-FC01D5AEF88C}" dt="2026-05-15T06:47:49.091" v="4707" actId="1035"/>
          <ac:spMkLst>
            <pc:docMk/>
            <pc:sldMk cId="2117710359" sldId="332"/>
            <ac:spMk id="139" creationId="{17FB4635-D79F-1393-8044-554935828DB2}"/>
          </ac:spMkLst>
        </pc:spChg>
        <pc:cxnChg chg="add mod">
          <ac:chgData name="Yamazaki, Toru/山崎 亨" userId="8678882f-ae45-4984-8ebe-9da76fd4ffac" providerId="ADAL" clId="{503B1D4B-51E7-4ADD-86BE-FC01D5AEF88C}" dt="2026-05-15T06:46:08.492" v="4644" actId="1036"/>
          <ac:cxnSpMkLst>
            <pc:docMk/>
            <pc:sldMk cId="2117710359" sldId="332"/>
            <ac:cxnSpMk id="17" creationId="{D952BF68-3A3C-0D76-471F-C1B846F3091B}"/>
          </ac:cxnSpMkLst>
        </pc:cxnChg>
        <pc:cxnChg chg="mod">
          <ac:chgData name="Yamazaki, Toru/山崎 亨" userId="8678882f-ae45-4984-8ebe-9da76fd4ffac" providerId="ADAL" clId="{503B1D4B-51E7-4ADD-86BE-FC01D5AEF88C}" dt="2026-05-15T06:45:49.075" v="4633" actId="1036"/>
          <ac:cxnSpMkLst>
            <pc:docMk/>
            <pc:sldMk cId="2117710359" sldId="332"/>
            <ac:cxnSpMk id="22" creationId="{96CE52AD-0600-24FA-4DDA-66FFC5BF35B9}"/>
          </ac:cxnSpMkLst>
        </pc:cxnChg>
        <pc:cxnChg chg="mod">
          <ac:chgData name="Yamazaki, Toru/山崎 亨" userId="8678882f-ae45-4984-8ebe-9da76fd4ffac" providerId="ADAL" clId="{503B1D4B-51E7-4ADD-86BE-FC01D5AEF88C}" dt="2026-05-15T06:45:49.075" v="4633" actId="1036"/>
          <ac:cxnSpMkLst>
            <pc:docMk/>
            <pc:sldMk cId="2117710359" sldId="332"/>
            <ac:cxnSpMk id="57" creationId="{7AA1C7BA-D0A0-4F50-F955-8C2894745E2B}"/>
          </ac:cxnSpMkLst>
        </pc:cxnChg>
        <pc:cxnChg chg="mod">
          <ac:chgData name="Yamazaki, Toru/山崎 亨" userId="8678882f-ae45-4984-8ebe-9da76fd4ffac" providerId="ADAL" clId="{503B1D4B-51E7-4ADD-86BE-FC01D5AEF88C}" dt="2026-05-15T06:45:49.075" v="4633" actId="1036"/>
          <ac:cxnSpMkLst>
            <pc:docMk/>
            <pc:sldMk cId="2117710359" sldId="332"/>
            <ac:cxnSpMk id="60" creationId="{227E2C7C-14D2-3F95-00AD-2AD5C222BEE6}"/>
          </ac:cxnSpMkLst>
        </pc:cxnChg>
        <pc:cxnChg chg="mod">
          <ac:chgData name="Yamazaki, Toru/山崎 亨" userId="8678882f-ae45-4984-8ebe-9da76fd4ffac" providerId="ADAL" clId="{503B1D4B-51E7-4ADD-86BE-FC01D5AEF88C}" dt="2026-05-15T06:45:44.073" v="4625" actId="1036"/>
          <ac:cxnSpMkLst>
            <pc:docMk/>
            <pc:sldMk cId="2117710359" sldId="332"/>
            <ac:cxnSpMk id="74" creationId="{8B922C07-5C93-2EE4-9547-2935F6EEB0B8}"/>
          </ac:cxnSpMkLst>
        </pc:cxnChg>
      </pc:sldChg>
      <pc:sldChg chg="modSp mod">
        <pc:chgData name="Yamazaki, Toru/山崎 亨" userId="8678882f-ae45-4984-8ebe-9da76fd4ffac" providerId="ADAL" clId="{503B1D4B-51E7-4ADD-86BE-FC01D5AEF88C}" dt="2026-05-22T05:48:26.973" v="5356" actId="20577"/>
        <pc:sldMkLst>
          <pc:docMk/>
          <pc:sldMk cId="4059953711" sldId="333"/>
        </pc:sldMkLst>
        <pc:graphicFrameChg chg="mod modGraphic">
          <ac:chgData name="Yamazaki, Toru/山崎 亨" userId="8678882f-ae45-4984-8ebe-9da76fd4ffac" providerId="ADAL" clId="{503B1D4B-51E7-4ADD-86BE-FC01D5AEF88C}" dt="2026-05-22T05:48:26.973" v="5356" actId="20577"/>
          <ac:graphicFrameMkLst>
            <pc:docMk/>
            <pc:sldMk cId="4059953711" sldId="333"/>
            <ac:graphicFrameMk id="5" creationId="{451BF215-A27E-90F8-8593-26AF47F97E71}"/>
          </ac:graphicFrameMkLst>
        </pc:graphicFrameChg>
      </pc:sldChg>
      <pc:sldChg chg="addSp delSp modSp del mod ord modShow modNotesTx">
        <pc:chgData name="Yamazaki, Toru/山崎 亨" userId="8678882f-ae45-4984-8ebe-9da76fd4ffac" providerId="ADAL" clId="{503B1D4B-51E7-4ADD-86BE-FC01D5AEF88C}" dt="2026-05-22T07:03:01.664" v="5408" actId="47"/>
        <pc:sldMkLst>
          <pc:docMk/>
          <pc:sldMk cId="4273441607" sldId="334"/>
        </pc:sldMkLst>
        <pc:spChg chg="mod">
          <ac:chgData name="Yamazaki, Toru/山崎 亨" userId="8678882f-ae45-4984-8ebe-9da76fd4ffac" providerId="ADAL" clId="{503B1D4B-51E7-4ADD-86BE-FC01D5AEF88C}" dt="2026-05-21T08:20:07.878" v="5135" actId="207"/>
          <ac:spMkLst>
            <pc:docMk/>
            <pc:sldMk cId="4273441607" sldId="334"/>
            <ac:spMk id="10" creationId="{E282F737-B42B-F9D6-50DB-06DAE710739E}"/>
          </ac:spMkLst>
        </pc:spChg>
        <pc:spChg chg="mod">
          <ac:chgData name="Yamazaki, Toru/山崎 亨" userId="8678882f-ae45-4984-8ebe-9da76fd4ffac" providerId="ADAL" clId="{503B1D4B-51E7-4ADD-86BE-FC01D5AEF88C}" dt="2026-05-21T08:21:10.336" v="5139" actId="1076"/>
          <ac:spMkLst>
            <pc:docMk/>
            <pc:sldMk cId="4273441607" sldId="334"/>
            <ac:spMk id="16" creationId="{3C76B9EC-68D0-526B-1A23-3FA75F266989}"/>
          </ac:spMkLst>
        </pc:spChg>
        <pc:spChg chg="ord">
          <ac:chgData name="Yamazaki, Toru/山崎 亨" userId="8678882f-ae45-4984-8ebe-9da76fd4ffac" providerId="ADAL" clId="{503B1D4B-51E7-4ADD-86BE-FC01D5AEF88C}" dt="2026-05-21T08:21:52.301" v="5145" actId="166"/>
          <ac:spMkLst>
            <pc:docMk/>
            <pc:sldMk cId="4273441607" sldId="334"/>
            <ac:spMk id="18" creationId="{8AAD51C2-9125-6386-A2FF-6ADAE1AAE6B9}"/>
          </ac:spMkLst>
        </pc:spChg>
        <pc:spChg chg="mod ord">
          <ac:chgData name="Yamazaki, Toru/山崎 亨" userId="8678882f-ae45-4984-8ebe-9da76fd4ffac" providerId="ADAL" clId="{503B1D4B-51E7-4ADD-86BE-FC01D5AEF88C}" dt="2026-05-21T08:21:52.301" v="5145" actId="166"/>
          <ac:spMkLst>
            <pc:docMk/>
            <pc:sldMk cId="4273441607" sldId="334"/>
            <ac:spMk id="19" creationId="{882673CA-0F36-DFD1-36E6-EC2D6BBBE0DD}"/>
          </ac:spMkLst>
        </pc:spChg>
        <pc:spChg chg="mod">
          <ac:chgData name="Yamazaki, Toru/山崎 亨" userId="8678882f-ae45-4984-8ebe-9da76fd4ffac" providerId="ADAL" clId="{503B1D4B-51E7-4ADD-86BE-FC01D5AEF88C}" dt="2026-05-21T08:19:47.144" v="5123" actId="207"/>
          <ac:spMkLst>
            <pc:docMk/>
            <pc:sldMk cId="4273441607" sldId="334"/>
            <ac:spMk id="22" creationId="{8BC51559-3B7B-979D-6432-DF8778597725}"/>
          </ac:spMkLst>
        </pc:spChg>
        <pc:spChg chg="mod">
          <ac:chgData name="Yamazaki, Toru/山崎 亨" userId="8678882f-ae45-4984-8ebe-9da76fd4ffac" providerId="ADAL" clId="{503B1D4B-51E7-4ADD-86BE-FC01D5AEF88C}" dt="2026-05-21T08:19:59.656" v="5134" actId="20577"/>
          <ac:spMkLst>
            <pc:docMk/>
            <pc:sldMk cId="4273441607" sldId="334"/>
            <ac:spMk id="24" creationId="{5333D855-3460-9DC1-E0CC-5BC4548603DD}"/>
          </ac:spMkLst>
        </pc:spChg>
        <pc:spChg chg="mod">
          <ac:chgData name="Yamazaki, Toru/山崎 亨" userId="8678882f-ae45-4984-8ebe-9da76fd4ffac" providerId="ADAL" clId="{503B1D4B-51E7-4ADD-86BE-FC01D5AEF88C}" dt="2026-05-21T08:20:07.878" v="5135" actId="207"/>
          <ac:spMkLst>
            <pc:docMk/>
            <pc:sldMk cId="4273441607" sldId="334"/>
            <ac:spMk id="26" creationId="{E49CB782-032F-2A68-76D0-554B6A840597}"/>
          </ac:spMkLst>
        </pc:spChg>
        <pc:spChg chg="add mod">
          <ac:chgData name="Yamazaki, Toru/山崎 亨" userId="8678882f-ae45-4984-8ebe-9da76fd4ffac" providerId="ADAL" clId="{503B1D4B-51E7-4ADD-86BE-FC01D5AEF88C}" dt="2026-05-21T08:18:12.680" v="5073" actId="1076"/>
          <ac:spMkLst>
            <pc:docMk/>
            <pc:sldMk cId="4273441607" sldId="334"/>
            <ac:spMk id="30" creationId="{9069AF69-D409-EA5A-ED85-613211C87EE1}"/>
          </ac:spMkLst>
        </pc:spChg>
        <pc:spChg chg="add del mod">
          <ac:chgData name="Yamazaki, Toru/山崎 亨" userId="8678882f-ae45-4984-8ebe-9da76fd4ffac" providerId="ADAL" clId="{503B1D4B-51E7-4ADD-86BE-FC01D5AEF88C}" dt="2026-05-22T05:49:26.583" v="5375" actId="478"/>
          <ac:spMkLst>
            <pc:docMk/>
            <pc:sldMk cId="4273441607" sldId="334"/>
            <ac:spMk id="35" creationId="{3BC424DD-054E-6FC5-0298-FE0FDF6B02CB}"/>
          </ac:spMkLst>
        </pc:spChg>
        <pc:spChg chg="mod">
          <ac:chgData name="Yamazaki, Toru/山崎 亨" userId="8678882f-ae45-4984-8ebe-9da76fd4ffac" providerId="ADAL" clId="{503B1D4B-51E7-4ADD-86BE-FC01D5AEF88C}" dt="2026-05-21T08:18:07.482" v="5072" actId="1076"/>
          <ac:spMkLst>
            <pc:docMk/>
            <pc:sldMk cId="4273441607" sldId="334"/>
            <ac:spMk id="37" creationId="{C0EF2152-D9EB-72A1-B04F-BDE06D3054C6}"/>
          </ac:spMkLst>
        </pc:spChg>
        <pc:spChg chg="add del mod">
          <ac:chgData name="Yamazaki, Toru/山崎 亨" userId="8678882f-ae45-4984-8ebe-9da76fd4ffac" providerId="ADAL" clId="{503B1D4B-51E7-4ADD-86BE-FC01D5AEF88C}" dt="2026-05-22T05:49:19.962" v="5370" actId="478"/>
          <ac:spMkLst>
            <pc:docMk/>
            <pc:sldMk cId="4273441607" sldId="334"/>
            <ac:spMk id="40" creationId="{8B6CF854-7CFF-B7A1-E1BE-1BBC96E7C5F0}"/>
          </ac:spMkLst>
        </pc:spChg>
        <pc:graphicFrameChg chg="mod modGraphic">
          <ac:chgData name="Yamazaki, Toru/山崎 亨" userId="8678882f-ae45-4984-8ebe-9da76fd4ffac" providerId="ADAL" clId="{503B1D4B-51E7-4ADD-86BE-FC01D5AEF88C}" dt="2026-05-22T05:49:22.577" v="5373" actId="20577"/>
          <ac:graphicFrameMkLst>
            <pc:docMk/>
            <pc:sldMk cId="4273441607" sldId="334"/>
            <ac:graphicFrameMk id="45" creationId="{C24CB355-46AB-038F-3C55-B5EE33F84279}"/>
          </ac:graphicFrameMkLst>
        </pc:graphicFrameChg>
        <pc:cxnChg chg="mod">
          <ac:chgData name="Yamazaki, Toru/山崎 亨" userId="8678882f-ae45-4984-8ebe-9da76fd4ffac" providerId="ADAL" clId="{503B1D4B-51E7-4ADD-86BE-FC01D5AEF88C}" dt="2026-05-21T08:18:03.270" v="5070" actId="1076"/>
          <ac:cxnSpMkLst>
            <pc:docMk/>
            <pc:sldMk cId="4273441607" sldId="334"/>
            <ac:cxnSpMk id="5" creationId="{2401A865-D697-F039-E8C8-B098F164FF25}"/>
          </ac:cxnSpMkLst>
        </pc:cxnChg>
        <pc:cxnChg chg="del mod">
          <ac:chgData name="Yamazaki, Toru/山崎 亨" userId="8678882f-ae45-4984-8ebe-9da76fd4ffac" providerId="ADAL" clId="{503B1D4B-51E7-4ADD-86BE-FC01D5AEF88C}" dt="2026-05-21T08:21:24.089" v="5141" actId="478"/>
          <ac:cxnSpMkLst>
            <pc:docMk/>
            <pc:sldMk cId="4273441607" sldId="334"/>
            <ac:cxnSpMk id="33" creationId="{34F7DC98-09F6-0666-8AF4-348F51F75F96}"/>
          </ac:cxnSpMkLst>
        </pc:cxnChg>
        <pc:cxnChg chg="add del mod">
          <ac:chgData name="Yamazaki, Toru/山崎 亨" userId="8678882f-ae45-4984-8ebe-9da76fd4ffac" providerId="ADAL" clId="{503B1D4B-51E7-4ADD-86BE-FC01D5AEF88C}" dt="2026-05-21T08:18:22.630" v="5077" actId="478"/>
          <ac:cxnSpMkLst>
            <pc:docMk/>
            <pc:sldMk cId="4273441607" sldId="334"/>
            <ac:cxnSpMk id="38" creationId="{2C1576B9-BE73-B05F-53B0-6F5037D26A56}"/>
          </ac:cxnSpMkLst>
        </pc:cxnChg>
        <pc:cxnChg chg="add del mod">
          <ac:chgData name="Yamazaki, Toru/山崎 亨" userId="8678882f-ae45-4984-8ebe-9da76fd4ffac" providerId="ADAL" clId="{503B1D4B-51E7-4ADD-86BE-FC01D5AEF88C}" dt="2026-05-22T05:49:19.962" v="5370" actId="478"/>
          <ac:cxnSpMkLst>
            <pc:docMk/>
            <pc:sldMk cId="4273441607" sldId="334"/>
            <ac:cxnSpMk id="41" creationId="{21148D99-A5D2-CA26-463E-689314F6B200}"/>
          </ac:cxnSpMkLst>
        </pc:cxnChg>
        <pc:cxnChg chg="add mod">
          <ac:chgData name="Yamazaki, Toru/山崎 亨" userId="8678882f-ae45-4984-8ebe-9da76fd4ffac" providerId="ADAL" clId="{503B1D4B-51E7-4ADD-86BE-FC01D5AEF88C}" dt="2026-05-21T08:18:29.249" v="5080" actId="14100"/>
          <ac:cxnSpMkLst>
            <pc:docMk/>
            <pc:sldMk cId="4273441607" sldId="334"/>
            <ac:cxnSpMk id="44" creationId="{AD1B6803-D7C8-C636-5577-FBF1D4B989BF}"/>
          </ac:cxnSpMkLst>
        </pc:cxnChg>
        <pc:cxnChg chg="add del mod">
          <ac:chgData name="Yamazaki, Toru/山崎 亨" userId="8678882f-ae45-4984-8ebe-9da76fd4ffac" providerId="ADAL" clId="{503B1D4B-51E7-4ADD-86BE-FC01D5AEF88C}" dt="2026-05-22T05:49:19.962" v="5370" actId="478"/>
          <ac:cxnSpMkLst>
            <pc:docMk/>
            <pc:sldMk cId="4273441607" sldId="334"/>
            <ac:cxnSpMk id="46" creationId="{3868F1FF-60F2-0A6A-4823-184B0E5CE5F0}"/>
          </ac:cxnSpMkLst>
        </pc:cxnChg>
        <pc:cxnChg chg="add del mod">
          <ac:chgData name="Yamazaki, Toru/山崎 亨" userId="8678882f-ae45-4984-8ebe-9da76fd4ffac" providerId="ADAL" clId="{503B1D4B-51E7-4ADD-86BE-FC01D5AEF88C}" dt="2026-05-22T05:49:19.962" v="5370" actId="478"/>
          <ac:cxnSpMkLst>
            <pc:docMk/>
            <pc:sldMk cId="4273441607" sldId="334"/>
            <ac:cxnSpMk id="49" creationId="{75B050E1-4CC6-A162-4A6F-FEE07EF61513}"/>
          </ac:cxnSpMkLst>
        </pc:cxnChg>
        <pc:cxnChg chg="add mod">
          <ac:chgData name="Yamazaki, Toru/山崎 亨" userId="8678882f-ae45-4984-8ebe-9da76fd4ffac" providerId="ADAL" clId="{503B1D4B-51E7-4ADD-86BE-FC01D5AEF88C}" dt="2026-05-21T08:21:13.525" v="5140" actId="14100"/>
          <ac:cxnSpMkLst>
            <pc:docMk/>
            <pc:sldMk cId="4273441607" sldId="334"/>
            <ac:cxnSpMk id="51" creationId="{1C676A61-DFEC-2F2A-E8BB-51A499564B48}"/>
          </ac:cxnSpMkLst>
        </pc:cxnChg>
        <pc:cxnChg chg="add mod">
          <ac:chgData name="Yamazaki, Toru/山崎 亨" userId="8678882f-ae45-4984-8ebe-9da76fd4ffac" providerId="ADAL" clId="{503B1D4B-51E7-4ADD-86BE-FC01D5AEF88C}" dt="2026-05-21T08:21:36.348" v="5144" actId="14100"/>
          <ac:cxnSpMkLst>
            <pc:docMk/>
            <pc:sldMk cId="4273441607" sldId="334"/>
            <ac:cxnSpMk id="55" creationId="{A847E0D8-B44D-9992-9805-3A7DAABC4F14}"/>
          </ac:cxnSpMkLst>
        </pc:cxnChg>
      </pc:sldChg>
      <pc:sldChg chg="addSp delSp modSp add mod">
        <pc:chgData name="Yamazaki, Toru/山崎 亨" userId="8678882f-ae45-4984-8ebe-9da76fd4ffac" providerId="ADAL" clId="{503B1D4B-51E7-4ADD-86BE-FC01D5AEF88C}" dt="2026-05-15T05:38:39.031" v="3262" actId="20577"/>
        <pc:sldMkLst>
          <pc:docMk/>
          <pc:sldMk cId="2781975561" sldId="335"/>
        </pc:sldMkLst>
        <pc:spChg chg="add mod">
          <ac:chgData name="Yamazaki, Toru/山崎 亨" userId="8678882f-ae45-4984-8ebe-9da76fd4ffac" providerId="ADAL" clId="{503B1D4B-51E7-4ADD-86BE-FC01D5AEF88C}" dt="2026-05-15T05:29:02.761" v="3160" actId="1076"/>
          <ac:spMkLst>
            <pc:docMk/>
            <pc:sldMk cId="2781975561" sldId="335"/>
            <ac:spMk id="3" creationId="{C5221107-F254-1F4B-6991-E2CB63BFBF10}"/>
          </ac:spMkLst>
        </pc:spChg>
        <pc:spChg chg="mod">
          <ac:chgData name="Yamazaki, Toru/山崎 亨" userId="8678882f-ae45-4984-8ebe-9da76fd4ffac" providerId="ADAL" clId="{503B1D4B-51E7-4ADD-86BE-FC01D5AEF88C}" dt="2026-05-14T05:20:37.155" v="1574" actId="207"/>
          <ac:spMkLst>
            <pc:docMk/>
            <pc:sldMk cId="2781975561" sldId="335"/>
            <ac:spMk id="4" creationId="{1DB75918-982F-C939-0ED5-1EF239F6BE11}"/>
          </ac:spMkLst>
        </pc:spChg>
        <pc:spChg chg="add mod">
          <ac:chgData name="Yamazaki, Toru/山崎 亨" userId="8678882f-ae45-4984-8ebe-9da76fd4ffac" providerId="ADAL" clId="{503B1D4B-51E7-4ADD-86BE-FC01D5AEF88C}" dt="2026-05-15T05:38:39.031" v="3262" actId="20577"/>
          <ac:spMkLst>
            <pc:docMk/>
            <pc:sldMk cId="2781975561" sldId="335"/>
            <ac:spMk id="5" creationId="{6A1DE220-07FA-262A-D10F-649B71293110}"/>
          </ac:spMkLst>
        </pc:spChg>
        <pc:spChg chg="mod">
          <ac:chgData name="Yamazaki, Toru/山崎 亨" userId="8678882f-ae45-4984-8ebe-9da76fd4ffac" providerId="ADAL" clId="{503B1D4B-51E7-4ADD-86BE-FC01D5AEF88C}" dt="2026-05-15T05:29:22.787" v="3161"/>
          <ac:spMkLst>
            <pc:docMk/>
            <pc:sldMk cId="2781975561" sldId="335"/>
            <ac:spMk id="7" creationId="{0A36C4D9-48C7-CDB0-5FDE-C23A0A75A4E9}"/>
          </ac:spMkLst>
        </pc:spChg>
        <pc:spChg chg="add mod">
          <ac:chgData name="Yamazaki, Toru/山崎 亨" userId="8678882f-ae45-4984-8ebe-9da76fd4ffac" providerId="ADAL" clId="{503B1D4B-51E7-4ADD-86BE-FC01D5AEF88C}" dt="2026-05-15T05:29:37.555" v="3165" actId="1076"/>
          <ac:spMkLst>
            <pc:docMk/>
            <pc:sldMk cId="2781975561" sldId="335"/>
            <ac:spMk id="13" creationId="{6D09CC63-223F-E50A-F8C4-65FB6D59B8D1}"/>
          </ac:spMkLst>
        </pc:spChg>
        <pc:spChg chg="mod">
          <ac:chgData name="Yamazaki, Toru/山崎 亨" userId="8678882f-ae45-4984-8ebe-9da76fd4ffac" providerId="ADAL" clId="{503B1D4B-51E7-4ADD-86BE-FC01D5AEF88C}" dt="2026-05-15T05:29:22.787" v="3161"/>
          <ac:spMkLst>
            <pc:docMk/>
            <pc:sldMk cId="2781975561" sldId="335"/>
            <ac:spMk id="15" creationId="{C9E278E5-8808-C56B-3BB8-CE78E71768A2}"/>
          </ac:spMkLst>
        </pc:spChg>
        <pc:spChg chg="mod">
          <ac:chgData name="Yamazaki, Toru/山崎 亨" userId="8678882f-ae45-4984-8ebe-9da76fd4ffac" providerId="ADAL" clId="{503B1D4B-51E7-4ADD-86BE-FC01D5AEF88C}" dt="2026-05-15T05:29:28.493" v="3163"/>
          <ac:spMkLst>
            <pc:docMk/>
            <pc:sldMk cId="2781975561" sldId="335"/>
            <ac:spMk id="22" creationId="{4023E5A5-B5F0-5C11-48F2-11D9FD676245}"/>
          </ac:spMkLst>
        </pc:spChg>
        <pc:spChg chg="mod">
          <ac:chgData name="Yamazaki, Toru/山崎 亨" userId="8678882f-ae45-4984-8ebe-9da76fd4ffac" providerId="ADAL" clId="{503B1D4B-51E7-4ADD-86BE-FC01D5AEF88C}" dt="2026-05-14T05:36:16.245" v="2655" actId="20577"/>
          <ac:spMkLst>
            <pc:docMk/>
            <pc:sldMk cId="2781975561" sldId="335"/>
            <ac:spMk id="30" creationId="{B7210174-F772-BD8F-B7C1-492628AC85DE}"/>
          </ac:spMkLst>
        </pc:spChg>
        <pc:spChg chg="add mod">
          <ac:chgData name="Yamazaki, Toru/山崎 亨" userId="8678882f-ae45-4984-8ebe-9da76fd4ffac" providerId="ADAL" clId="{503B1D4B-51E7-4ADD-86BE-FC01D5AEF88C}" dt="2026-05-14T05:35:30.495" v="2563" actId="14100"/>
          <ac:spMkLst>
            <pc:docMk/>
            <pc:sldMk cId="2781975561" sldId="335"/>
            <ac:spMk id="148" creationId="{9CF085EB-3048-6BE3-B19E-17FFE14B065D}"/>
          </ac:spMkLst>
        </pc:spChg>
        <pc:spChg chg="add mod">
          <ac:chgData name="Yamazaki, Toru/山崎 亨" userId="8678882f-ae45-4984-8ebe-9da76fd4ffac" providerId="ADAL" clId="{503B1D4B-51E7-4ADD-86BE-FC01D5AEF88C}" dt="2026-05-14T05:35:28.509" v="2562" actId="14100"/>
          <ac:spMkLst>
            <pc:docMk/>
            <pc:sldMk cId="2781975561" sldId="335"/>
            <ac:spMk id="149" creationId="{DCE3B423-2369-D4C8-1334-1DC8097F44B9}"/>
          </ac:spMkLst>
        </pc:spChg>
        <pc:grpChg chg="add mod">
          <ac:chgData name="Yamazaki, Toru/山崎 亨" userId="8678882f-ae45-4984-8ebe-9da76fd4ffac" providerId="ADAL" clId="{503B1D4B-51E7-4ADD-86BE-FC01D5AEF88C}" dt="2026-05-15T05:29:37.555" v="3165" actId="1076"/>
          <ac:grpSpMkLst>
            <pc:docMk/>
            <pc:sldMk cId="2781975561" sldId="335"/>
            <ac:grpSpMk id="6" creationId="{30F14BAB-73BE-653F-0928-7D28B184EDC7}"/>
          </ac:grpSpMkLst>
        </pc:grpChg>
        <pc:grpChg chg="add mod">
          <ac:chgData name="Yamazaki, Toru/山崎 亨" userId="8678882f-ae45-4984-8ebe-9da76fd4ffac" providerId="ADAL" clId="{503B1D4B-51E7-4ADD-86BE-FC01D5AEF88C}" dt="2026-05-15T05:29:27.918" v="3162" actId="1076"/>
          <ac:grpSpMkLst>
            <pc:docMk/>
            <pc:sldMk cId="2781975561" sldId="335"/>
            <ac:grpSpMk id="14" creationId="{615CF9F0-3DCC-77B6-14B2-1DE3C581294C}"/>
          </ac:grpSpMkLst>
        </pc:grpChg>
        <pc:grpChg chg="add mod">
          <ac:chgData name="Yamazaki, Toru/山崎 亨" userId="8678882f-ae45-4984-8ebe-9da76fd4ffac" providerId="ADAL" clId="{503B1D4B-51E7-4ADD-86BE-FC01D5AEF88C}" dt="2026-05-15T05:29:32.161" v="3164" actId="1076"/>
          <ac:grpSpMkLst>
            <pc:docMk/>
            <pc:sldMk cId="2781975561" sldId="335"/>
            <ac:grpSpMk id="21" creationId="{7EE10B92-AED7-4FB2-01C5-184D583E945B}"/>
          </ac:grpSpMkLst>
        </pc:grpChg>
        <pc:graphicFrameChg chg="add mod modGraphic">
          <ac:chgData name="Yamazaki, Toru/山崎 亨" userId="8678882f-ae45-4984-8ebe-9da76fd4ffac" providerId="ADAL" clId="{503B1D4B-51E7-4ADD-86BE-FC01D5AEF88C}" dt="2026-05-14T05:37:08.468" v="2656" actId="1076"/>
          <ac:graphicFrameMkLst>
            <pc:docMk/>
            <pc:sldMk cId="2781975561" sldId="335"/>
            <ac:graphicFrameMk id="147" creationId="{A8766D0C-51C7-8EFF-8DA4-59979C09296C}"/>
          </ac:graphicFrameMkLst>
        </pc:graphicFrameChg>
        <pc:picChg chg="add mod">
          <ac:chgData name="Yamazaki, Toru/山崎 亨" userId="8678882f-ae45-4984-8ebe-9da76fd4ffac" providerId="ADAL" clId="{503B1D4B-51E7-4ADD-86BE-FC01D5AEF88C}" dt="2026-05-14T05:26:09.237" v="1894" actId="1076"/>
          <ac:picMkLst>
            <pc:docMk/>
            <pc:sldMk cId="2781975561" sldId="335"/>
            <ac:picMk id="1026" creationId="{BCA048E9-157F-F2EC-C2AC-F13DDDE14EEF}"/>
          </ac:picMkLst>
        </pc:picChg>
        <pc:cxnChg chg="mod">
          <ac:chgData name="Yamazaki, Toru/山崎 亨" userId="8678882f-ae45-4984-8ebe-9da76fd4ffac" providerId="ADAL" clId="{503B1D4B-51E7-4ADD-86BE-FC01D5AEF88C}" dt="2026-05-15T05:29:22.787" v="3161"/>
          <ac:cxnSpMkLst>
            <pc:docMk/>
            <pc:sldMk cId="2781975561" sldId="335"/>
            <ac:cxnSpMk id="9" creationId="{3C770B87-4798-5478-9E6C-F195F6C3BE2E}"/>
          </ac:cxnSpMkLst>
        </pc:cxnChg>
        <pc:cxnChg chg="mod">
          <ac:chgData name="Yamazaki, Toru/山崎 亨" userId="8678882f-ae45-4984-8ebe-9da76fd4ffac" providerId="ADAL" clId="{503B1D4B-51E7-4ADD-86BE-FC01D5AEF88C}" dt="2026-05-15T05:29:22.787" v="3161"/>
          <ac:cxnSpMkLst>
            <pc:docMk/>
            <pc:sldMk cId="2781975561" sldId="335"/>
            <ac:cxnSpMk id="10" creationId="{0523A8BD-D02A-842D-72DE-00B2CD21D786}"/>
          </ac:cxnSpMkLst>
        </pc:cxnChg>
        <pc:cxnChg chg="mod">
          <ac:chgData name="Yamazaki, Toru/山崎 亨" userId="8678882f-ae45-4984-8ebe-9da76fd4ffac" providerId="ADAL" clId="{503B1D4B-51E7-4ADD-86BE-FC01D5AEF88C}" dt="2026-05-15T05:29:22.787" v="3161"/>
          <ac:cxnSpMkLst>
            <pc:docMk/>
            <pc:sldMk cId="2781975561" sldId="335"/>
            <ac:cxnSpMk id="12" creationId="{CA93127C-B705-E938-3004-91BF2B759CFA}"/>
          </ac:cxnSpMkLst>
        </pc:cxnChg>
        <pc:cxnChg chg="mod">
          <ac:chgData name="Yamazaki, Toru/山崎 亨" userId="8678882f-ae45-4984-8ebe-9da76fd4ffac" providerId="ADAL" clId="{503B1D4B-51E7-4ADD-86BE-FC01D5AEF88C}" dt="2026-05-15T05:29:22.787" v="3161"/>
          <ac:cxnSpMkLst>
            <pc:docMk/>
            <pc:sldMk cId="2781975561" sldId="335"/>
            <ac:cxnSpMk id="17" creationId="{4E115C01-CB4B-1D8A-A426-C449B15D7969}"/>
          </ac:cxnSpMkLst>
        </pc:cxnChg>
        <pc:cxnChg chg="mod">
          <ac:chgData name="Yamazaki, Toru/山崎 亨" userId="8678882f-ae45-4984-8ebe-9da76fd4ffac" providerId="ADAL" clId="{503B1D4B-51E7-4ADD-86BE-FC01D5AEF88C}" dt="2026-05-15T05:29:22.787" v="3161"/>
          <ac:cxnSpMkLst>
            <pc:docMk/>
            <pc:sldMk cId="2781975561" sldId="335"/>
            <ac:cxnSpMk id="18" creationId="{E3614266-CC51-75BB-38CC-1CE4A2C2CDF9}"/>
          </ac:cxnSpMkLst>
        </pc:cxnChg>
        <pc:cxnChg chg="mod">
          <ac:chgData name="Yamazaki, Toru/山崎 亨" userId="8678882f-ae45-4984-8ebe-9da76fd4ffac" providerId="ADAL" clId="{503B1D4B-51E7-4ADD-86BE-FC01D5AEF88C}" dt="2026-05-15T05:29:28.493" v="3163"/>
          <ac:cxnSpMkLst>
            <pc:docMk/>
            <pc:sldMk cId="2781975561" sldId="335"/>
            <ac:cxnSpMk id="23" creationId="{FE3E7264-BCDB-4853-63B1-FA63D8756A13}"/>
          </ac:cxnSpMkLst>
        </pc:cxnChg>
        <pc:cxnChg chg="mod">
          <ac:chgData name="Yamazaki, Toru/山崎 亨" userId="8678882f-ae45-4984-8ebe-9da76fd4ffac" providerId="ADAL" clId="{503B1D4B-51E7-4ADD-86BE-FC01D5AEF88C}" dt="2026-05-15T05:29:28.493" v="3163"/>
          <ac:cxnSpMkLst>
            <pc:docMk/>
            <pc:sldMk cId="2781975561" sldId="335"/>
            <ac:cxnSpMk id="24" creationId="{18F8DEFA-6B7A-94A9-BA2F-E5774FC3E7EB}"/>
          </ac:cxnSpMkLst>
        </pc:cxnChg>
        <pc:cxnChg chg="mod">
          <ac:chgData name="Yamazaki, Toru/山崎 亨" userId="8678882f-ae45-4984-8ebe-9da76fd4ffac" providerId="ADAL" clId="{503B1D4B-51E7-4ADD-86BE-FC01D5AEF88C}" dt="2026-05-15T05:29:28.493" v="3163"/>
          <ac:cxnSpMkLst>
            <pc:docMk/>
            <pc:sldMk cId="2781975561" sldId="335"/>
            <ac:cxnSpMk id="25" creationId="{CD48FA66-4D8F-7DA1-552D-B5B8B58159A3}"/>
          </ac:cxnSpMkLst>
        </pc:cxnChg>
        <pc:cxnChg chg="mod">
          <ac:chgData name="Yamazaki, Toru/山崎 亨" userId="8678882f-ae45-4984-8ebe-9da76fd4ffac" providerId="ADAL" clId="{503B1D4B-51E7-4ADD-86BE-FC01D5AEF88C}" dt="2026-05-15T05:29:28.493" v="3163"/>
          <ac:cxnSpMkLst>
            <pc:docMk/>
            <pc:sldMk cId="2781975561" sldId="335"/>
            <ac:cxnSpMk id="26" creationId="{08E6C126-4A2D-F39E-E314-C7F59DD2B30A}"/>
          </ac:cxnSpMkLst>
        </pc:cxnChg>
        <pc:cxnChg chg="mod">
          <ac:chgData name="Yamazaki, Toru/山崎 亨" userId="8678882f-ae45-4984-8ebe-9da76fd4ffac" providerId="ADAL" clId="{503B1D4B-51E7-4ADD-86BE-FC01D5AEF88C}" dt="2026-05-15T05:29:28.493" v="3163"/>
          <ac:cxnSpMkLst>
            <pc:docMk/>
            <pc:sldMk cId="2781975561" sldId="335"/>
            <ac:cxnSpMk id="27" creationId="{C8D31945-F797-909C-08F2-7B99AC7FD742}"/>
          </ac:cxnSpMkLst>
        </pc:cxnChg>
      </pc:sldChg>
      <pc:sldChg chg="add del">
        <pc:chgData name="Yamazaki, Toru/山崎 亨" userId="8678882f-ae45-4984-8ebe-9da76fd4ffac" providerId="ADAL" clId="{503B1D4B-51E7-4ADD-86BE-FC01D5AEF88C}" dt="2026-05-14T05:20:40.210" v="1576"/>
        <pc:sldMkLst>
          <pc:docMk/>
          <pc:sldMk cId="1496529328" sldId="336"/>
        </pc:sldMkLst>
      </pc:sldChg>
      <pc:sldChg chg="delSp modSp add mod modShow">
        <pc:chgData name="Yamazaki, Toru/山崎 亨" userId="8678882f-ae45-4984-8ebe-9da76fd4ffac" providerId="ADAL" clId="{503B1D4B-51E7-4ADD-86BE-FC01D5AEF88C}" dt="2026-05-22T07:01:42.208" v="5407" actId="478"/>
        <pc:sldMkLst>
          <pc:docMk/>
          <pc:sldMk cId="1498497003" sldId="336"/>
        </pc:sldMkLst>
        <pc:spChg chg="mod">
          <ac:chgData name="Yamazaki, Toru/山崎 亨" userId="8678882f-ae45-4984-8ebe-9da76fd4ffac" providerId="ADAL" clId="{503B1D4B-51E7-4ADD-86BE-FC01D5AEF88C}" dt="2026-05-22T05:50:04.560" v="5402"/>
          <ac:spMkLst>
            <pc:docMk/>
            <pc:sldMk cId="1498497003" sldId="336"/>
            <ac:spMk id="2" creationId="{043E131F-D349-BFF0-43C1-3FBD98CB504A}"/>
          </ac:spMkLst>
        </pc:spChg>
        <pc:spChg chg="del">
          <ac:chgData name="Yamazaki, Toru/山崎 亨" userId="8678882f-ae45-4984-8ebe-9da76fd4ffac" providerId="ADAL" clId="{503B1D4B-51E7-4ADD-86BE-FC01D5AEF88C}" dt="2026-05-22T05:49:38.493" v="5378" actId="478"/>
          <ac:spMkLst>
            <pc:docMk/>
            <pc:sldMk cId="1498497003" sldId="336"/>
            <ac:spMk id="40" creationId="{393500B0-1EE8-C8CC-6DF4-608D7ACB3D2F}"/>
          </ac:spMkLst>
        </pc:spChg>
        <pc:spChg chg="del">
          <ac:chgData name="Yamazaki, Toru/山崎 亨" userId="8678882f-ae45-4984-8ebe-9da76fd4ffac" providerId="ADAL" clId="{503B1D4B-51E7-4ADD-86BE-FC01D5AEF88C}" dt="2026-05-22T07:01:42.208" v="5407" actId="478"/>
          <ac:spMkLst>
            <pc:docMk/>
            <pc:sldMk cId="1498497003" sldId="336"/>
            <ac:spMk id="57" creationId="{F3DA4665-EE09-80E0-7F2A-90D944FC609A}"/>
          </ac:spMkLst>
        </pc:spChg>
        <pc:graphicFrameChg chg="mod modGraphic">
          <ac:chgData name="Yamazaki, Toru/山崎 亨" userId="8678882f-ae45-4984-8ebe-9da76fd4ffac" providerId="ADAL" clId="{503B1D4B-51E7-4ADD-86BE-FC01D5AEF88C}" dt="2026-05-22T05:49:49.044" v="5389" actId="1076"/>
          <ac:graphicFrameMkLst>
            <pc:docMk/>
            <pc:sldMk cId="1498497003" sldId="336"/>
            <ac:graphicFrameMk id="45" creationId="{21C505BE-4454-92E0-7850-4BCA715B4ADF}"/>
          </ac:graphicFrameMkLst>
        </pc:graphicFrameChg>
        <pc:cxnChg chg="del mod">
          <ac:chgData name="Yamazaki, Toru/山崎 亨" userId="8678882f-ae45-4984-8ebe-9da76fd4ffac" providerId="ADAL" clId="{503B1D4B-51E7-4ADD-86BE-FC01D5AEF88C}" dt="2026-05-22T05:49:38.493" v="5378" actId="478"/>
          <ac:cxnSpMkLst>
            <pc:docMk/>
            <pc:sldMk cId="1498497003" sldId="336"/>
            <ac:cxnSpMk id="41" creationId="{FC873051-6522-6861-A5F8-C1E85AEFE014}"/>
          </ac:cxnSpMkLst>
        </pc:cxnChg>
        <pc:cxnChg chg="del mod">
          <ac:chgData name="Yamazaki, Toru/山崎 亨" userId="8678882f-ae45-4984-8ebe-9da76fd4ffac" providerId="ADAL" clId="{503B1D4B-51E7-4ADD-86BE-FC01D5AEF88C}" dt="2026-05-22T05:49:38.493" v="5378" actId="478"/>
          <ac:cxnSpMkLst>
            <pc:docMk/>
            <pc:sldMk cId="1498497003" sldId="336"/>
            <ac:cxnSpMk id="46" creationId="{01F49831-3777-D946-AF47-25764B9E95E9}"/>
          </ac:cxnSpMkLst>
        </pc:cxnChg>
        <pc:cxnChg chg="del mod">
          <ac:chgData name="Yamazaki, Toru/山崎 亨" userId="8678882f-ae45-4984-8ebe-9da76fd4ffac" providerId="ADAL" clId="{503B1D4B-51E7-4ADD-86BE-FC01D5AEF88C}" dt="2026-05-22T05:49:38.493" v="5378" actId="478"/>
          <ac:cxnSpMkLst>
            <pc:docMk/>
            <pc:sldMk cId="1498497003" sldId="336"/>
            <ac:cxnSpMk id="49" creationId="{45DD6B03-1F3A-8AA1-F143-C429A5D4111D}"/>
          </ac:cxnSpMkLst>
        </pc:cxnChg>
      </pc:sldChg>
    </pc:docChg>
  </pc:docChgLst>
  <pc:docChgLst>
    <pc:chgData name="Yamazaki, Toru/山崎 亨" userId="8678882f-ae45-4984-8ebe-9da76fd4ffac" providerId="ADAL" clId="{F405881C-66E0-4FAF-8318-BC8410386E50}"/>
    <pc:docChg chg="undo custSel modSld">
      <pc:chgData name="Yamazaki, Toru/山崎 亨" userId="8678882f-ae45-4984-8ebe-9da76fd4ffac" providerId="ADAL" clId="{F405881C-66E0-4FAF-8318-BC8410386E50}" dt="2026-05-18T02:23:58.115" v="178" actId="1076"/>
      <pc:docMkLst>
        <pc:docMk/>
      </pc:docMkLst>
      <pc:sldChg chg="modSp mod">
        <pc:chgData name="Yamazaki, Toru/山崎 亨" userId="8678882f-ae45-4984-8ebe-9da76fd4ffac" providerId="ADAL" clId="{F405881C-66E0-4FAF-8318-BC8410386E50}" dt="2026-05-18T02:21:30.917" v="142" actId="14100"/>
        <pc:sldMkLst>
          <pc:docMk/>
          <pc:sldMk cId="992934671" sldId="325"/>
        </pc:sldMkLst>
        <pc:spChg chg="mod">
          <ac:chgData name="Yamazaki, Toru/山崎 亨" userId="8678882f-ae45-4984-8ebe-9da76fd4ffac" providerId="ADAL" clId="{F405881C-66E0-4FAF-8318-BC8410386E50}" dt="2026-05-18T02:21:21.724" v="140" actId="14100"/>
          <ac:spMkLst>
            <pc:docMk/>
            <pc:sldMk cId="992934671" sldId="325"/>
            <ac:spMk id="30" creationId="{6F58635D-3CB6-0669-69BE-A055CB5B518F}"/>
          </ac:spMkLst>
        </pc:spChg>
        <pc:spChg chg="mod">
          <ac:chgData name="Yamazaki, Toru/山崎 亨" userId="8678882f-ae45-4984-8ebe-9da76fd4ffac" providerId="ADAL" clId="{F405881C-66E0-4FAF-8318-BC8410386E50}" dt="2026-05-18T02:21:26.006" v="141" actId="1076"/>
          <ac:spMkLst>
            <pc:docMk/>
            <pc:sldMk cId="992934671" sldId="325"/>
            <ac:spMk id="42" creationId="{53BC5159-1675-E2EF-4767-6BA529C1DDC0}"/>
          </ac:spMkLst>
        </pc:spChg>
      </pc:sldChg>
      <pc:sldChg chg="modSp mod">
        <pc:chgData name="Yamazaki, Toru/山崎 亨" userId="8678882f-ae45-4984-8ebe-9da76fd4ffac" providerId="ADAL" clId="{F405881C-66E0-4FAF-8318-BC8410386E50}" dt="2026-05-18T02:08:41.222" v="44" actId="20577"/>
        <pc:sldMkLst>
          <pc:docMk/>
          <pc:sldMk cId="715570031" sldId="328"/>
        </pc:sldMkLst>
        <pc:spChg chg="mod">
          <ac:chgData name="Yamazaki, Toru/山崎 亨" userId="8678882f-ae45-4984-8ebe-9da76fd4ffac" providerId="ADAL" clId="{F405881C-66E0-4FAF-8318-BC8410386E50}" dt="2026-05-18T02:08:41.222" v="44" actId="20577"/>
          <ac:spMkLst>
            <pc:docMk/>
            <pc:sldMk cId="715570031" sldId="328"/>
            <ac:spMk id="65" creationId="{E9057F6E-F981-18D0-1935-8C1D73C2B314}"/>
          </ac:spMkLst>
        </pc:spChg>
        <pc:picChg chg="mod">
          <ac:chgData name="Yamazaki, Toru/山崎 亨" userId="8678882f-ae45-4984-8ebe-9da76fd4ffac" providerId="ADAL" clId="{F405881C-66E0-4FAF-8318-BC8410386E50}" dt="2026-05-18T02:07:25.312" v="1" actId="1076"/>
          <ac:picMkLst>
            <pc:docMk/>
            <pc:sldMk cId="715570031" sldId="328"/>
            <ac:picMk id="25" creationId="{37FDDA37-03E3-CB94-C281-F0ECDA0054D5}"/>
          </ac:picMkLst>
        </pc:picChg>
      </pc:sldChg>
      <pc:sldChg chg="modSp mod">
        <pc:chgData name="Yamazaki, Toru/山崎 亨" userId="8678882f-ae45-4984-8ebe-9da76fd4ffac" providerId="ADAL" clId="{F405881C-66E0-4FAF-8318-BC8410386E50}" dt="2026-05-18T02:12:17.641" v="137" actId="20577"/>
        <pc:sldMkLst>
          <pc:docMk/>
          <pc:sldMk cId="1424896098" sldId="331"/>
        </pc:sldMkLst>
        <pc:spChg chg="mod">
          <ac:chgData name="Yamazaki, Toru/山崎 亨" userId="8678882f-ae45-4984-8ebe-9da76fd4ffac" providerId="ADAL" clId="{F405881C-66E0-4FAF-8318-BC8410386E50}" dt="2026-05-18T02:12:17.641" v="137" actId="20577"/>
          <ac:spMkLst>
            <pc:docMk/>
            <pc:sldMk cId="1424896098" sldId="331"/>
            <ac:spMk id="50" creationId="{557C6B01-192F-C1D0-CDC9-A68BD02D3D61}"/>
          </ac:spMkLst>
        </pc:spChg>
      </pc:sldChg>
      <pc:sldChg chg="modSp mod">
        <pc:chgData name="Yamazaki, Toru/山崎 亨" userId="8678882f-ae45-4984-8ebe-9da76fd4ffac" providerId="ADAL" clId="{F405881C-66E0-4FAF-8318-BC8410386E50}" dt="2026-05-18T02:23:08.784" v="149" actId="20577"/>
        <pc:sldMkLst>
          <pc:docMk/>
          <pc:sldMk cId="4059953711" sldId="333"/>
        </pc:sldMkLst>
        <pc:graphicFrameChg chg="modGraphic">
          <ac:chgData name="Yamazaki, Toru/山崎 亨" userId="8678882f-ae45-4984-8ebe-9da76fd4ffac" providerId="ADAL" clId="{F405881C-66E0-4FAF-8318-BC8410386E50}" dt="2026-05-18T02:23:08.784" v="149" actId="20577"/>
          <ac:graphicFrameMkLst>
            <pc:docMk/>
            <pc:sldMk cId="4059953711" sldId="333"/>
            <ac:graphicFrameMk id="5" creationId="{451BF215-A27E-90F8-8593-26AF47F97E71}"/>
          </ac:graphicFrameMkLst>
        </pc:graphicFrameChg>
      </pc:sldChg>
      <pc:sldChg chg="addSp modSp mod">
        <pc:chgData name="Yamazaki, Toru/山崎 亨" userId="8678882f-ae45-4984-8ebe-9da76fd4ffac" providerId="ADAL" clId="{F405881C-66E0-4FAF-8318-BC8410386E50}" dt="2026-05-18T02:23:58.115" v="178" actId="1076"/>
        <pc:sldMkLst>
          <pc:docMk/>
          <pc:sldMk cId="4273441607" sldId="33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000A-6728-4A8A-96BA-48D2535C4FB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E49D2-32B0-4F92-B108-A43C78797A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1556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C874-199D-4E8B-9316-9FD9A5E68AD7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9FA51-E1E4-46A5-88C8-08616774F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6780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9FA51-E1E4-46A5-88C8-08616774FB04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7049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C6A16-2E1C-B31C-C749-FD5908528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A93BD73-F589-AC25-910E-3A0C77517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A9E30AE-E064-C93E-B892-0B30E0D86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44765-0779-C1D8-1F1F-9C6937F96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9FA51-E1E4-46A5-88C8-08616774FB04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377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B8E7-388E-154D-0BA7-E93ACC90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1F7B721-056D-F090-E759-3A7007B98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47D734E-BC4F-B58B-9DE9-E971CED71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C3D0B5-820C-E039-B979-52C0FCE20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9FA51-E1E4-46A5-88C8-08616774FB04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33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 userDrawn="1"/>
        </p:nvSpPr>
        <p:spPr>
          <a:xfrm>
            <a:off x="11687908" y="6512081"/>
            <a:ext cx="504092" cy="347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135286" y="145142"/>
            <a:ext cx="11916000" cy="6596226"/>
          </a:xfrm>
          <a:prstGeom prst="rect">
            <a:avLst/>
          </a:prstGeom>
          <a:noFill/>
          <a:ln w="1905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7" name="Picture 10" descr="https://deshare.d-cruise.tns.ne.jp/sites/tdctemp/99Temporary/【仮置】総務部_3社統合関係（D社会）_社内限/会社ロゴ（素材）/09_MARK_PatternD/JPG/4C/MARK_PatternD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800" y="360000"/>
            <a:ext cx="1005507" cy="1247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/>
          <p:cNvSpPr txBox="1"/>
          <p:nvPr userDrawn="1"/>
        </p:nvSpPr>
        <p:spPr>
          <a:xfrm>
            <a:off x="142906" y="6512082"/>
            <a:ext cx="38213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ⒸTOYOTA SYSTEMS CORPORATION All Rights Reserved.</a:t>
            </a:r>
            <a:endParaRPr kumimoji="1" lang="ja-JP" altLang="en-US" sz="900"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3300" y="2283170"/>
            <a:ext cx="5400000" cy="2307881"/>
          </a:xfrm>
          <a:prstGeom prst="rect">
            <a:avLst/>
          </a:prstGeom>
          <a:solidFill>
            <a:srgbClr val="EA4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cxnSp>
        <p:nvCxnSpPr>
          <p:cNvPr id="12" name="直線コネクタ 11"/>
          <p:cNvCxnSpPr/>
          <p:nvPr userDrawn="1"/>
        </p:nvCxnSpPr>
        <p:spPr>
          <a:xfrm>
            <a:off x="395413" y="2369150"/>
            <a:ext cx="0" cy="21197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08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 txBox="1"/>
          <p:nvPr userDrawn="1"/>
        </p:nvSpPr>
        <p:spPr>
          <a:xfrm>
            <a:off x="142906" y="6512082"/>
            <a:ext cx="38213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ⒸTOYOTA SYSTEMS CORPORATION All Rights Reserved.</a:t>
            </a:r>
            <a:endParaRPr kumimoji="1" lang="ja-JP" altLang="en-US" sz="900"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0"/>
            <a:ext cx="6408000" cy="900000"/>
          </a:xfrm>
          <a:prstGeom prst="rect">
            <a:avLst/>
          </a:prstGeom>
          <a:solidFill>
            <a:srgbClr val="EA4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cxnSp>
        <p:nvCxnSpPr>
          <p:cNvPr id="12" name="直線コネクタ 11"/>
          <p:cNvCxnSpPr/>
          <p:nvPr userDrawn="1"/>
        </p:nvCxnSpPr>
        <p:spPr>
          <a:xfrm>
            <a:off x="162000" y="165599"/>
            <a:ext cx="0" cy="61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226724" y="208954"/>
            <a:ext cx="5954551" cy="482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  <a:latin typeface="+mj-lt"/>
                <a:ea typeface="Meiryo UI" panose="020B0604030504040204" pitchFamily="50" charset="-128"/>
                <a:cs typeface="Helvetica" panose="020B0604020202020204" pitchFamily="34" charset="0"/>
              </a:defRPr>
            </a:lvl1pPr>
          </a:lstStyle>
          <a:p>
            <a:pPr lvl="0"/>
            <a:r>
              <a:rPr kumimoji="1" lang="en-US" altLang="ja-JP"/>
              <a:t>Presentation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1213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予告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2" y="2565104"/>
            <a:ext cx="11519877" cy="18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1" baseline="0">
                <a:solidFill>
                  <a:srgbClr val="FE56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予告タイトル</a:t>
            </a:r>
          </a:p>
        </p:txBody>
      </p:sp>
      <p:sp>
        <p:nvSpPr>
          <p:cNvPr id="6" name="テキスト ボックス 5"/>
          <p:cNvSpPr txBox="1"/>
          <p:nvPr userDrawn="1"/>
        </p:nvSpPr>
        <p:spPr>
          <a:xfrm>
            <a:off x="142906" y="6512082"/>
            <a:ext cx="38213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ⒸTOYOTA SYSTEMS CORPORATION All Rights Reserved.</a:t>
            </a:r>
            <a:endParaRPr kumimoji="1" lang="ja-JP" altLang="en-US" sz="900"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94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142906" y="145142"/>
            <a:ext cx="11906188" cy="659622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3" name="正方形/長方形 2"/>
          <p:cNvSpPr/>
          <p:nvPr userDrawn="1"/>
        </p:nvSpPr>
        <p:spPr>
          <a:xfrm>
            <a:off x="11616471" y="6499018"/>
            <a:ext cx="576000" cy="360000"/>
          </a:xfrm>
          <a:prstGeom prst="rect">
            <a:avLst/>
          </a:prstGeom>
          <a:solidFill>
            <a:srgbClr val="EA4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172C9ED8-B6F1-4FB4-AA39-F51246905724}" type="slidenum">
              <a:rPr kumimoji="1" lang="en-US" altLang="ja-JP" sz="1400" b="1" smtClean="0">
                <a:latin typeface="+mj-ea"/>
                <a:ea typeface="+mj-ea"/>
              </a:rPr>
              <a:t>‹#›</a:t>
            </a:fld>
            <a:endParaRPr kumimoji="1" lang="ja-JP" altLang="en-US" sz="14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6870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466149" y="2466370"/>
            <a:ext cx="4982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>
                <a:solidFill>
                  <a:schemeClr val="bg1"/>
                </a:solidFill>
              </a:rPr>
              <a:t>PDSX </a:t>
            </a:r>
            <a:r>
              <a:rPr lang="ja-JP" altLang="en-US" sz="3200" b="1">
                <a:solidFill>
                  <a:schemeClr val="bg1"/>
                </a:solidFill>
              </a:rPr>
              <a:t>「設計情報流通の</a:t>
            </a:r>
            <a:endParaRPr lang="en-US" altLang="ja-JP" sz="3200" b="1">
              <a:solidFill>
                <a:schemeClr val="bg1"/>
              </a:solidFill>
            </a:endParaRPr>
          </a:p>
          <a:p>
            <a:r>
              <a:rPr lang="ja-JP" altLang="en-US" sz="3200" b="1">
                <a:solidFill>
                  <a:schemeClr val="bg1"/>
                </a:solidFill>
              </a:rPr>
              <a:t>開発環境検討と構築支援</a:t>
            </a:r>
            <a:r>
              <a:rPr lang="en-US" altLang="ja-JP" sz="3200" b="1">
                <a:solidFill>
                  <a:schemeClr val="bg1"/>
                </a:solidFill>
              </a:rPr>
              <a:t>(‘26</a:t>
            </a:r>
            <a:r>
              <a:rPr lang="ja-JP" altLang="en-US" sz="3200" b="1">
                <a:solidFill>
                  <a:schemeClr val="bg1"/>
                </a:solidFill>
              </a:rPr>
              <a:t>年</a:t>
            </a:r>
            <a:r>
              <a:rPr lang="en-US" altLang="ja-JP" sz="3200" b="1">
                <a:solidFill>
                  <a:schemeClr val="bg1"/>
                </a:solidFill>
              </a:rPr>
              <a:t>7-9</a:t>
            </a:r>
            <a:r>
              <a:rPr lang="ja-JP" altLang="en-US" sz="3200" b="1">
                <a:solidFill>
                  <a:schemeClr val="bg1"/>
                </a:solidFill>
              </a:rPr>
              <a:t>月</a:t>
            </a:r>
            <a:r>
              <a:rPr lang="en-US" altLang="ja-JP" sz="3200" b="1">
                <a:solidFill>
                  <a:schemeClr val="bg1"/>
                </a:solidFill>
              </a:rPr>
              <a:t>)</a:t>
            </a:r>
            <a:r>
              <a:rPr lang="ja-JP" altLang="en-US" sz="3200" b="1">
                <a:solidFill>
                  <a:schemeClr val="bg1"/>
                </a:solidFill>
              </a:rPr>
              <a:t>」　</a:t>
            </a:r>
            <a:endParaRPr lang="en-US" altLang="ja-JP" sz="3200" b="1">
              <a:solidFill>
                <a:schemeClr val="bg1"/>
              </a:solidFill>
            </a:endParaRPr>
          </a:p>
          <a:p>
            <a:r>
              <a:rPr lang="ja-JP" altLang="en-US" sz="3200" b="1">
                <a:solidFill>
                  <a:schemeClr val="bg1"/>
                </a:solidFill>
              </a:rPr>
              <a:t>決裁説明資料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12" y="398313"/>
            <a:ext cx="996338" cy="973286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6041162" y="5169931"/>
            <a:ext cx="579517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3200" b="1"/>
              <a:t>2026/5/27</a:t>
            </a:r>
          </a:p>
          <a:p>
            <a:pPr algn="r"/>
            <a:r>
              <a:rPr lang="ja-JP" altLang="en-US" sz="3200" b="1"/>
              <a:t>電子プロセス改革</a:t>
            </a:r>
            <a:r>
              <a:rPr kumimoji="1" lang="ja-JP" altLang="en-US" sz="3200" b="1"/>
              <a:t>部　現場変革</a:t>
            </a:r>
            <a:r>
              <a:rPr kumimoji="1" lang="en-US" altLang="ja-JP" sz="3200" b="1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602805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69F0DD-0860-1147-0698-5F2FE37433D6}"/>
              </a:ext>
            </a:extLst>
          </p:cNvPr>
          <p:cNvSpPr txBox="1"/>
          <p:nvPr/>
        </p:nvSpPr>
        <p:spPr>
          <a:xfrm>
            <a:off x="493059" y="1030941"/>
            <a:ext cx="2929007" cy="3241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800"/>
              <a:t>活動背景</a:t>
            </a:r>
            <a:endParaRPr lang="en-US" altLang="ja-JP" sz="28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2800"/>
              <a:t>全体スケジュール</a:t>
            </a:r>
            <a:endParaRPr kumimoji="1" lang="en-US" altLang="ja-JP" sz="28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2800"/>
              <a:t>活動</a:t>
            </a:r>
            <a:r>
              <a:rPr lang="ja-JP" altLang="en-US" sz="2800"/>
              <a:t>内容</a:t>
            </a:r>
            <a:endParaRPr lang="en-US" altLang="ja-JP" sz="280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2800"/>
              <a:t>体制</a:t>
            </a:r>
            <a:endParaRPr lang="en-US" altLang="ja-JP" sz="28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800"/>
              <a:t>費用・契約内容</a:t>
            </a:r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3118196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１．活動背景</a:t>
            </a:r>
            <a:endParaRPr kumimoji="1" lang="ja-JP" altLang="en-US"/>
          </a:p>
        </p:txBody>
      </p:sp>
      <p:pic>
        <p:nvPicPr>
          <p:cNvPr id="29" name="図 28" descr="カレンダー が含まれている画像&#10;&#10;自動的に生成された説明">
            <a:extLst>
              <a:ext uri="{FF2B5EF4-FFF2-40B4-BE49-F238E27FC236}">
                <a16:creationId xmlns:a16="http://schemas.microsoft.com/office/drawing/2014/main" id="{B6EAEE78-1FA0-D7B9-47FB-F2DD0A78B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39" y="3230592"/>
            <a:ext cx="3960108" cy="2227560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FC5C3B7-0CB4-A62B-5D28-D8C7DACBBA30}"/>
              </a:ext>
            </a:extLst>
          </p:cNvPr>
          <p:cNvSpPr txBox="1"/>
          <p:nvPr/>
        </p:nvSpPr>
        <p:spPr>
          <a:xfrm>
            <a:off x="123698" y="959669"/>
            <a:ext cx="117038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PDSX</a:t>
            </a:r>
            <a:r>
              <a:rPr lang="ja-JP" altLang="en-US"/>
              <a:t>では、</a:t>
            </a:r>
            <a:r>
              <a:rPr kumimoji="1" lang="ja-JP" altLang="en-US" b="1"/>
              <a:t>コーポレート一気通貫</a:t>
            </a:r>
            <a:r>
              <a:rPr kumimoji="1" lang="en-US" altLang="ja-JP" b="1"/>
              <a:t>DX</a:t>
            </a:r>
            <a:r>
              <a:rPr lang="ja-JP" altLang="en-US"/>
              <a:t>を</a:t>
            </a:r>
            <a:r>
              <a:rPr kumimoji="1" lang="ja-JP" altLang="en-US"/>
              <a:t>重点テーマとし、以下活動を推進。</a:t>
            </a:r>
            <a:endParaRPr kumimoji="1" lang="en-US" altLang="ja-JP"/>
          </a:p>
          <a:p>
            <a:endParaRPr kumimoji="1" lang="en-US" altLang="ja-JP"/>
          </a:p>
          <a:p>
            <a:r>
              <a:rPr lang="ja-JP" altLang="en-US"/>
              <a:t>①</a:t>
            </a:r>
            <a:r>
              <a:rPr lang="ja-JP" altLang="en-US" b="1"/>
              <a:t>制御仕様書</a:t>
            </a:r>
            <a:r>
              <a:rPr lang="en-US" altLang="ja-JP" b="1"/>
              <a:t>OMUSVI</a:t>
            </a:r>
            <a:r>
              <a:rPr lang="ja-JP" altLang="en-US" b="1"/>
              <a:t>：　</a:t>
            </a:r>
            <a:r>
              <a:rPr kumimoji="1" lang="en-US" altLang="ja-JP"/>
              <a:t>OMUSVI</a:t>
            </a:r>
            <a:r>
              <a:rPr kumimoji="1" lang="ja-JP" altLang="en-US"/>
              <a:t>共通言語化を前提とした業務改革（</a:t>
            </a:r>
            <a:r>
              <a:rPr kumimoji="1" lang="en-US" altLang="ja-JP"/>
              <a:t>2</a:t>
            </a:r>
            <a:r>
              <a:rPr kumimoji="1" lang="ja-JP" altLang="en-US"/>
              <a:t>号車）で、制御仕様書に着目した活動</a:t>
            </a:r>
            <a:r>
              <a:rPr lang="ja-JP" altLang="en-US"/>
              <a:t>が母体</a:t>
            </a:r>
            <a:endParaRPr kumimoji="1" lang="en-US" altLang="ja-JP"/>
          </a:p>
          <a:p>
            <a:r>
              <a:rPr lang="ja-JP" altLang="en-US"/>
              <a:t>②</a:t>
            </a:r>
            <a:r>
              <a:rPr lang="ja-JP" altLang="en-US" b="1"/>
              <a:t>法規認証</a:t>
            </a:r>
            <a:r>
              <a:rPr lang="en-US" altLang="ja-JP" b="1"/>
              <a:t>TPS</a:t>
            </a:r>
            <a:r>
              <a:rPr lang="ja-JP" altLang="en-US" b="1"/>
              <a:t>活動：　</a:t>
            </a:r>
            <a:r>
              <a:rPr lang="en-US" altLang="ja-JP"/>
              <a:t>ADAS</a:t>
            </a:r>
            <a:r>
              <a:rPr lang="ja-JP" altLang="en-US"/>
              <a:t>認証、</a:t>
            </a:r>
            <a:r>
              <a:rPr lang="en-US" altLang="ja-JP"/>
              <a:t>SU</a:t>
            </a:r>
            <a:r>
              <a:rPr lang="ja-JP" altLang="en-US"/>
              <a:t>認証といった、認証プロセスに関する</a:t>
            </a:r>
            <a:r>
              <a:rPr lang="en-US" altLang="ja-JP"/>
              <a:t>TPS</a:t>
            </a:r>
            <a:r>
              <a:rPr lang="ja-JP" altLang="en-US"/>
              <a:t>活動</a:t>
            </a:r>
            <a:endParaRPr lang="en-US" altLang="ja-JP"/>
          </a:p>
          <a:p>
            <a:endParaRPr kumimoji="1" lang="en-US" altLang="ja-JP"/>
          </a:p>
          <a:p>
            <a:r>
              <a:rPr lang="ja-JP" altLang="en-US"/>
              <a:t>どちらも、</a:t>
            </a:r>
            <a:r>
              <a:rPr lang="ja-JP" altLang="en-US" b="1" dirty="0"/>
              <a:t>設計情報がサイロ化</a:t>
            </a:r>
            <a:r>
              <a:rPr lang="ja-JP" altLang="en-US"/>
              <a:t>されて</a:t>
            </a:r>
            <a:r>
              <a:rPr lang="ja-JP" altLang="en-US" dirty="0"/>
              <a:t>おり</a:t>
            </a:r>
            <a:r>
              <a:rPr lang="ja-JP" altLang="en-US"/>
              <a:t>、「</a:t>
            </a:r>
            <a:r>
              <a:rPr lang="ja-JP" altLang="en-US" b="1" dirty="0"/>
              <a:t>収集、読替、転記</a:t>
            </a:r>
            <a:r>
              <a:rPr lang="ja-JP" altLang="en-US"/>
              <a:t>」と</a:t>
            </a:r>
            <a:r>
              <a:rPr lang="ja-JP" altLang="en-US" dirty="0"/>
              <a:t>いった作業により、</a:t>
            </a:r>
            <a:r>
              <a:rPr lang="ja-JP" altLang="en-US" b="1" dirty="0"/>
              <a:t>工数増や品質低</a:t>
            </a:r>
            <a:r>
              <a:rPr lang="ja-JP" altLang="en-US" dirty="0"/>
              <a:t>といった</a:t>
            </a:r>
            <a:r>
              <a:rPr lang="ja-JP" altLang="en-US"/>
              <a:t>共通課題。</a:t>
            </a:r>
            <a:endParaRPr lang="en-US" alt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D1E454-62DA-8E87-34F7-4F0D9260C709}"/>
              </a:ext>
            </a:extLst>
          </p:cNvPr>
          <p:cNvSpPr txBox="1"/>
          <p:nvPr/>
        </p:nvSpPr>
        <p:spPr>
          <a:xfrm>
            <a:off x="226724" y="2803016"/>
            <a:ext cx="1914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/>
              <a:t>【TMC</a:t>
            </a:r>
            <a:r>
              <a:rPr lang="ja-JP" altLang="en-US" sz="1600"/>
              <a:t>提供資料より</a:t>
            </a:r>
            <a:r>
              <a:rPr lang="en-US" altLang="ja-JP" sz="1600"/>
              <a:t>】</a:t>
            </a:r>
            <a:endParaRPr kumimoji="1" lang="en-US" altLang="ja-JP" sz="160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8261CA7-DDAB-4BD9-FA8C-4F5F48C96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554" y="3059103"/>
            <a:ext cx="3970866" cy="222756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2B57D99-1AD7-B1AD-E6F0-2B68C9295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085" y="4219999"/>
            <a:ext cx="3881112" cy="2375508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513AA29-BBCB-6A7C-17EC-31EB2FDB381D}"/>
              </a:ext>
            </a:extLst>
          </p:cNvPr>
          <p:cNvSpPr/>
          <p:nvPr/>
        </p:nvSpPr>
        <p:spPr>
          <a:xfrm>
            <a:off x="8822267" y="271953"/>
            <a:ext cx="3113427" cy="4103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リマインド（</a:t>
            </a:r>
            <a:r>
              <a:rPr kumimoji="1" lang="en-US" altLang="ja-JP" b="1"/>
              <a:t>1Q</a:t>
            </a:r>
            <a:r>
              <a:rPr kumimoji="1" lang="ja-JP" altLang="en-US" b="1"/>
              <a:t>決裁時と同じ）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12716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6E725-3B47-105F-CC46-FCC6CCA2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フローチャート: 処理 30">
            <a:extLst>
              <a:ext uri="{FF2B5EF4-FFF2-40B4-BE49-F238E27FC236}">
                <a16:creationId xmlns:a16="http://schemas.microsoft.com/office/drawing/2014/main" id="{7D27CDF0-2551-D513-5362-0C7D16901C3C}"/>
              </a:ext>
            </a:extLst>
          </p:cNvPr>
          <p:cNvSpPr/>
          <p:nvPr/>
        </p:nvSpPr>
        <p:spPr>
          <a:xfrm>
            <a:off x="6318362" y="2805657"/>
            <a:ext cx="5247103" cy="1139727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フローチャート: 処理 31">
            <a:extLst>
              <a:ext uri="{FF2B5EF4-FFF2-40B4-BE49-F238E27FC236}">
                <a16:creationId xmlns:a16="http://schemas.microsoft.com/office/drawing/2014/main" id="{4CA1711A-E1F3-89F9-B7D4-0148BEDCCA8F}"/>
              </a:ext>
            </a:extLst>
          </p:cNvPr>
          <p:cNvSpPr/>
          <p:nvPr/>
        </p:nvSpPr>
        <p:spPr>
          <a:xfrm>
            <a:off x="6318362" y="4193985"/>
            <a:ext cx="5247103" cy="1139727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フローチャート: 処理 32">
            <a:extLst>
              <a:ext uri="{FF2B5EF4-FFF2-40B4-BE49-F238E27FC236}">
                <a16:creationId xmlns:a16="http://schemas.microsoft.com/office/drawing/2014/main" id="{ED49E7A4-332F-34DB-62F4-8253BB735FE2}"/>
              </a:ext>
            </a:extLst>
          </p:cNvPr>
          <p:cNvSpPr/>
          <p:nvPr/>
        </p:nvSpPr>
        <p:spPr>
          <a:xfrm>
            <a:off x="6318362" y="5489182"/>
            <a:ext cx="5247103" cy="1139727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フローチャート: 処理 28">
            <a:extLst>
              <a:ext uri="{FF2B5EF4-FFF2-40B4-BE49-F238E27FC236}">
                <a16:creationId xmlns:a16="http://schemas.microsoft.com/office/drawing/2014/main" id="{59699568-C0EB-538B-46C2-9ACD6EE83395}"/>
              </a:ext>
            </a:extLst>
          </p:cNvPr>
          <p:cNvSpPr/>
          <p:nvPr/>
        </p:nvSpPr>
        <p:spPr>
          <a:xfrm>
            <a:off x="2774785" y="2593982"/>
            <a:ext cx="1881102" cy="2895200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フローチャート: 処理 27">
            <a:extLst>
              <a:ext uri="{FF2B5EF4-FFF2-40B4-BE49-F238E27FC236}">
                <a16:creationId xmlns:a16="http://schemas.microsoft.com/office/drawing/2014/main" id="{0833E747-9D9B-1697-E2D8-47250A0B6728}"/>
              </a:ext>
            </a:extLst>
          </p:cNvPr>
          <p:cNvSpPr/>
          <p:nvPr/>
        </p:nvSpPr>
        <p:spPr>
          <a:xfrm>
            <a:off x="812417" y="3249225"/>
            <a:ext cx="1754123" cy="1584713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2436A07-15F0-6867-8E0F-BBE8B7FBA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１．活動背景</a:t>
            </a:r>
            <a:r>
              <a:rPr lang="ja-JP" altLang="en-US" sz="1800"/>
              <a:t>（</a:t>
            </a:r>
            <a:r>
              <a:rPr kumimoji="1" lang="ja-JP" altLang="en-US" sz="1800"/>
              <a:t>①</a:t>
            </a:r>
            <a:r>
              <a:rPr lang="ja-JP" altLang="en-US" sz="1800" b="1"/>
              <a:t>制御仕様書</a:t>
            </a:r>
            <a:r>
              <a:rPr lang="en-US" altLang="ja-JP" sz="1800" b="1" dirty="0"/>
              <a:t>OMUSVI</a:t>
            </a:r>
            <a:r>
              <a:rPr lang="ja-JP" altLang="en-US" sz="1800"/>
              <a:t>）</a:t>
            </a:r>
            <a:endParaRPr kumimoji="1" lang="ja-JP" altLang="en-US" sz="32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B965BAD-1139-D634-4C8A-255BF18D15F8}"/>
              </a:ext>
            </a:extLst>
          </p:cNvPr>
          <p:cNvSpPr txBox="1"/>
          <p:nvPr/>
        </p:nvSpPr>
        <p:spPr>
          <a:xfrm>
            <a:off x="226724" y="959669"/>
            <a:ext cx="96840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「①</a:t>
            </a:r>
            <a:r>
              <a:rPr lang="ja-JP" altLang="en-US" b="1"/>
              <a:t>制御仕様書</a:t>
            </a:r>
            <a:r>
              <a:rPr lang="en-US" altLang="ja-JP" b="1" dirty="0"/>
              <a:t>OMUSVI</a:t>
            </a:r>
            <a:r>
              <a:rPr lang="ja-JP" altLang="en-US" b="1"/>
              <a:t>」</a:t>
            </a:r>
            <a:endParaRPr lang="en-US" altLang="ja-JP" b="1"/>
          </a:p>
          <a:p>
            <a:r>
              <a:rPr kumimoji="1" lang="ja-JP" altLang="en-US" b="1"/>
              <a:t>　</a:t>
            </a:r>
            <a:r>
              <a:rPr lang="ja-JP" altLang="en-US" b="1"/>
              <a:t>　</a:t>
            </a:r>
            <a:r>
              <a:rPr lang="en-US" altLang="ja-JP" b="1"/>
              <a:t>【</a:t>
            </a:r>
            <a:r>
              <a:rPr lang="ja-JP" altLang="en-US" b="1"/>
              <a:t>課題</a:t>
            </a:r>
            <a:r>
              <a:rPr lang="en-US" altLang="ja-JP" b="1"/>
              <a:t>】</a:t>
            </a:r>
          </a:p>
          <a:p>
            <a:r>
              <a:rPr kumimoji="1" lang="ja-JP" altLang="en-US"/>
              <a:t>　　　「</a:t>
            </a:r>
            <a:r>
              <a:rPr kumimoji="1" lang="ja-JP" altLang="en-US" b="1" dirty="0"/>
              <a:t>制御仕様書</a:t>
            </a:r>
            <a:r>
              <a:rPr kumimoji="1" lang="ja-JP" altLang="en-US"/>
              <a:t>」に着目し、「</a:t>
            </a:r>
            <a:r>
              <a:rPr kumimoji="1" lang="ja-JP" altLang="en-US" b="1"/>
              <a:t>設計</a:t>
            </a:r>
            <a:r>
              <a:rPr kumimoji="1" lang="ja-JP" altLang="en-US"/>
              <a:t>」と「</a:t>
            </a:r>
            <a:r>
              <a:rPr kumimoji="1" lang="ja-JP" altLang="en-US" b="1"/>
              <a:t>後工程</a:t>
            </a:r>
            <a:r>
              <a:rPr kumimoji="1" lang="ja-JP" altLang="en-US"/>
              <a:t>」の物情を整理した結果、以下が見えてきた。（赤字）</a:t>
            </a:r>
            <a:endParaRPr kumimoji="1" lang="en-US" altLang="ja-JP"/>
          </a:p>
          <a:p>
            <a:r>
              <a:rPr kumimoji="1" lang="ja-JP" altLang="en-US"/>
              <a:t>　　　</a:t>
            </a:r>
            <a:r>
              <a:rPr lang="en-US" altLang="ja-JP"/>
              <a:t> OMUSVI</a:t>
            </a:r>
            <a:r>
              <a:rPr lang="ja-JP" altLang="en-US"/>
              <a:t>に向けて、</a:t>
            </a:r>
            <a:r>
              <a:rPr kumimoji="1" lang="ja-JP" altLang="en-US"/>
              <a:t>各後工程で必要な</a:t>
            </a:r>
            <a:r>
              <a:rPr kumimoji="1" lang="ja-JP" altLang="en-US" b="1"/>
              <a:t>情報の整理</a:t>
            </a:r>
            <a:r>
              <a:rPr kumimoji="1" lang="ja-JP" altLang="en-US"/>
              <a:t>と</a:t>
            </a:r>
            <a:r>
              <a:rPr kumimoji="1" lang="ja-JP" altLang="en-US" b="1"/>
              <a:t>一元化</a:t>
            </a:r>
            <a:r>
              <a:rPr kumimoji="1" lang="ja-JP" altLang="en-US"/>
              <a:t>が必要。</a:t>
            </a:r>
            <a:endParaRPr kumimoji="1" lang="en-US" altLang="ja-JP"/>
          </a:p>
        </p:txBody>
      </p:sp>
      <p:pic>
        <p:nvPicPr>
          <p:cNvPr id="3" name="グラフィックス 2" descr="ユーザー 枠線">
            <a:extLst>
              <a:ext uri="{FF2B5EF4-FFF2-40B4-BE49-F238E27FC236}">
                <a16:creationId xmlns:a16="http://schemas.microsoft.com/office/drawing/2014/main" id="{DE1CBA36-9FF3-3CA2-3521-176F163E2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3914" y="2670540"/>
            <a:ext cx="870428" cy="87042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452C82-B334-FDCA-EE30-2CA43ABD0843}"/>
              </a:ext>
            </a:extLst>
          </p:cNvPr>
          <p:cNvSpPr txBox="1"/>
          <p:nvPr/>
        </p:nvSpPr>
        <p:spPr>
          <a:xfrm>
            <a:off x="2977258" y="33986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設計</a:t>
            </a:r>
          </a:p>
        </p:txBody>
      </p:sp>
      <p:pic>
        <p:nvPicPr>
          <p:cNvPr id="6" name="グラフィックス 5" descr="ユーザー 枠線">
            <a:extLst>
              <a:ext uri="{FF2B5EF4-FFF2-40B4-BE49-F238E27FC236}">
                <a16:creationId xmlns:a16="http://schemas.microsoft.com/office/drawing/2014/main" id="{124075D3-931A-E017-D154-9CE92CC80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051" y="3374160"/>
            <a:ext cx="870428" cy="87042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660DEE9-F3F9-07C8-FED2-E3A6041CF633}"/>
              </a:ext>
            </a:extLst>
          </p:cNvPr>
          <p:cNvSpPr txBox="1"/>
          <p:nvPr/>
        </p:nvSpPr>
        <p:spPr>
          <a:xfrm>
            <a:off x="1110636" y="4102315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Z</a:t>
            </a:r>
            <a:endParaRPr kumimoji="1" lang="ja-JP" altLang="en-US" sz="1400"/>
          </a:p>
        </p:txBody>
      </p:sp>
      <p:sp>
        <p:nvSpPr>
          <p:cNvPr id="8" name="四角形: メモ 7">
            <a:extLst>
              <a:ext uri="{FF2B5EF4-FFF2-40B4-BE49-F238E27FC236}">
                <a16:creationId xmlns:a16="http://schemas.microsoft.com/office/drawing/2014/main" id="{46BBE466-C1ED-B082-86E1-EB73D43E4DDA}"/>
              </a:ext>
            </a:extLst>
          </p:cNvPr>
          <p:cNvSpPr/>
          <p:nvPr/>
        </p:nvSpPr>
        <p:spPr>
          <a:xfrm>
            <a:off x="1689479" y="3644238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車両仕様書</a:t>
            </a:r>
          </a:p>
        </p:txBody>
      </p:sp>
      <p:pic>
        <p:nvPicPr>
          <p:cNvPr id="9" name="図 8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FA1E8C0-B0DF-D47F-91CB-6ECDC9F4A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517" y="4286685"/>
            <a:ext cx="318915" cy="323758"/>
          </a:xfrm>
          <a:prstGeom prst="rect">
            <a:avLst/>
          </a:prstGeom>
        </p:spPr>
      </p:pic>
      <p:sp>
        <p:nvSpPr>
          <p:cNvPr id="10" name="四角形: メモ 9">
            <a:extLst>
              <a:ext uri="{FF2B5EF4-FFF2-40B4-BE49-F238E27FC236}">
                <a16:creationId xmlns:a16="http://schemas.microsoft.com/office/drawing/2014/main" id="{9EF2E6D4-A233-A888-BD11-67068FC14614}"/>
              </a:ext>
            </a:extLst>
          </p:cNvPr>
          <p:cNvSpPr/>
          <p:nvPr/>
        </p:nvSpPr>
        <p:spPr>
          <a:xfrm>
            <a:off x="3826710" y="2805579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b="1"/>
              <a:t>制御</a:t>
            </a:r>
            <a:endParaRPr kumimoji="1" lang="en-US" altLang="ja-JP" sz="1200" b="1"/>
          </a:p>
          <a:p>
            <a:pPr algn="ctr"/>
            <a:r>
              <a:rPr kumimoji="1" lang="ja-JP" altLang="en-US" sz="1200" b="1"/>
              <a:t>仕様書</a:t>
            </a:r>
          </a:p>
        </p:txBody>
      </p:sp>
      <p:pic>
        <p:nvPicPr>
          <p:cNvPr id="11" name="図 10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0E193A9-D30F-5B5C-E2DD-05049D05C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981" y="4856873"/>
            <a:ext cx="318915" cy="323758"/>
          </a:xfrm>
          <a:prstGeom prst="rect">
            <a:avLst/>
          </a:prstGeom>
        </p:spPr>
      </p:pic>
      <p:sp>
        <p:nvSpPr>
          <p:cNvPr id="12" name="四角形: メモ 11">
            <a:extLst>
              <a:ext uri="{FF2B5EF4-FFF2-40B4-BE49-F238E27FC236}">
                <a16:creationId xmlns:a16="http://schemas.microsoft.com/office/drawing/2014/main" id="{2FEA9DE4-C89A-D3F1-0B0E-038EDB280E6B}"/>
              </a:ext>
            </a:extLst>
          </p:cNvPr>
          <p:cNvSpPr/>
          <p:nvPr/>
        </p:nvSpPr>
        <p:spPr>
          <a:xfrm>
            <a:off x="3826710" y="3452532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b="1"/>
              <a:t>ダイアグ</a:t>
            </a:r>
            <a:endParaRPr kumimoji="1" lang="en-US" altLang="ja-JP" sz="1200" b="1"/>
          </a:p>
          <a:p>
            <a:pPr algn="ctr"/>
            <a:r>
              <a:rPr kumimoji="1" lang="ja-JP" altLang="en-US" sz="1200" b="1"/>
              <a:t>仕様</a:t>
            </a:r>
            <a:r>
              <a:rPr lang="ja-JP" altLang="en-US" sz="1200" b="1"/>
              <a:t>書</a:t>
            </a:r>
            <a:endParaRPr kumimoji="1" lang="en-US" altLang="ja-JP" sz="1200" b="1"/>
          </a:p>
        </p:txBody>
      </p:sp>
      <p:sp>
        <p:nvSpPr>
          <p:cNvPr id="13" name="四角形: メモ 12">
            <a:extLst>
              <a:ext uri="{FF2B5EF4-FFF2-40B4-BE49-F238E27FC236}">
                <a16:creationId xmlns:a16="http://schemas.microsoft.com/office/drawing/2014/main" id="{77714B28-995C-035C-5B6C-CCCAD2338614}"/>
              </a:ext>
            </a:extLst>
          </p:cNvPr>
          <p:cNvSpPr/>
          <p:nvPr/>
        </p:nvSpPr>
        <p:spPr>
          <a:xfrm>
            <a:off x="3826710" y="4120917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b="1"/>
              <a:t>・・・</a:t>
            </a:r>
            <a:endParaRPr kumimoji="1" lang="en-US" altLang="ja-JP" sz="1200" b="1"/>
          </a:p>
        </p:txBody>
      </p:sp>
      <p:pic>
        <p:nvPicPr>
          <p:cNvPr id="14" name="グラフィックス 13" descr="ユーザー 枠線">
            <a:extLst>
              <a:ext uri="{FF2B5EF4-FFF2-40B4-BE49-F238E27FC236}">
                <a16:creationId xmlns:a16="http://schemas.microsoft.com/office/drawing/2014/main" id="{406F3B42-3AD4-BA9D-15CB-AAAD631F2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7059" y="2897429"/>
            <a:ext cx="870428" cy="870428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DD61FA5-2FA9-0E54-930D-1EFF09AC2034}"/>
              </a:ext>
            </a:extLst>
          </p:cNvPr>
          <p:cNvSpPr txBox="1"/>
          <p:nvPr/>
        </p:nvSpPr>
        <p:spPr>
          <a:xfrm>
            <a:off x="10562051" y="3625583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サービス部</a:t>
            </a:r>
          </a:p>
        </p:txBody>
      </p:sp>
      <p:pic>
        <p:nvPicPr>
          <p:cNvPr id="16" name="グラフィックス 15" descr="ユーザー 枠線">
            <a:extLst>
              <a:ext uri="{FF2B5EF4-FFF2-40B4-BE49-F238E27FC236}">
                <a16:creationId xmlns:a16="http://schemas.microsoft.com/office/drawing/2014/main" id="{C44A90C4-E1C0-C8F5-B331-0DEF6DD32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7059" y="4244549"/>
            <a:ext cx="870428" cy="870428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44C9052-819C-E4E8-12B0-41A6B56A2797}"/>
              </a:ext>
            </a:extLst>
          </p:cNvPr>
          <p:cNvSpPr txBox="1"/>
          <p:nvPr/>
        </p:nvSpPr>
        <p:spPr>
          <a:xfrm>
            <a:off x="10481099" y="5011124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車両品質部</a:t>
            </a:r>
            <a:endParaRPr kumimoji="1" lang="en-US" altLang="ja-JP" sz="1400" dirty="0"/>
          </a:p>
          <a:p>
            <a:r>
              <a:rPr lang="ja-JP" altLang="en-US" sz="1400" dirty="0"/>
              <a:t>各工場</a:t>
            </a:r>
            <a:endParaRPr kumimoji="1" lang="ja-JP" altLang="en-US" sz="1400" dirty="0"/>
          </a:p>
        </p:txBody>
      </p:sp>
      <p:pic>
        <p:nvPicPr>
          <p:cNvPr id="18" name="グラフィックス 17" descr="ユーザー 枠線">
            <a:extLst>
              <a:ext uri="{FF2B5EF4-FFF2-40B4-BE49-F238E27FC236}">
                <a16:creationId xmlns:a16="http://schemas.microsoft.com/office/drawing/2014/main" id="{90CFBBFC-9417-501C-FFC5-C0BD28D16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7059" y="5512670"/>
            <a:ext cx="870428" cy="870428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3352F1D-17E1-E3C3-7669-D57FD79A723D}"/>
              </a:ext>
            </a:extLst>
          </p:cNvPr>
          <p:cNvSpPr txBox="1"/>
          <p:nvPr/>
        </p:nvSpPr>
        <p:spPr>
          <a:xfrm>
            <a:off x="10408163" y="6253929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お客様関連部</a:t>
            </a:r>
          </a:p>
        </p:txBody>
      </p:sp>
      <p:sp>
        <p:nvSpPr>
          <p:cNvPr id="34" name="円柱 33">
            <a:extLst>
              <a:ext uri="{FF2B5EF4-FFF2-40B4-BE49-F238E27FC236}">
                <a16:creationId xmlns:a16="http://schemas.microsoft.com/office/drawing/2014/main" id="{FFC29C85-8F39-7918-2711-4EB134355438}"/>
              </a:ext>
            </a:extLst>
          </p:cNvPr>
          <p:cNvSpPr/>
          <p:nvPr/>
        </p:nvSpPr>
        <p:spPr>
          <a:xfrm>
            <a:off x="1058317" y="5614117"/>
            <a:ext cx="2371767" cy="947589"/>
          </a:xfrm>
          <a:prstGeom prst="can">
            <a:avLst>
              <a:gd name="adj" fmla="val 3465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 sz="1200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2D83E772-E70A-19A4-A763-48783DC9F863}"/>
              </a:ext>
            </a:extLst>
          </p:cNvPr>
          <p:cNvGrpSpPr>
            <a:grpSpLocks noChangeAspect="1"/>
          </p:cNvGrpSpPr>
          <p:nvPr/>
        </p:nvGrpSpPr>
        <p:grpSpPr>
          <a:xfrm>
            <a:off x="10323743" y="2389446"/>
            <a:ext cx="300082" cy="174749"/>
            <a:chOff x="0" y="0"/>
            <a:chExt cx="501650" cy="292130"/>
          </a:xfrm>
        </p:grpSpPr>
        <p:sp>
          <p:nvSpPr>
            <p:cNvPr id="43" name="フリーフォーム 6">
              <a:extLst>
                <a:ext uri="{FF2B5EF4-FFF2-40B4-BE49-F238E27FC236}">
                  <a16:creationId xmlns:a16="http://schemas.microsoft.com/office/drawing/2014/main" id="{2A0BD7AA-5498-4837-D4B8-84D2332B293B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EC42BD96-7792-1281-0125-CD184EF4FD58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B83D8A84-DC54-000C-6ADD-496DF71F3A1B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2CE316E8-467A-011A-038B-2EF030AAD982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8CC414A0-93D0-E6F5-A655-FFAC341D4209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24472A3D-94FD-D402-D322-0356F7788647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B1BEFC1-6C76-F690-FDC8-11E7381E0A1C}"/>
              </a:ext>
            </a:extLst>
          </p:cNvPr>
          <p:cNvSpPr txBox="1"/>
          <p:nvPr/>
        </p:nvSpPr>
        <p:spPr>
          <a:xfrm>
            <a:off x="10623825" y="2365659"/>
            <a:ext cx="1132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/>
              <a:t>業務課題箇所</a:t>
            </a:r>
            <a:endParaRPr kumimoji="1" lang="ja-JP" altLang="en-US" sz="110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09C3FF1-7D43-261B-6E8D-9E2F11A2FC86}"/>
              </a:ext>
            </a:extLst>
          </p:cNvPr>
          <p:cNvSpPr/>
          <p:nvPr/>
        </p:nvSpPr>
        <p:spPr>
          <a:xfrm>
            <a:off x="6519333" y="2961985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 b="1" dirty="0"/>
              <a:t>仕様書収集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67AFEFFA-EBC5-81B9-D744-89C45A250266}"/>
              </a:ext>
            </a:extLst>
          </p:cNvPr>
          <p:cNvSpPr/>
          <p:nvPr/>
        </p:nvSpPr>
        <p:spPr>
          <a:xfrm>
            <a:off x="6519333" y="4376132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 b="1" dirty="0"/>
              <a:t>仕様書収集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46C11AA5-9867-9161-7786-96810C9A1FDA}"/>
              </a:ext>
            </a:extLst>
          </p:cNvPr>
          <p:cNvSpPr/>
          <p:nvPr/>
        </p:nvSpPr>
        <p:spPr>
          <a:xfrm>
            <a:off x="6504575" y="5652717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 b="1" dirty="0"/>
              <a:t>仕様書収集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3EB37BC1-72D0-CB6D-5662-72AA04AABF58}"/>
              </a:ext>
            </a:extLst>
          </p:cNvPr>
          <p:cNvSpPr/>
          <p:nvPr/>
        </p:nvSpPr>
        <p:spPr>
          <a:xfrm>
            <a:off x="7352618" y="4376132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 b="1"/>
              <a:t>個車</a:t>
            </a:r>
            <a:r>
              <a:rPr lang="ja-JP" altLang="en-US" sz="1200" b="1"/>
              <a:t>設定</a:t>
            </a:r>
            <a:endParaRPr kumimoji="1" lang="ja-JP" altLang="en-US" sz="1200" b="1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59E58167-F7BA-6783-67D2-4E23CD1ECF27}"/>
              </a:ext>
            </a:extLst>
          </p:cNvPr>
          <p:cNvSpPr/>
          <p:nvPr/>
        </p:nvSpPr>
        <p:spPr>
          <a:xfrm>
            <a:off x="7362146" y="5652717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 b="1" dirty="0"/>
              <a:t>個車</a:t>
            </a:r>
            <a:r>
              <a:rPr lang="ja-JP" altLang="en-US" sz="1200" b="1" dirty="0"/>
              <a:t>引当</a:t>
            </a:r>
            <a:endParaRPr kumimoji="1" lang="ja-JP" altLang="en-US" sz="1200" b="1" dirty="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5C9C4F1-20BA-2BCD-DDD7-FAD6D1F1F68A}"/>
              </a:ext>
            </a:extLst>
          </p:cNvPr>
          <p:cNvSpPr/>
          <p:nvPr/>
        </p:nvSpPr>
        <p:spPr>
          <a:xfrm>
            <a:off x="8001991" y="5652717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en-US" altLang="ja-JP" sz="1050"/>
              <a:t>OM</a:t>
            </a:r>
            <a:r>
              <a:rPr kumimoji="1" lang="ja-JP" altLang="en-US" sz="1050"/>
              <a:t>作成</a:t>
            </a:r>
            <a:endParaRPr kumimoji="1" lang="ja-JP" altLang="en-US" sz="1050" dirty="0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3B355251-5833-690E-06F6-01DC1AFA8D78}"/>
              </a:ext>
            </a:extLst>
          </p:cNvPr>
          <p:cNvSpPr/>
          <p:nvPr/>
        </p:nvSpPr>
        <p:spPr>
          <a:xfrm>
            <a:off x="8016732" y="2961985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050"/>
              <a:t>修理書作成</a:t>
            </a:r>
            <a:endParaRPr kumimoji="1" lang="ja-JP" altLang="en-US" sz="1050" dirty="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8CED79F-1294-178A-F803-E6643890EB34}"/>
              </a:ext>
            </a:extLst>
          </p:cNvPr>
          <p:cNvSpPr/>
          <p:nvPr/>
        </p:nvSpPr>
        <p:spPr>
          <a:xfrm>
            <a:off x="9480568" y="2961985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000"/>
              <a:t>設計チェック</a:t>
            </a:r>
            <a:endParaRPr kumimoji="1" lang="ja-JP" altLang="en-US" sz="1000" dirty="0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B66A5F5D-71F0-73B9-5CBF-0D88663E6CEC}"/>
              </a:ext>
            </a:extLst>
          </p:cNvPr>
          <p:cNvSpPr/>
          <p:nvPr/>
        </p:nvSpPr>
        <p:spPr>
          <a:xfrm>
            <a:off x="9460026" y="5652717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000"/>
              <a:t>設計チェック</a:t>
            </a:r>
            <a:endParaRPr kumimoji="1" lang="ja-JP" altLang="en-US" sz="1000" dirty="0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1DF41DD-4F27-FE35-E3A6-C6660CE9502F}"/>
              </a:ext>
            </a:extLst>
          </p:cNvPr>
          <p:cNvSpPr/>
          <p:nvPr/>
        </p:nvSpPr>
        <p:spPr>
          <a:xfrm>
            <a:off x="7356951" y="2961985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 b="1" dirty="0"/>
              <a:t>個車</a:t>
            </a:r>
            <a:r>
              <a:rPr lang="ja-JP" altLang="en-US" sz="1200" b="1" dirty="0"/>
              <a:t>引当</a:t>
            </a:r>
            <a:endParaRPr kumimoji="1" lang="ja-JP" altLang="en-US" sz="1200" b="1" dirty="0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8AB6FD64-422F-0335-FD96-4BD8C891F012}"/>
              </a:ext>
            </a:extLst>
          </p:cNvPr>
          <p:cNvSpPr/>
          <p:nvPr/>
        </p:nvSpPr>
        <p:spPr>
          <a:xfrm>
            <a:off x="7998947" y="4376132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050"/>
              <a:t>計画書作成</a:t>
            </a:r>
            <a:endParaRPr kumimoji="1" lang="ja-JP" altLang="en-US" sz="1050" dirty="0"/>
          </a:p>
        </p:txBody>
      </p: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B083BD99-8298-7058-11C3-721CEB42AFF4}"/>
              </a:ext>
            </a:extLst>
          </p:cNvPr>
          <p:cNvGrpSpPr>
            <a:grpSpLocks noChangeAspect="1"/>
          </p:cNvGrpSpPr>
          <p:nvPr/>
        </p:nvGrpSpPr>
        <p:grpSpPr>
          <a:xfrm>
            <a:off x="6569757" y="6386685"/>
            <a:ext cx="300082" cy="174749"/>
            <a:chOff x="0" y="0"/>
            <a:chExt cx="501650" cy="292130"/>
          </a:xfrm>
        </p:grpSpPr>
        <p:sp>
          <p:nvSpPr>
            <p:cNvPr id="72" name="フリーフォーム 6">
              <a:extLst>
                <a:ext uri="{FF2B5EF4-FFF2-40B4-BE49-F238E27FC236}">
                  <a16:creationId xmlns:a16="http://schemas.microsoft.com/office/drawing/2014/main" id="{FBB8259E-00AB-D417-652E-438DBEC666BC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FD49A1C4-AF4F-F5AA-3ABB-4EA1A2E0E4FF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C86ECAA8-6448-C299-2CF6-458E716EB4F8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DF601276-3210-1073-6DD4-24AECF5BF69E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コネクタ 75">
              <a:extLst>
                <a:ext uri="{FF2B5EF4-FFF2-40B4-BE49-F238E27FC236}">
                  <a16:creationId xmlns:a16="http://schemas.microsoft.com/office/drawing/2014/main" id="{01CAFD5B-D760-B1C6-FFAB-B834629B69E7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80E0B06D-90B0-E828-75A9-66283911963B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1CF0B909-21DD-C33B-4646-0A47F856FB36}"/>
              </a:ext>
            </a:extLst>
          </p:cNvPr>
          <p:cNvGrpSpPr>
            <a:grpSpLocks noChangeAspect="1"/>
          </p:cNvGrpSpPr>
          <p:nvPr/>
        </p:nvGrpSpPr>
        <p:grpSpPr>
          <a:xfrm>
            <a:off x="7449082" y="6383098"/>
            <a:ext cx="300082" cy="174749"/>
            <a:chOff x="0" y="0"/>
            <a:chExt cx="501650" cy="292130"/>
          </a:xfrm>
        </p:grpSpPr>
        <p:sp>
          <p:nvSpPr>
            <p:cNvPr id="79" name="フリーフォーム 6">
              <a:extLst>
                <a:ext uri="{FF2B5EF4-FFF2-40B4-BE49-F238E27FC236}">
                  <a16:creationId xmlns:a16="http://schemas.microsoft.com/office/drawing/2014/main" id="{B8B7BE28-E325-7265-2C41-58D9B217C7CD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80" name="直線コネクタ 79">
              <a:extLst>
                <a:ext uri="{FF2B5EF4-FFF2-40B4-BE49-F238E27FC236}">
                  <a16:creationId xmlns:a16="http://schemas.microsoft.com/office/drawing/2014/main" id="{ABA10047-B2A4-918D-A9AF-4F1916525D4B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コネクタ 80">
              <a:extLst>
                <a:ext uri="{FF2B5EF4-FFF2-40B4-BE49-F238E27FC236}">
                  <a16:creationId xmlns:a16="http://schemas.microsoft.com/office/drawing/2014/main" id="{47A993C7-028D-5675-F895-18B6A383E3EF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コネクタ 81">
              <a:extLst>
                <a:ext uri="{FF2B5EF4-FFF2-40B4-BE49-F238E27FC236}">
                  <a16:creationId xmlns:a16="http://schemas.microsoft.com/office/drawing/2014/main" id="{59B643D3-88DD-12E2-056D-830D2CC5A57D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D07841E2-83AE-F756-FBC6-5E1B0DFF6E50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CF42BFD6-6662-8B3B-83B4-1513F1C456AD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708BF9B7-EFE7-420D-CB36-B9D604D19B0B}"/>
              </a:ext>
            </a:extLst>
          </p:cNvPr>
          <p:cNvGrpSpPr>
            <a:grpSpLocks noChangeAspect="1"/>
          </p:cNvGrpSpPr>
          <p:nvPr/>
        </p:nvGrpSpPr>
        <p:grpSpPr>
          <a:xfrm>
            <a:off x="6571952" y="5106818"/>
            <a:ext cx="300082" cy="174749"/>
            <a:chOff x="0" y="0"/>
            <a:chExt cx="501650" cy="292130"/>
          </a:xfrm>
        </p:grpSpPr>
        <p:sp>
          <p:nvSpPr>
            <p:cNvPr id="51" name="フリーフォーム 6">
              <a:extLst>
                <a:ext uri="{FF2B5EF4-FFF2-40B4-BE49-F238E27FC236}">
                  <a16:creationId xmlns:a16="http://schemas.microsoft.com/office/drawing/2014/main" id="{A666537D-A9E8-0D81-0B78-3225F42E3357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DADD96B5-FE25-B80A-1BD6-CCE95933C1F0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2594A16C-0FB8-7B8A-0248-A00AAA9455AB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237BF6D3-2C5F-F89B-2EE5-415E440C5F97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6CB64CDB-E046-6A7C-2E90-A17456DF4607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5D3E606A-B327-0567-3AFE-009C88B52AFE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04D0685C-362B-2DA2-A6AC-FAF07FE70AAD}"/>
              </a:ext>
            </a:extLst>
          </p:cNvPr>
          <p:cNvGrpSpPr>
            <a:grpSpLocks noChangeAspect="1"/>
          </p:cNvGrpSpPr>
          <p:nvPr/>
        </p:nvGrpSpPr>
        <p:grpSpPr>
          <a:xfrm>
            <a:off x="7410378" y="5131186"/>
            <a:ext cx="300082" cy="174749"/>
            <a:chOff x="0" y="0"/>
            <a:chExt cx="501650" cy="292130"/>
          </a:xfrm>
        </p:grpSpPr>
        <p:sp>
          <p:nvSpPr>
            <p:cNvPr id="86" name="フリーフォーム 6">
              <a:extLst>
                <a:ext uri="{FF2B5EF4-FFF2-40B4-BE49-F238E27FC236}">
                  <a16:creationId xmlns:a16="http://schemas.microsoft.com/office/drawing/2014/main" id="{A42BDCEB-8A44-7BEE-A281-74032345B96F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2BD56F6D-A174-9033-28BF-1963D637408C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D5A9DFDE-73D6-E0DB-8E7A-18FC6333DD83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コネクタ 88">
              <a:extLst>
                <a:ext uri="{FF2B5EF4-FFF2-40B4-BE49-F238E27FC236}">
                  <a16:creationId xmlns:a16="http://schemas.microsoft.com/office/drawing/2014/main" id="{0DAE97EA-2CCE-7C31-8A26-82B4354C22D2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コネクタ 89">
              <a:extLst>
                <a:ext uri="{FF2B5EF4-FFF2-40B4-BE49-F238E27FC236}">
                  <a16:creationId xmlns:a16="http://schemas.microsoft.com/office/drawing/2014/main" id="{84CEA029-3B62-7120-69B4-11E5611B1377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コネクタ 90">
              <a:extLst>
                <a:ext uri="{FF2B5EF4-FFF2-40B4-BE49-F238E27FC236}">
                  <a16:creationId xmlns:a16="http://schemas.microsoft.com/office/drawing/2014/main" id="{9E513051-7EA7-0779-9B72-3DC01AC5DEA5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B2CD545B-6384-A20D-C35E-F63F94695B96}"/>
              </a:ext>
            </a:extLst>
          </p:cNvPr>
          <p:cNvGrpSpPr>
            <a:grpSpLocks noChangeAspect="1"/>
          </p:cNvGrpSpPr>
          <p:nvPr/>
        </p:nvGrpSpPr>
        <p:grpSpPr>
          <a:xfrm>
            <a:off x="7433828" y="3700347"/>
            <a:ext cx="300082" cy="174749"/>
            <a:chOff x="0" y="0"/>
            <a:chExt cx="501650" cy="292130"/>
          </a:xfrm>
        </p:grpSpPr>
        <p:sp>
          <p:nvSpPr>
            <p:cNvPr id="93" name="フリーフォーム 6">
              <a:extLst>
                <a:ext uri="{FF2B5EF4-FFF2-40B4-BE49-F238E27FC236}">
                  <a16:creationId xmlns:a16="http://schemas.microsoft.com/office/drawing/2014/main" id="{A3194817-AC16-5D9D-68FE-A64099A13F67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F35F5B01-2A96-4A4D-67B5-3FA025C57823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47FC1CF0-16E9-815A-467C-9F974E20AF4B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40F3067E-62B5-6E72-3E6E-2347AED051DC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B4ADA849-7D80-5843-3A30-25AEF8B6F6FC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E9BF9ECF-CFA5-8B60-4846-5BB235E58F9F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B61CBFE3-E0E5-9DC0-6009-4DFF6B22688C}"/>
              </a:ext>
            </a:extLst>
          </p:cNvPr>
          <p:cNvGrpSpPr>
            <a:grpSpLocks noChangeAspect="1"/>
          </p:cNvGrpSpPr>
          <p:nvPr/>
        </p:nvGrpSpPr>
        <p:grpSpPr>
          <a:xfrm>
            <a:off x="6554148" y="3712014"/>
            <a:ext cx="300082" cy="174749"/>
            <a:chOff x="0" y="0"/>
            <a:chExt cx="501650" cy="292130"/>
          </a:xfrm>
        </p:grpSpPr>
        <p:sp>
          <p:nvSpPr>
            <p:cNvPr id="36" name="フリーフォーム 6">
              <a:extLst>
                <a:ext uri="{FF2B5EF4-FFF2-40B4-BE49-F238E27FC236}">
                  <a16:creationId xmlns:a16="http://schemas.microsoft.com/office/drawing/2014/main" id="{25C73159-2BDF-0272-1873-01B30BB5E14A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882ABB88-DA87-5B11-A1E8-CB06E5B29F0B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2E8BBB61-0E7C-4B1A-40CA-8ADE1CF64F02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EA9C7F74-9148-D907-1D0D-5C1E92E90387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80EC51E6-8839-8778-2B9B-4C4CE3410715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F5E5DAFE-11CF-F99F-0684-ACB54992D4AF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9B38C75-F8E3-B7C3-7104-D22387A1DD14}"/>
              </a:ext>
            </a:extLst>
          </p:cNvPr>
          <p:cNvCxnSpPr>
            <a:stCxn id="59" idx="3"/>
            <a:endCxn id="69" idx="1"/>
          </p:cNvCxnSpPr>
          <p:nvPr/>
        </p:nvCxnSpPr>
        <p:spPr>
          <a:xfrm>
            <a:off x="6915879" y="3397199"/>
            <a:ext cx="441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685DB273-15AF-40B5-9861-06B8AA968D28}"/>
              </a:ext>
            </a:extLst>
          </p:cNvPr>
          <p:cNvCxnSpPr>
            <a:cxnSpLocks/>
            <a:stCxn id="69" idx="3"/>
            <a:endCxn id="65" idx="1"/>
          </p:cNvCxnSpPr>
          <p:nvPr/>
        </p:nvCxnSpPr>
        <p:spPr>
          <a:xfrm>
            <a:off x="7753497" y="3397199"/>
            <a:ext cx="263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7A299BD6-9DEA-686E-263E-2EEC2EA49971}"/>
              </a:ext>
            </a:extLst>
          </p:cNvPr>
          <p:cNvCxnSpPr>
            <a:cxnSpLocks/>
            <a:stCxn id="60" idx="3"/>
            <a:endCxn id="62" idx="1"/>
          </p:cNvCxnSpPr>
          <p:nvPr/>
        </p:nvCxnSpPr>
        <p:spPr>
          <a:xfrm>
            <a:off x="6915879" y="4811346"/>
            <a:ext cx="436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EE32B831-0D0B-5246-DC0D-E72076E8CF5E}"/>
              </a:ext>
            </a:extLst>
          </p:cNvPr>
          <p:cNvCxnSpPr>
            <a:cxnSpLocks/>
            <a:stCxn id="62" idx="3"/>
            <a:endCxn id="70" idx="1"/>
          </p:cNvCxnSpPr>
          <p:nvPr/>
        </p:nvCxnSpPr>
        <p:spPr>
          <a:xfrm>
            <a:off x="7749164" y="4811346"/>
            <a:ext cx="249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205F2939-A6B7-28CF-86AB-CD3C76FBD4BB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6901121" y="6087931"/>
            <a:ext cx="461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A7F43CE4-798E-5170-FF45-1416EC4C7B3C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7758692" y="6087931"/>
            <a:ext cx="243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583BF6F5-C68C-308E-242C-CD6F67507D7B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2566540" y="4041582"/>
            <a:ext cx="208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コネクタ: カギ線 125">
            <a:extLst>
              <a:ext uri="{FF2B5EF4-FFF2-40B4-BE49-F238E27FC236}">
                <a16:creationId xmlns:a16="http://schemas.microsoft.com/office/drawing/2014/main" id="{B3F1302B-39B7-AF20-F797-6754B42C6BD2}"/>
              </a:ext>
            </a:extLst>
          </p:cNvPr>
          <p:cNvCxnSpPr>
            <a:cxnSpLocks/>
            <a:stCxn id="29" idx="3"/>
            <a:endCxn id="60" idx="1"/>
          </p:cNvCxnSpPr>
          <p:nvPr/>
        </p:nvCxnSpPr>
        <p:spPr>
          <a:xfrm>
            <a:off x="4655887" y="4041582"/>
            <a:ext cx="1863446" cy="7697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A19C1B51-4C9C-12D3-35B8-3BFFDFDE189E}"/>
              </a:ext>
            </a:extLst>
          </p:cNvPr>
          <p:cNvCxnSpPr>
            <a:cxnSpLocks/>
            <a:stCxn id="29" idx="3"/>
            <a:endCxn id="61" idx="1"/>
          </p:cNvCxnSpPr>
          <p:nvPr/>
        </p:nvCxnSpPr>
        <p:spPr>
          <a:xfrm>
            <a:off x="4655887" y="4041582"/>
            <a:ext cx="1848688" cy="20463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コネクタ: カギ線 138">
            <a:extLst>
              <a:ext uri="{FF2B5EF4-FFF2-40B4-BE49-F238E27FC236}">
                <a16:creationId xmlns:a16="http://schemas.microsoft.com/office/drawing/2014/main" id="{CDC22030-F99C-C07A-59EC-61BF94AB8D53}"/>
              </a:ext>
            </a:extLst>
          </p:cNvPr>
          <p:cNvCxnSpPr>
            <a:cxnSpLocks/>
            <a:stCxn id="29" idx="3"/>
            <a:endCxn id="59" idx="1"/>
          </p:cNvCxnSpPr>
          <p:nvPr/>
        </p:nvCxnSpPr>
        <p:spPr>
          <a:xfrm flipV="1">
            <a:off x="4655887" y="3397199"/>
            <a:ext cx="1863446" cy="6443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547E3F0B-7C42-9610-2842-0BD1137B1228}"/>
              </a:ext>
            </a:extLst>
          </p:cNvPr>
          <p:cNvSpPr txBox="1"/>
          <p:nvPr/>
        </p:nvSpPr>
        <p:spPr>
          <a:xfrm>
            <a:off x="4926441" y="2313050"/>
            <a:ext cx="1673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・置き場バラバラ</a:t>
            </a:r>
            <a:endParaRPr kumimoji="1"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・それぞれで収集</a:t>
            </a:r>
            <a:endParaRPr kumimoji="1"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・収集工数大</a:t>
            </a:r>
            <a:endParaRPr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E0592CA4-2FBC-F949-9F21-5E6BB68C29D3}"/>
              </a:ext>
            </a:extLst>
          </p:cNvPr>
          <p:cNvSpPr txBox="1"/>
          <p:nvPr/>
        </p:nvSpPr>
        <p:spPr>
          <a:xfrm>
            <a:off x="3827298" y="5898331"/>
            <a:ext cx="18335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後工程で必要な情報を整理し、</a:t>
            </a:r>
            <a:r>
              <a:rPr lang="en-US" altLang="ja-JP" sz="1400" b="1">
                <a:latin typeface="Meiryo UI" panose="020B0604030504040204" pitchFamily="50" charset="-128"/>
                <a:ea typeface="Meiryo UI" panose="020B0604030504040204" pitchFamily="50" charset="-128"/>
              </a:rPr>
              <a:t>OMUSVI</a:t>
            </a:r>
            <a:r>
              <a:rPr lang="ja-JP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の活動に繋げる</a:t>
            </a:r>
            <a:endParaRPr lang="en-US" altLang="ja-JP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6" name="矢印: 左 145">
            <a:extLst>
              <a:ext uri="{FF2B5EF4-FFF2-40B4-BE49-F238E27FC236}">
                <a16:creationId xmlns:a16="http://schemas.microsoft.com/office/drawing/2014/main" id="{886BB63F-21E4-C40D-8272-B30F10AA0854}"/>
              </a:ext>
            </a:extLst>
          </p:cNvPr>
          <p:cNvSpPr/>
          <p:nvPr/>
        </p:nvSpPr>
        <p:spPr>
          <a:xfrm rot="20462472">
            <a:off x="3480780" y="5254235"/>
            <a:ext cx="2701231" cy="421449"/>
          </a:xfrm>
          <a:prstGeom prst="lef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503167FD-412A-90A9-E865-BFD616386D55}"/>
              </a:ext>
            </a:extLst>
          </p:cNvPr>
          <p:cNvSpPr txBox="1"/>
          <p:nvPr/>
        </p:nvSpPr>
        <p:spPr>
          <a:xfrm>
            <a:off x="7762166" y="800290"/>
            <a:ext cx="4297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/>
              <a:t>*1</a:t>
            </a:r>
            <a:r>
              <a:rPr lang="ja-JP" altLang="en-US" sz="1200"/>
              <a:t>　</a:t>
            </a:r>
            <a:r>
              <a:rPr kumimoji="1" lang="en-US" altLang="ja-JP" sz="1200"/>
              <a:t>T-VECS</a:t>
            </a:r>
            <a:r>
              <a:rPr kumimoji="1" lang="ja-JP" altLang="en-US" sz="1200"/>
              <a:t>：</a:t>
            </a:r>
            <a:r>
              <a:rPr lang="ja-JP" altLang="en-US" sz="1200" dirty="0"/>
              <a:t>工場での電子検査・組付けの検査を行う基盤設備</a:t>
            </a:r>
            <a:endParaRPr kumimoji="1" lang="en-US" altLang="ja-JP" sz="1200" dirty="0"/>
          </a:p>
          <a:p>
            <a:r>
              <a:rPr lang="en-US" altLang="ja-JP" sz="1200" dirty="0"/>
              <a:t>*2</a:t>
            </a:r>
            <a:r>
              <a:rPr lang="ja-JP" altLang="en-US" sz="1200" dirty="0"/>
              <a:t>　</a:t>
            </a:r>
            <a:r>
              <a:rPr lang="en-US" altLang="ja-JP" sz="1200" dirty="0"/>
              <a:t>OM</a:t>
            </a:r>
            <a:r>
              <a:rPr lang="ja-JP" altLang="en-US" sz="1200" dirty="0"/>
              <a:t>：オーナーズマニュアル</a:t>
            </a:r>
            <a:endParaRPr kumimoji="1" lang="ja-JP" altLang="en-US" sz="1200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334808DF-F768-D00B-74DE-3038B4A90681}"/>
              </a:ext>
            </a:extLst>
          </p:cNvPr>
          <p:cNvSpPr txBox="1"/>
          <p:nvPr/>
        </p:nvSpPr>
        <p:spPr>
          <a:xfrm>
            <a:off x="9678841" y="3945384"/>
            <a:ext cx="2077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/>
              <a:t>※GTS</a:t>
            </a:r>
            <a:r>
              <a:rPr kumimoji="1" lang="ja-JP" altLang="en-US" sz="1100"/>
              <a:t>業務でも同様の課題あり</a:t>
            </a:r>
          </a:p>
        </p:txBody>
      </p:sp>
      <p:cxnSp>
        <p:nvCxnSpPr>
          <p:cNvPr id="152" name="直線矢印コネクタ 151">
            <a:extLst>
              <a:ext uri="{FF2B5EF4-FFF2-40B4-BE49-F238E27FC236}">
                <a16:creationId xmlns:a16="http://schemas.microsoft.com/office/drawing/2014/main" id="{7E816DE4-B420-D7DB-6901-7FA120EAAB71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8413278" y="3397199"/>
            <a:ext cx="1067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フローチャート: 書類 20">
            <a:extLst>
              <a:ext uri="{FF2B5EF4-FFF2-40B4-BE49-F238E27FC236}">
                <a16:creationId xmlns:a16="http://schemas.microsoft.com/office/drawing/2014/main" id="{AA0456C3-5D55-60AC-91B4-2F73C0167115}"/>
              </a:ext>
            </a:extLst>
          </p:cNvPr>
          <p:cNvSpPr/>
          <p:nvPr/>
        </p:nvSpPr>
        <p:spPr>
          <a:xfrm>
            <a:off x="8575388" y="3116711"/>
            <a:ext cx="709458" cy="600350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修理書</a:t>
            </a:r>
            <a:endParaRPr kumimoji="1" lang="en-US" altLang="ja-JP" sz="1200"/>
          </a:p>
        </p:txBody>
      </p:sp>
      <p:sp>
        <p:nvSpPr>
          <p:cNvPr id="25" name="円柱 24">
            <a:extLst>
              <a:ext uri="{FF2B5EF4-FFF2-40B4-BE49-F238E27FC236}">
                <a16:creationId xmlns:a16="http://schemas.microsoft.com/office/drawing/2014/main" id="{6E222974-FAE2-0E36-5980-C749F41D78FC}"/>
              </a:ext>
            </a:extLst>
          </p:cNvPr>
          <p:cNvSpPr/>
          <p:nvPr/>
        </p:nvSpPr>
        <p:spPr>
          <a:xfrm>
            <a:off x="8828240" y="3663402"/>
            <a:ext cx="709458" cy="35440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/>
              <a:t>SIAS II</a:t>
            </a:r>
            <a:endParaRPr kumimoji="1" lang="ja-JP" altLang="en-US" sz="1200"/>
          </a:p>
        </p:txBody>
      </p: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C81982F0-3CF6-E461-326F-52FFC7D63CFC}"/>
              </a:ext>
            </a:extLst>
          </p:cNvPr>
          <p:cNvCxnSpPr>
            <a:cxnSpLocks/>
            <a:stCxn id="64" idx="3"/>
            <a:endCxn id="67" idx="1"/>
          </p:cNvCxnSpPr>
          <p:nvPr/>
        </p:nvCxnSpPr>
        <p:spPr>
          <a:xfrm>
            <a:off x="8398537" y="6087931"/>
            <a:ext cx="10614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フローチャート: 書類 22">
            <a:extLst>
              <a:ext uri="{FF2B5EF4-FFF2-40B4-BE49-F238E27FC236}">
                <a16:creationId xmlns:a16="http://schemas.microsoft.com/office/drawing/2014/main" id="{21DD1648-4CC6-F029-3809-19FC82BA3A96}"/>
              </a:ext>
            </a:extLst>
          </p:cNvPr>
          <p:cNvSpPr/>
          <p:nvPr/>
        </p:nvSpPr>
        <p:spPr>
          <a:xfrm>
            <a:off x="8565402" y="5793106"/>
            <a:ext cx="709458" cy="600350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/>
              <a:t>OM</a:t>
            </a:r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4FEDE1DE-B1B1-90AD-3CE2-DAE221E6F98D}"/>
              </a:ext>
            </a:extLst>
          </p:cNvPr>
          <p:cNvSpPr/>
          <p:nvPr/>
        </p:nvSpPr>
        <p:spPr>
          <a:xfrm>
            <a:off x="9615275" y="4376132"/>
            <a:ext cx="396546" cy="870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050" dirty="0"/>
              <a:t>出荷</a:t>
            </a:r>
            <a:r>
              <a:rPr kumimoji="1" lang="ja-JP" altLang="en-US" sz="1050"/>
              <a:t>検査</a:t>
            </a:r>
            <a:endParaRPr kumimoji="1" lang="ja-JP" altLang="en-US" sz="1050" dirty="0"/>
          </a:p>
        </p:txBody>
      </p: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D37C9331-FD32-B22E-38C4-1FC922AD15E8}"/>
              </a:ext>
            </a:extLst>
          </p:cNvPr>
          <p:cNvCxnSpPr>
            <a:cxnSpLocks/>
            <a:stCxn id="70" idx="3"/>
            <a:endCxn id="160" idx="1"/>
          </p:cNvCxnSpPr>
          <p:nvPr/>
        </p:nvCxnSpPr>
        <p:spPr>
          <a:xfrm>
            <a:off x="8395493" y="4811346"/>
            <a:ext cx="1219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フローチャート: 書類 23">
            <a:extLst>
              <a:ext uri="{FF2B5EF4-FFF2-40B4-BE49-F238E27FC236}">
                <a16:creationId xmlns:a16="http://schemas.microsoft.com/office/drawing/2014/main" id="{186EB16D-ADA5-68A8-5BB0-520DE2230C5C}"/>
              </a:ext>
            </a:extLst>
          </p:cNvPr>
          <p:cNvSpPr/>
          <p:nvPr/>
        </p:nvSpPr>
        <p:spPr>
          <a:xfrm>
            <a:off x="8588749" y="4421674"/>
            <a:ext cx="709458" cy="600350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200"/>
              <a:t>電子</a:t>
            </a:r>
            <a:r>
              <a:rPr lang="ja-JP" altLang="en-US" sz="1200" dirty="0"/>
              <a:t>保証</a:t>
            </a:r>
            <a:endParaRPr lang="en-US" altLang="ja-JP" sz="1200"/>
          </a:p>
          <a:p>
            <a:pPr algn="ctr"/>
            <a:r>
              <a:rPr kumimoji="1" lang="ja-JP" altLang="en-US" sz="1200"/>
              <a:t>計画書</a:t>
            </a:r>
            <a:endParaRPr kumimoji="1" lang="en-US" altLang="ja-JP" sz="1200"/>
          </a:p>
        </p:txBody>
      </p:sp>
      <p:sp>
        <p:nvSpPr>
          <p:cNvPr id="26" name="円柱 25">
            <a:extLst>
              <a:ext uri="{FF2B5EF4-FFF2-40B4-BE49-F238E27FC236}">
                <a16:creationId xmlns:a16="http://schemas.microsoft.com/office/drawing/2014/main" id="{4D353C67-8499-2479-697F-3DEE2913EAD6}"/>
              </a:ext>
            </a:extLst>
          </p:cNvPr>
          <p:cNvSpPr/>
          <p:nvPr/>
        </p:nvSpPr>
        <p:spPr>
          <a:xfrm>
            <a:off x="8871522" y="4945037"/>
            <a:ext cx="709458" cy="35440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/>
              <a:t>T-VECS</a:t>
            </a:r>
            <a:endParaRPr kumimoji="1" lang="ja-JP" altLang="en-US" sz="1200"/>
          </a:p>
        </p:txBody>
      </p:sp>
      <p:sp>
        <p:nvSpPr>
          <p:cNvPr id="27" name="フローチャート: 内部記憶 26">
            <a:extLst>
              <a:ext uri="{FF2B5EF4-FFF2-40B4-BE49-F238E27FC236}">
                <a16:creationId xmlns:a16="http://schemas.microsoft.com/office/drawing/2014/main" id="{1E0FED2B-5372-7977-FAF9-5181C2BB944F}"/>
              </a:ext>
            </a:extLst>
          </p:cNvPr>
          <p:cNvSpPr/>
          <p:nvPr/>
        </p:nvSpPr>
        <p:spPr>
          <a:xfrm>
            <a:off x="1496843" y="5993869"/>
            <a:ext cx="1519246" cy="469420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読替なく理解</a:t>
            </a:r>
            <a:endParaRPr kumimoji="1" lang="en-US" altLang="ja-JP" sz="1200" b="1" dirty="0"/>
          </a:p>
          <a:p>
            <a:pPr algn="ctr"/>
            <a:r>
              <a:rPr kumimoji="1" lang="ja-JP" altLang="en-US" sz="1200" b="1" dirty="0"/>
              <a:t>できる設計情報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806F3C1E-15F9-E6DC-C76B-94EC73D4221A}"/>
              </a:ext>
            </a:extLst>
          </p:cNvPr>
          <p:cNvSpPr txBox="1"/>
          <p:nvPr/>
        </p:nvSpPr>
        <p:spPr>
          <a:xfrm>
            <a:off x="1534563" y="5637145"/>
            <a:ext cx="1840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OMUSVI</a:t>
            </a:r>
            <a:r>
              <a:rPr lang="ja-JP" altLang="en-US" sz="1400" dirty="0"/>
              <a:t>　</a:t>
            </a:r>
            <a:r>
              <a:rPr lang="en-US" altLang="ja-JP" sz="1400" dirty="0"/>
              <a:t>2.5</a:t>
            </a:r>
            <a:r>
              <a:rPr lang="ja-JP" altLang="en-US" sz="1400" dirty="0"/>
              <a:t>層</a:t>
            </a:r>
            <a:r>
              <a:rPr lang="en-US" altLang="ja-JP" sz="1400" dirty="0"/>
              <a:t>?</a:t>
            </a:r>
            <a:endParaRPr lang="ja-JP" altLang="en-US" sz="1400" dirty="0"/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31887E80-4EDC-6015-AF0B-0E82C1F109AC}"/>
              </a:ext>
            </a:extLst>
          </p:cNvPr>
          <p:cNvSpPr txBox="1"/>
          <p:nvPr/>
        </p:nvSpPr>
        <p:spPr>
          <a:xfrm>
            <a:off x="7078168" y="2118405"/>
            <a:ext cx="2332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・仕様書理解困難</a:t>
            </a:r>
            <a:endParaRPr kumimoji="1"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・設計ヒアリング要</a:t>
            </a:r>
            <a:endParaRPr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・読替</a:t>
            </a:r>
            <a:r>
              <a:rPr kumimoji="1" lang="en-US" altLang="ja-JP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転記</a:t>
            </a:r>
            <a:r>
              <a:rPr kumimoji="1" lang="en-US" altLang="ja-JP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二重管理</a:t>
            </a:r>
            <a:endParaRPr kumimoji="1"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F0BF2E7-E294-F7CF-85BA-AED3F676DA5D}"/>
              </a:ext>
            </a:extLst>
          </p:cNvPr>
          <p:cNvSpPr/>
          <p:nvPr/>
        </p:nvSpPr>
        <p:spPr>
          <a:xfrm>
            <a:off x="8828241" y="271953"/>
            <a:ext cx="3107454" cy="4103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リマインド（</a:t>
            </a:r>
            <a:r>
              <a:rPr kumimoji="1" lang="en-US" altLang="ja-JP" b="1"/>
              <a:t>1Q</a:t>
            </a:r>
            <a:r>
              <a:rPr kumimoji="1" lang="ja-JP" altLang="en-US" b="1"/>
              <a:t>決裁時と同じ）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4217602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１．活動背景</a:t>
            </a:r>
            <a:r>
              <a:rPr lang="ja-JP" altLang="en-US" sz="1800"/>
              <a:t>（①</a:t>
            </a:r>
            <a:r>
              <a:rPr lang="ja-JP" altLang="en-US" sz="1800" b="1"/>
              <a:t>制御仕様書</a:t>
            </a:r>
            <a:r>
              <a:rPr lang="en-US" altLang="ja-JP" sz="1800" b="1" dirty="0"/>
              <a:t>OMUSVI</a:t>
            </a:r>
            <a:r>
              <a:rPr lang="ja-JP" altLang="en-US" sz="1800"/>
              <a:t>）</a:t>
            </a:r>
            <a:endParaRPr kumimoji="1" lang="ja-JP" altLang="en-US" sz="32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FC5C3B7-0CB4-A62B-5D28-D8C7DACBBA30}"/>
              </a:ext>
            </a:extLst>
          </p:cNvPr>
          <p:cNvSpPr txBox="1"/>
          <p:nvPr/>
        </p:nvSpPr>
        <p:spPr>
          <a:xfrm>
            <a:off x="226724" y="959669"/>
            <a:ext cx="120896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「①</a:t>
            </a:r>
            <a:r>
              <a:rPr lang="ja-JP" altLang="en-US" b="1"/>
              <a:t>制御仕様書</a:t>
            </a:r>
            <a:r>
              <a:rPr lang="en-US" altLang="ja-JP" b="1" dirty="0"/>
              <a:t>OMUSVI</a:t>
            </a:r>
            <a:r>
              <a:rPr lang="ja-JP" altLang="en-US" b="1"/>
              <a:t>」</a:t>
            </a:r>
            <a:endParaRPr lang="en-US" altLang="ja-JP" b="1"/>
          </a:p>
          <a:p>
            <a:r>
              <a:rPr kumimoji="1" lang="ja-JP" altLang="en-US" b="1"/>
              <a:t>　　</a:t>
            </a:r>
            <a:r>
              <a:rPr kumimoji="1" lang="en-US" altLang="ja-JP" b="1"/>
              <a:t>【</a:t>
            </a:r>
            <a:r>
              <a:rPr kumimoji="1" lang="ja-JP" altLang="en-US" b="1"/>
              <a:t>対策</a:t>
            </a:r>
            <a:r>
              <a:rPr kumimoji="1" lang="en-US" altLang="ja-JP" b="1"/>
              <a:t>】</a:t>
            </a:r>
          </a:p>
          <a:p>
            <a:r>
              <a:rPr lang="ja-JP" altLang="en-US"/>
              <a:t>　　　まず「</a:t>
            </a:r>
            <a:r>
              <a:rPr lang="ja-JP" altLang="en-US" b="1"/>
              <a:t>余力創出</a:t>
            </a:r>
            <a:r>
              <a:rPr lang="ja-JP" altLang="en-US"/>
              <a:t>」のため、足元の困り事に対し</a:t>
            </a:r>
            <a:r>
              <a:rPr lang="en-US" altLang="ja-JP"/>
              <a:t>TPS</a:t>
            </a:r>
            <a:r>
              <a:rPr lang="ja-JP" altLang="en-US"/>
              <a:t>の視点で取り組む。そこで整理された「</a:t>
            </a:r>
            <a:r>
              <a:rPr lang="ja-JP" altLang="en-US" b="1"/>
              <a:t>情報</a:t>
            </a:r>
            <a:r>
              <a:rPr lang="ja-JP" altLang="en-US"/>
              <a:t>」を</a:t>
            </a:r>
            <a:r>
              <a:rPr lang="en-US" altLang="ja-JP"/>
              <a:t>OMUSVI</a:t>
            </a:r>
            <a:r>
              <a:rPr lang="ja-JP" altLang="en-US"/>
              <a:t>に繋げる。</a:t>
            </a:r>
            <a:br>
              <a:rPr lang="en-US" altLang="ja-JP"/>
            </a:br>
            <a:r>
              <a:rPr lang="ja-JP" altLang="en-US"/>
              <a:t>　　　「</a:t>
            </a:r>
            <a:r>
              <a:rPr lang="ja-JP" altLang="en-US" b="1"/>
              <a:t>制御仕様</a:t>
            </a:r>
            <a:r>
              <a:rPr lang="en-US" altLang="ja-JP" b="1"/>
              <a:t>(</a:t>
            </a:r>
            <a:r>
              <a:rPr lang="ja-JP" altLang="en-US" b="1"/>
              <a:t>ダイアグ仕様書</a:t>
            </a:r>
            <a:r>
              <a:rPr lang="en-US" altLang="ja-JP" b="1"/>
              <a:t>)</a:t>
            </a:r>
            <a:r>
              <a:rPr lang="ja-JP" altLang="en-US" b="1"/>
              <a:t>→修理書</a:t>
            </a:r>
            <a:r>
              <a:rPr lang="ja-JP" altLang="en-US"/>
              <a:t>」に着目して活動中。</a:t>
            </a:r>
            <a:br>
              <a:rPr lang="en-US" altLang="ja-JP"/>
            </a:br>
            <a:r>
              <a:rPr lang="ja-JP" altLang="en-US">
                <a:solidFill>
                  <a:srgbClr val="FF0000"/>
                </a:solidFill>
              </a:rPr>
              <a:t>　　　</a:t>
            </a:r>
            <a:r>
              <a:rPr lang="en-US" altLang="ja-JP">
                <a:solidFill>
                  <a:srgbClr val="FF0000"/>
                </a:solidFill>
              </a:rPr>
              <a:t>DTC</a:t>
            </a:r>
            <a:r>
              <a:rPr lang="en-US" altLang="ja-JP" baseline="30000">
                <a:solidFill>
                  <a:srgbClr val="FF0000"/>
                </a:solidFill>
              </a:rPr>
              <a:t>*1</a:t>
            </a:r>
            <a:r>
              <a:rPr lang="en-US" altLang="ja-JP">
                <a:solidFill>
                  <a:srgbClr val="FF0000"/>
                </a:solidFill>
              </a:rPr>
              <a:t> U</a:t>
            </a:r>
            <a:r>
              <a:rPr lang="ja-JP" altLang="en-US">
                <a:solidFill>
                  <a:srgbClr val="FF0000"/>
                </a:solidFill>
              </a:rPr>
              <a:t>コード自動引当は、</a:t>
            </a:r>
            <a:r>
              <a:rPr lang="en-US" altLang="ja-JP">
                <a:solidFill>
                  <a:srgbClr val="FF0000"/>
                </a:solidFill>
              </a:rPr>
              <a:t>26</a:t>
            </a:r>
            <a:r>
              <a:rPr lang="ja-JP" altLang="en-US">
                <a:solidFill>
                  <a:srgbClr val="FF0000"/>
                </a:solidFill>
              </a:rPr>
              <a:t>年度で</a:t>
            </a:r>
            <a:r>
              <a:rPr kumimoji="1" lang="en-US" altLang="ja-JP" b="1">
                <a:solidFill>
                  <a:srgbClr val="FF0000"/>
                </a:solidFill>
              </a:rPr>
              <a:t>PoC</a:t>
            </a:r>
            <a:r>
              <a:rPr kumimoji="1" lang="ja-JP" altLang="en-US" b="1">
                <a:solidFill>
                  <a:srgbClr val="FF0000"/>
                </a:solidFill>
              </a:rPr>
              <a:t>検証が効果あり</a:t>
            </a:r>
            <a:r>
              <a:rPr kumimoji="1" lang="ja-JP" altLang="en-US">
                <a:solidFill>
                  <a:srgbClr val="FF0000"/>
                </a:solidFill>
              </a:rPr>
              <a:t>となり、</a:t>
            </a:r>
            <a:r>
              <a:rPr kumimoji="1" lang="ja-JP" altLang="en-US" b="1">
                <a:solidFill>
                  <a:srgbClr val="FF0000"/>
                </a:solidFill>
              </a:rPr>
              <a:t>サービス部主体で運用トライ検討中</a:t>
            </a:r>
            <a:r>
              <a:rPr kumimoji="1" lang="ja-JP" altLang="en-US">
                <a:solidFill>
                  <a:srgbClr val="FF0000"/>
                </a:solidFill>
              </a:rPr>
              <a:t>。</a:t>
            </a:r>
            <a:r>
              <a:rPr kumimoji="1" lang="en-US" altLang="ja-JP">
                <a:solidFill>
                  <a:srgbClr val="FF0000"/>
                </a:solidFill>
              </a:rPr>
              <a:t>PDSX</a:t>
            </a:r>
            <a:r>
              <a:rPr kumimoji="1" lang="ja-JP" altLang="en-US">
                <a:solidFill>
                  <a:srgbClr val="FF0000"/>
                </a:solidFill>
              </a:rPr>
              <a:t>はサポート中。</a:t>
            </a:r>
            <a:br>
              <a:rPr kumimoji="1" lang="en-US" altLang="ja-JP">
                <a:solidFill>
                  <a:srgbClr val="FF0000"/>
                </a:solidFill>
              </a:rPr>
            </a:br>
            <a:r>
              <a:rPr kumimoji="1" lang="ja-JP" altLang="en-US">
                <a:solidFill>
                  <a:srgbClr val="FF0000"/>
                </a:solidFill>
              </a:rPr>
              <a:t>　　　</a:t>
            </a:r>
            <a:r>
              <a:rPr lang="en-US" altLang="ja-JP">
                <a:solidFill>
                  <a:srgbClr val="FF0000"/>
                </a:solidFill>
              </a:rPr>
              <a:t>2Q</a:t>
            </a:r>
            <a:r>
              <a:rPr lang="ja-JP" altLang="en-US">
                <a:solidFill>
                  <a:srgbClr val="FF0000"/>
                </a:solidFill>
              </a:rPr>
              <a:t>からは、</a:t>
            </a:r>
            <a:r>
              <a:rPr lang="en-US" altLang="ja-JP">
                <a:solidFill>
                  <a:srgbClr val="FF0000"/>
                </a:solidFill>
              </a:rPr>
              <a:t>U</a:t>
            </a:r>
            <a:r>
              <a:rPr lang="ja-JP" altLang="en-US">
                <a:solidFill>
                  <a:srgbClr val="FF0000"/>
                </a:solidFill>
              </a:rPr>
              <a:t>コードの横展で、</a:t>
            </a:r>
            <a:r>
              <a:rPr lang="en-US" altLang="ja-JP" b="1">
                <a:solidFill>
                  <a:srgbClr val="FF0000"/>
                </a:solidFill>
              </a:rPr>
              <a:t>DTC</a:t>
            </a:r>
            <a:r>
              <a:rPr lang="en-US" altLang="ja-JP" b="1" baseline="30000">
                <a:solidFill>
                  <a:srgbClr val="FF0000"/>
                </a:solidFill>
              </a:rPr>
              <a:t>*1</a:t>
            </a:r>
            <a:r>
              <a:rPr lang="en-US" altLang="ja-JP" b="1">
                <a:solidFill>
                  <a:srgbClr val="FF0000"/>
                </a:solidFill>
              </a:rPr>
              <a:t> B,C,P</a:t>
            </a:r>
            <a:r>
              <a:rPr lang="ja-JP" altLang="en-US" b="1">
                <a:solidFill>
                  <a:srgbClr val="FF0000"/>
                </a:solidFill>
              </a:rPr>
              <a:t>コード、</a:t>
            </a:r>
            <a:r>
              <a:rPr lang="en-US" altLang="ja-JP" b="1">
                <a:solidFill>
                  <a:srgbClr val="FF0000"/>
                </a:solidFill>
              </a:rPr>
              <a:t>GTS</a:t>
            </a:r>
            <a:r>
              <a:rPr lang="ja-JP" altLang="en-US" b="1">
                <a:solidFill>
                  <a:srgbClr val="FF0000"/>
                </a:solidFill>
              </a:rPr>
              <a:t>カスタマイズ</a:t>
            </a:r>
            <a:r>
              <a:rPr lang="en-US" altLang="ja-JP" b="1" baseline="30000">
                <a:solidFill>
                  <a:srgbClr val="FF0000"/>
                </a:solidFill>
              </a:rPr>
              <a:t>*2</a:t>
            </a:r>
            <a:r>
              <a:rPr lang="ja-JP" altLang="en-US" b="1">
                <a:solidFill>
                  <a:srgbClr val="FF0000"/>
                </a:solidFill>
              </a:rPr>
              <a:t>の自動引当検討</a:t>
            </a:r>
            <a:r>
              <a:rPr lang="ja-JP" altLang="en-US">
                <a:solidFill>
                  <a:srgbClr val="FF0000"/>
                </a:solidFill>
              </a:rPr>
              <a:t>を実施中。</a:t>
            </a:r>
            <a:endParaRPr kumimoji="1" lang="en-US" altLang="ja-JP">
              <a:solidFill>
                <a:srgbClr val="FF0000"/>
              </a:solidFill>
            </a:endParaRPr>
          </a:p>
        </p:txBody>
      </p:sp>
      <p:sp>
        <p:nvSpPr>
          <p:cNvPr id="16" name="フローチャート: 処理 15">
            <a:extLst>
              <a:ext uri="{FF2B5EF4-FFF2-40B4-BE49-F238E27FC236}">
                <a16:creationId xmlns:a16="http://schemas.microsoft.com/office/drawing/2014/main" id="{BCE5A32B-E993-8A25-BF71-C6024A79E00B}"/>
              </a:ext>
            </a:extLst>
          </p:cNvPr>
          <p:cNvSpPr/>
          <p:nvPr/>
        </p:nvSpPr>
        <p:spPr>
          <a:xfrm>
            <a:off x="2829145" y="2856461"/>
            <a:ext cx="1881102" cy="2895200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ローチャート: 処理 16">
            <a:extLst>
              <a:ext uri="{FF2B5EF4-FFF2-40B4-BE49-F238E27FC236}">
                <a16:creationId xmlns:a16="http://schemas.microsoft.com/office/drawing/2014/main" id="{6F6186E7-501C-F444-E86D-D07534989190}"/>
              </a:ext>
            </a:extLst>
          </p:cNvPr>
          <p:cNvSpPr/>
          <p:nvPr/>
        </p:nvSpPr>
        <p:spPr>
          <a:xfrm>
            <a:off x="866777" y="3511704"/>
            <a:ext cx="1754123" cy="1584713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グラフィックス 18" descr="ユーザー 枠線">
            <a:extLst>
              <a:ext uri="{FF2B5EF4-FFF2-40B4-BE49-F238E27FC236}">
                <a16:creationId xmlns:a16="http://schemas.microsoft.com/office/drawing/2014/main" id="{49D95AB4-D52F-01A8-F556-C71D52E65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8274" y="2933019"/>
            <a:ext cx="870428" cy="870428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36BDCE8-6472-B9E9-7ACC-16F9186A2D62}"/>
              </a:ext>
            </a:extLst>
          </p:cNvPr>
          <p:cNvSpPr txBox="1"/>
          <p:nvPr/>
        </p:nvSpPr>
        <p:spPr>
          <a:xfrm>
            <a:off x="3031618" y="366117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設計</a:t>
            </a:r>
          </a:p>
        </p:txBody>
      </p:sp>
      <p:pic>
        <p:nvPicPr>
          <p:cNvPr id="25" name="グラフィックス 24" descr="ユーザー 枠線">
            <a:extLst>
              <a:ext uri="{FF2B5EF4-FFF2-40B4-BE49-F238E27FC236}">
                <a16:creationId xmlns:a16="http://schemas.microsoft.com/office/drawing/2014/main" id="{C78B20F0-7B8C-E074-73D1-62665A7C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411" y="3636639"/>
            <a:ext cx="870428" cy="870428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A215D91-CAF5-2112-5A1C-6BB738AF84B9}"/>
              </a:ext>
            </a:extLst>
          </p:cNvPr>
          <p:cNvSpPr txBox="1"/>
          <p:nvPr/>
        </p:nvSpPr>
        <p:spPr>
          <a:xfrm>
            <a:off x="1164996" y="4364794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Z</a:t>
            </a:r>
            <a:endParaRPr kumimoji="1" lang="ja-JP" altLang="en-US" sz="1400"/>
          </a:p>
        </p:txBody>
      </p:sp>
      <p:sp>
        <p:nvSpPr>
          <p:cNvPr id="27" name="四角形: メモ 26">
            <a:extLst>
              <a:ext uri="{FF2B5EF4-FFF2-40B4-BE49-F238E27FC236}">
                <a16:creationId xmlns:a16="http://schemas.microsoft.com/office/drawing/2014/main" id="{FFCE0FDC-31DC-78F4-E7BD-3ACC6CD26788}"/>
              </a:ext>
            </a:extLst>
          </p:cNvPr>
          <p:cNvSpPr/>
          <p:nvPr/>
        </p:nvSpPr>
        <p:spPr>
          <a:xfrm>
            <a:off x="1743839" y="3906717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車両仕様書</a:t>
            </a:r>
          </a:p>
        </p:txBody>
      </p:sp>
      <p:pic>
        <p:nvPicPr>
          <p:cNvPr id="29" name="図 28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AE96E0D-9109-C2BD-A97C-B54DC1DC1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877" y="4549164"/>
            <a:ext cx="318915" cy="323758"/>
          </a:xfrm>
          <a:prstGeom prst="rect">
            <a:avLst/>
          </a:prstGeom>
        </p:spPr>
      </p:pic>
      <p:sp>
        <p:nvSpPr>
          <p:cNvPr id="31" name="四角形: メモ 30">
            <a:extLst>
              <a:ext uri="{FF2B5EF4-FFF2-40B4-BE49-F238E27FC236}">
                <a16:creationId xmlns:a16="http://schemas.microsoft.com/office/drawing/2014/main" id="{3591F270-859C-5BBB-BF34-8D595BA8D1B3}"/>
              </a:ext>
            </a:extLst>
          </p:cNvPr>
          <p:cNvSpPr/>
          <p:nvPr/>
        </p:nvSpPr>
        <p:spPr>
          <a:xfrm>
            <a:off x="3881070" y="3068058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制御</a:t>
            </a:r>
            <a:endParaRPr kumimoji="1" lang="en-US" altLang="ja-JP" sz="1200"/>
          </a:p>
          <a:p>
            <a:pPr algn="ctr"/>
            <a:r>
              <a:rPr kumimoji="1" lang="ja-JP" altLang="en-US" sz="1200"/>
              <a:t>仕様書</a:t>
            </a:r>
          </a:p>
        </p:txBody>
      </p:sp>
      <p:pic>
        <p:nvPicPr>
          <p:cNvPr id="32" name="図 31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710E9D0-C02E-DE64-679E-87BDBD8BB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341" y="5119352"/>
            <a:ext cx="318915" cy="323758"/>
          </a:xfrm>
          <a:prstGeom prst="rect">
            <a:avLst/>
          </a:prstGeom>
        </p:spPr>
      </p:pic>
      <p:sp>
        <p:nvSpPr>
          <p:cNvPr id="33" name="四角形: メモ 32">
            <a:extLst>
              <a:ext uri="{FF2B5EF4-FFF2-40B4-BE49-F238E27FC236}">
                <a16:creationId xmlns:a16="http://schemas.microsoft.com/office/drawing/2014/main" id="{C8341E9F-1FEB-0D69-FD0A-2E3D8285CD70}"/>
              </a:ext>
            </a:extLst>
          </p:cNvPr>
          <p:cNvSpPr/>
          <p:nvPr/>
        </p:nvSpPr>
        <p:spPr>
          <a:xfrm>
            <a:off x="3881070" y="3715011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b="1"/>
              <a:t>ダイアグ</a:t>
            </a:r>
            <a:endParaRPr kumimoji="1" lang="en-US" altLang="ja-JP" sz="1200" b="1"/>
          </a:p>
          <a:p>
            <a:pPr algn="ctr"/>
            <a:r>
              <a:rPr kumimoji="1" lang="ja-JP" altLang="en-US" sz="1200" b="1"/>
              <a:t>仕様</a:t>
            </a:r>
            <a:r>
              <a:rPr lang="ja-JP" altLang="en-US" sz="1200" b="1"/>
              <a:t>書</a:t>
            </a:r>
            <a:endParaRPr kumimoji="1" lang="en-US" altLang="ja-JP" sz="1200" b="1"/>
          </a:p>
        </p:txBody>
      </p:sp>
      <p:sp>
        <p:nvSpPr>
          <p:cNvPr id="34" name="四角形: メモ 33">
            <a:extLst>
              <a:ext uri="{FF2B5EF4-FFF2-40B4-BE49-F238E27FC236}">
                <a16:creationId xmlns:a16="http://schemas.microsoft.com/office/drawing/2014/main" id="{5335CB45-7E0C-541A-A836-163A3DCB14C1}"/>
              </a:ext>
            </a:extLst>
          </p:cNvPr>
          <p:cNvSpPr/>
          <p:nvPr/>
        </p:nvSpPr>
        <p:spPr>
          <a:xfrm>
            <a:off x="3881070" y="4383396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b="1"/>
              <a:t>・・・</a:t>
            </a:r>
            <a:endParaRPr kumimoji="1" lang="en-US" altLang="ja-JP" sz="1200" b="1"/>
          </a:p>
        </p:txBody>
      </p: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525F47C9-CB32-1E55-6277-6766D98E3366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>
            <a:off x="2620900" y="4304061"/>
            <a:ext cx="208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51E59B5E-1832-09EF-F7D4-2C2FC04DAA51}"/>
              </a:ext>
            </a:extLst>
          </p:cNvPr>
          <p:cNvSpPr txBox="1"/>
          <p:nvPr/>
        </p:nvSpPr>
        <p:spPr>
          <a:xfrm>
            <a:off x="10730461" y="3068058"/>
            <a:ext cx="11522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/>
              <a:t>※GTS</a:t>
            </a:r>
            <a:r>
              <a:rPr kumimoji="1" lang="ja-JP" altLang="en-US" sz="1100"/>
              <a:t>業務でも</a:t>
            </a:r>
            <a:endParaRPr kumimoji="1" lang="en-US" altLang="ja-JP" sz="1100"/>
          </a:p>
          <a:p>
            <a:r>
              <a:rPr lang="ja-JP" altLang="en-US" sz="1100"/>
              <a:t>　</a:t>
            </a:r>
            <a:r>
              <a:rPr kumimoji="1" lang="ja-JP" altLang="en-US" sz="1100"/>
              <a:t>同様の課題あり</a:t>
            </a:r>
          </a:p>
        </p:txBody>
      </p:sp>
      <p:sp>
        <p:nvSpPr>
          <p:cNvPr id="121" name="円柱 120">
            <a:extLst>
              <a:ext uri="{FF2B5EF4-FFF2-40B4-BE49-F238E27FC236}">
                <a16:creationId xmlns:a16="http://schemas.microsoft.com/office/drawing/2014/main" id="{50572AA1-A2F8-753D-5F5D-08C12CAA5DA0}"/>
              </a:ext>
            </a:extLst>
          </p:cNvPr>
          <p:cNvSpPr/>
          <p:nvPr/>
        </p:nvSpPr>
        <p:spPr>
          <a:xfrm>
            <a:off x="4892754" y="4434548"/>
            <a:ext cx="3193562" cy="1030540"/>
          </a:xfrm>
          <a:prstGeom prst="can">
            <a:avLst>
              <a:gd name="adj" fmla="val 28867"/>
            </a:avLst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E9C16572-074A-1B38-708A-9F5A095933DD}"/>
              </a:ext>
            </a:extLst>
          </p:cNvPr>
          <p:cNvSpPr txBox="1"/>
          <p:nvPr/>
        </p:nvSpPr>
        <p:spPr>
          <a:xfrm>
            <a:off x="5758392" y="4442585"/>
            <a:ext cx="1404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>
                <a:solidFill>
                  <a:prstClr val="black"/>
                </a:solidFill>
                <a:latin typeface="Meiryo UI" panose="020B0604030504040204" pitchFamily="50" charset="-128"/>
              </a:rPr>
              <a:t>設計情報</a:t>
            </a:r>
            <a:r>
              <a:rPr lang="en-US" altLang="ja-JP" sz="1200" b="1">
                <a:solidFill>
                  <a:prstClr val="black"/>
                </a:solidFill>
                <a:latin typeface="Meiryo UI" panose="020B0604030504040204" pitchFamily="50" charset="-128"/>
              </a:rPr>
              <a:t>DB</a:t>
            </a:r>
            <a:r>
              <a:rPr lang="ja-JP" altLang="en-US" sz="1200" b="1">
                <a:solidFill>
                  <a:prstClr val="black"/>
                </a:solidFill>
                <a:latin typeface="Meiryo UI" panose="020B0604030504040204" pitchFamily="50" charset="-128"/>
              </a:rPr>
              <a:t> </a:t>
            </a:r>
            <a:r>
              <a:rPr lang="en-US" altLang="ja-JP" sz="1200" b="1">
                <a:solidFill>
                  <a:prstClr val="black"/>
                </a:solidFill>
                <a:latin typeface="Meiryo UI" panose="020B0604030504040204" pitchFamily="50" charset="-128"/>
              </a:rPr>
              <a:t>PoC</a:t>
            </a:r>
            <a:endParaRPr lang="ja-JP" altLang="en-US" sz="1200" b="1">
              <a:solidFill>
                <a:prstClr val="black"/>
              </a:solidFill>
              <a:latin typeface="Meiryo UI" panose="020B0604030504040204" pitchFamily="50" charset="-128"/>
            </a:endParaRPr>
          </a:p>
        </p:txBody>
      </p:sp>
      <p:sp>
        <p:nvSpPr>
          <p:cNvPr id="123" name="フローチャート: 内部記憶 122">
            <a:extLst>
              <a:ext uri="{FF2B5EF4-FFF2-40B4-BE49-F238E27FC236}">
                <a16:creationId xmlns:a16="http://schemas.microsoft.com/office/drawing/2014/main" id="{2980B0D8-D55A-102F-92F7-AB760E6D37DB}"/>
              </a:ext>
            </a:extLst>
          </p:cNvPr>
          <p:cNvSpPr/>
          <p:nvPr/>
        </p:nvSpPr>
        <p:spPr>
          <a:xfrm>
            <a:off x="5099690" y="4824757"/>
            <a:ext cx="709458" cy="439937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b="1" dirty="0"/>
              <a:t>ダイアグ</a:t>
            </a:r>
            <a:endParaRPr kumimoji="1" lang="en-US" altLang="ja-JP" sz="1100" b="1" dirty="0"/>
          </a:p>
          <a:p>
            <a:pPr algn="ctr"/>
            <a:r>
              <a:rPr kumimoji="1" lang="ja-JP" altLang="en-US" sz="1100" b="1" dirty="0"/>
              <a:t>マスタ</a:t>
            </a:r>
          </a:p>
        </p:txBody>
      </p:sp>
      <p:sp>
        <p:nvSpPr>
          <p:cNvPr id="124" name="フローチャート: 処理 123">
            <a:extLst>
              <a:ext uri="{FF2B5EF4-FFF2-40B4-BE49-F238E27FC236}">
                <a16:creationId xmlns:a16="http://schemas.microsoft.com/office/drawing/2014/main" id="{E61FD980-B4B7-49A0-1520-E2065CE0F5BE}"/>
              </a:ext>
            </a:extLst>
          </p:cNvPr>
          <p:cNvSpPr/>
          <p:nvPr/>
        </p:nvSpPr>
        <p:spPr>
          <a:xfrm>
            <a:off x="5976454" y="4895133"/>
            <a:ext cx="1110598" cy="276999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b="1"/>
              <a:t>自動引当処理</a:t>
            </a:r>
          </a:p>
        </p:txBody>
      </p:sp>
      <p:sp>
        <p:nvSpPr>
          <p:cNvPr id="125" name="フローチャート: 内部記憶 124">
            <a:extLst>
              <a:ext uri="{FF2B5EF4-FFF2-40B4-BE49-F238E27FC236}">
                <a16:creationId xmlns:a16="http://schemas.microsoft.com/office/drawing/2014/main" id="{994DAF1A-EC5A-E145-AA2B-4680A0735E42}"/>
              </a:ext>
            </a:extLst>
          </p:cNvPr>
          <p:cNvSpPr/>
          <p:nvPr/>
        </p:nvSpPr>
        <p:spPr>
          <a:xfrm>
            <a:off x="7215212" y="4824757"/>
            <a:ext cx="709458" cy="439937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b="1"/>
              <a:t>引当結果</a:t>
            </a:r>
            <a:endParaRPr kumimoji="1" lang="en-US" altLang="ja-JP" sz="1100" b="1"/>
          </a:p>
        </p:txBody>
      </p:sp>
      <p:sp>
        <p:nvSpPr>
          <p:cNvPr id="127" name="円柱 126">
            <a:extLst>
              <a:ext uri="{FF2B5EF4-FFF2-40B4-BE49-F238E27FC236}">
                <a16:creationId xmlns:a16="http://schemas.microsoft.com/office/drawing/2014/main" id="{9D499747-EA33-2AE9-EECB-424A4C4AAC9B}"/>
              </a:ext>
            </a:extLst>
          </p:cNvPr>
          <p:cNvSpPr/>
          <p:nvPr/>
        </p:nvSpPr>
        <p:spPr>
          <a:xfrm>
            <a:off x="5787694" y="5673322"/>
            <a:ext cx="775790" cy="589758"/>
          </a:xfrm>
          <a:prstGeom prst="can">
            <a:avLst>
              <a:gd name="adj" fmla="val 38031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DFB70A62-C194-7604-0F76-5FD531C09A56}"/>
              </a:ext>
            </a:extLst>
          </p:cNvPr>
          <p:cNvSpPr txBox="1"/>
          <p:nvPr/>
        </p:nvSpPr>
        <p:spPr>
          <a:xfrm>
            <a:off x="5697311" y="5847582"/>
            <a:ext cx="98976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>
                <a:solidFill>
                  <a:prstClr val="black"/>
                </a:solidFill>
                <a:latin typeface="Meiryo UI" panose="020B0604030504040204" pitchFamily="50" charset="-128"/>
              </a:rPr>
              <a:t>LAN-DB2</a:t>
            </a:r>
          </a:p>
          <a:p>
            <a:pPr algn="ctr"/>
            <a:r>
              <a:rPr lang="ja-JP" altLang="en-US" sz="1050">
                <a:solidFill>
                  <a:prstClr val="black"/>
                </a:solidFill>
                <a:latin typeface="Meiryo UI" panose="020B0604030504040204" pitchFamily="50" charset="-128"/>
              </a:rPr>
              <a:t>通信仕様</a:t>
            </a:r>
          </a:p>
        </p:txBody>
      </p: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4F306FC3-444A-4123-DC0D-C084D5C6B352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6170763" y="5461278"/>
            <a:ext cx="4826" cy="212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テキスト ボックス 133">
            <a:extLst>
              <a:ext uri="{FF2B5EF4-FFF2-40B4-BE49-F238E27FC236}">
                <a16:creationId xmlns:a16="http://schemas.microsoft.com/office/drawing/2014/main" id="{F829B155-7CBE-429E-9D5D-9802D74AF3EB}"/>
              </a:ext>
            </a:extLst>
          </p:cNvPr>
          <p:cNvSpPr txBox="1"/>
          <p:nvPr/>
        </p:nvSpPr>
        <p:spPr>
          <a:xfrm>
            <a:off x="6228301" y="5464869"/>
            <a:ext cx="5651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>
                <a:solidFill>
                  <a:prstClr val="black"/>
                </a:solidFill>
                <a:latin typeface="Meiryo UI" panose="020B0604030504040204" pitchFamily="50" charset="-128"/>
              </a:rPr>
              <a:t>連携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541229F6-8847-A94E-BE65-700EFD7F6F15}"/>
              </a:ext>
            </a:extLst>
          </p:cNvPr>
          <p:cNvSpPr txBox="1"/>
          <p:nvPr/>
        </p:nvSpPr>
        <p:spPr>
          <a:xfrm>
            <a:off x="8126942" y="4741926"/>
            <a:ext cx="39084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>
                <a:solidFill>
                  <a:srgbClr val="FF0000"/>
                </a:solidFill>
              </a:rPr>
              <a:t>GTS</a:t>
            </a:r>
            <a:r>
              <a:rPr lang="ja-JP" altLang="en-US" sz="1400" b="1">
                <a:solidFill>
                  <a:srgbClr val="FF0000"/>
                </a:solidFill>
              </a:rPr>
              <a:t>カスタマイズは、サービス部に加え、</a:t>
            </a:r>
            <a:endParaRPr lang="en-US" altLang="ja-JP" sz="1400" b="1">
              <a:solidFill>
                <a:srgbClr val="FF0000"/>
              </a:solidFill>
            </a:endParaRPr>
          </a:p>
          <a:p>
            <a:r>
              <a:rPr lang="ja-JP" altLang="en-US" sz="1400" b="1">
                <a:solidFill>
                  <a:srgbClr val="FF0000"/>
                </a:solidFill>
              </a:rPr>
              <a:t>お客様関連部も同様課題があり、効果波及度高い</a:t>
            </a:r>
            <a:endParaRPr kumimoji="1" lang="en-US" altLang="ja-JP" sz="1400" b="1" dirty="0">
              <a:solidFill>
                <a:srgbClr val="FF0000"/>
              </a:solidFill>
            </a:endParaRPr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D28CD58B-E7FF-B169-5677-D286AF8BCAAE}"/>
              </a:ext>
            </a:extLst>
          </p:cNvPr>
          <p:cNvSpPr txBox="1"/>
          <p:nvPr/>
        </p:nvSpPr>
        <p:spPr>
          <a:xfrm>
            <a:off x="4743362" y="3724482"/>
            <a:ext cx="1625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/>
              <a:t>設計、後工程ともに</a:t>
            </a:r>
            <a:endParaRPr kumimoji="1" lang="en-US" altLang="ja-JP" sz="1400" b="1"/>
          </a:p>
          <a:p>
            <a:r>
              <a:rPr lang="ja-JP" altLang="en-US" sz="1400" b="1"/>
              <a:t>同じマスタを参照</a:t>
            </a:r>
            <a:endParaRPr kumimoji="1" lang="ja-JP" altLang="en-US" sz="1400" b="1"/>
          </a:p>
        </p:txBody>
      </p: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D6A138C9-5BED-BE0C-CC77-10C64F1CA7AF}"/>
              </a:ext>
            </a:extLst>
          </p:cNvPr>
          <p:cNvCxnSpPr>
            <a:cxnSpLocks/>
            <a:stCxn id="33" idx="3"/>
            <a:endCxn id="123" idx="0"/>
          </p:cNvCxnSpPr>
          <p:nvPr/>
        </p:nvCxnSpPr>
        <p:spPr>
          <a:xfrm>
            <a:off x="4590528" y="4015186"/>
            <a:ext cx="863891" cy="809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B5F540C8-263B-6D62-A342-B7D672D41E3E}"/>
              </a:ext>
            </a:extLst>
          </p:cNvPr>
          <p:cNvSpPr txBox="1"/>
          <p:nvPr/>
        </p:nvSpPr>
        <p:spPr>
          <a:xfrm>
            <a:off x="3846135" y="6006093"/>
            <a:ext cx="2046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足元活動で情報整理し、</a:t>
            </a:r>
            <a:r>
              <a:rPr lang="en-US" altLang="ja-JP" sz="1400" b="1">
                <a:latin typeface="Meiryo UI" panose="020B0604030504040204" pitchFamily="50" charset="-128"/>
                <a:ea typeface="Meiryo UI" panose="020B0604030504040204" pitchFamily="50" charset="-128"/>
              </a:rPr>
              <a:t>OMUSVI</a:t>
            </a:r>
            <a:r>
              <a:rPr lang="ja-JP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に繋げる</a:t>
            </a:r>
            <a:endParaRPr lang="en-US" altLang="ja-JP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8" name="テキスト ボックス 157">
            <a:extLst>
              <a:ext uri="{FF2B5EF4-FFF2-40B4-BE49-F238E27FC236}">
                <a16:creationId xmlns:a16="http://schemas.microsoft.com/office/drawing/2014/main" id="{CF19D4BD-3D2E-994D-7D98-0317F4F81C72}"/>
              </a:ext>
            </a:extLst>
          </p:cNvPr>
          <p:cNvSpPr txBox="1"/>
          <p:nvPr/>
        </p:nvSpPr>
        <p:spPr>
          <a:xfrm>
            <a:off x="7185750" y="4401101"/>
            <a:ext cx="1771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/>
              <a:t>自動引当</a:t>
            </a:r>
            <a:r>
              <a:rPr lang="ja-JP" altLang="en-US" sz="1400" b="1"/>
              <a:t>結果を活用</a:t>
            </a:r>
            <a:endParaRPr kumimoji="1" lang="ja-JP" altLang="en-US" sz="1400" b="1"/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5CEF016B-5319-6D16-C73D-DC3DE1133DC0}"/>
              </a:ext>
            </a:extLst>
          </p:cNvPr>
          <p:cNvSpPr/>
          <p:nvPr/>
        </p:nvSpPr>
        <p:spPr>
          <a:xfrm>
            <a:off x="3803776" y="3676140"/>
            <a:ext cx="857100" cy="68865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柱 4">
            <a:extLst>
              <a:ext uri="{FF2B5EF4-FFF2-40B4-BE49-F238E27FC236}">
                <a16:creationId xmlns:a16="http://schemas.microsoft.com/office/drawing/2014/main" id="{A784C3BA-B913-D6D0-2780-1A90565363ED}"/>
              </a:ext>
            </a:extLst>
          </p:cNvPr>
          <p:cNvSpPr/>
          <p:nvPr/>
        </p:nvSpPr>
        <p:spPr>
          <a:xfrm>
            <a:off x="1058317" y="5614117"/>
            <a:ext cx="2371767" cy="947589"/>
          </a:xfrm>
          <a:prstGeom prst="can">
            <a:avLst>
              <a:gd name="adj" fmla="val 3465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6" name="フローチャート: 内部記憶 5">
            <a:extLst>
              <a:ext uri="{FF2B5EF4-FFF2-40B4-BE49-F238E27FC236}">
                <a16:creationId xmlns:a16="http://schemas.microsoft.com/office/drawing/2014/main" id="{F90C7851-9653-AB36-D0D9-3985F66202A4}"/>
              </a:ext>
            </a:extLst>
          </p:cNvPr>
          <p:cNvSpPr/>
          <p:nvPr/>
        </p:nvSpPr>
        <p:spPr>
          <a:xfrm>
            <a:off x="1496843" y="5993869"/>
            <a:ext cx="1519246" cy="469420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読替なく理解</a:t>
            </a:r>
            <a:endParaRPr kumimoji="1" lang="en-US" altLang="ja-JP" sz="1200" b="1" dirty="0"/>
          </a:p>
          <a:p>
            <a:pPr algn="ctr"/>
            <a:r>
              <a:rPr kumimoji="1" lang="ja-JP" altLang="en-US" sz="1200" b="1" dirty="0"/>
              <a:t>できる設計情報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E97442C-DFBB-BA92-69C0-5FEB20B52B56}"/>
              </a:ext>
            </a:extLst>
          </p:cNvPr>
          <p:cNvSpPr txBox="1"/>
          <p:nvPr/>
        </p:nvSpPr>
        <p:spPr>
          <a:xfrm>
            <a:off x="1534563" y="5637145"/>
            <a:ext cx="1840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OMUSVI</a:t>
            </a:r>
            <a:r>
              <a:rPr lang="ja-JP" altLang="en-US" sz="1400" dirty="0"/>
              <a:t>　</a:t>
            </a:r>
            <a:r>
              <a:rPr lang="en-US" altLang="ja-JP" sz="1400" dirty="0"/>
              <a:t>2.5</a:t>
            </a:r>
            <a:r>
              <a:rPr lang="ja-JP" altLang="en-US" sz="1400" dirty="0"/>
              <a:t>層</a:t>
            </a:r>
            <a:r>
              <a:rPr lang="en-US" altLang="ja-JP" sz="1400" dirty="0"/>
              <a:t>?</a:t>
            </a:r>
            <a:endParaRPr lang="ja-JP" altLang="en-US" sz="1400" dirty="0"/>
          </a:p>
        </p:txBody>
      </p:sp>
      <p:sp>
        <p:nvSpPr>
          <p:cNvPr id="152" name="矢印: 左 151">
            <a:extLst>
              <a:ext uri="{FF2B5EF4-FFF2-40B4-BE49-F238E27FC236}">
                <a16:creationId xmlns:a16="http://schemas.microsoft.com/office/drawing/2014/main" id="{91A44864-3EBC-736F-A14F-CC3A9C69233C}"/>
              </a:ext>
            </a:extLst>
          </p:cNvPr>
          <p:cNvSpPr/>
          <p:nvPr/>
        </p:nvSpPr>
        <p:spPr>
          <a:xfrm rot="20462472">
            <a:off x="3267296" y="5613502"/>
            <a:ext cx="2115826" cy="421449"/>
          </a:xfrm>
          <a:prstGeom prst="lef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A0246CA-E7F3-695D-E70A-204C227411BD}"/>
              </a:ext>
            </a:extLst>
          </p:cNvPr>
          <p:cNvSpPr txBox="1"/>
          <p:nvPr/>
        </p:nvSpPr>
        <p:spPr>
          <a:xfrm>
            <a:off x="7924670" y="5625507"/>
            <a:ext cx="4072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*</a:t>
            </a:r>
            <a:r>
              <a:rPr kumimoji="1" lang="en-US" altLang="ja-JP" sz="1200"/>
              <a:t>1</a:t>
            </a:r>
            <a:r>
              <a:rPr lang="ja-JP" altLang="en-US" sz="1200"/>
              <a:t>　</a:t>
            </a:r>
            <a:r>
              <a:rPr kumimoji="1" lang="en-US" altLang="ja-JP" sz="1200"/>
              <a:t>DTC</a:t>
            </a:r>
            <a:r>
              <a:rPr kumimoji="1" lang="ja-JP" altLang="en-US" sz="1200"/>
              <a:t>：　ダイアグトラブルコードの</a:t>
            </a:r>
            <a:r>
              <a:rPr lang="ja-JP" altLang="en-US" sz="1200"/>
              <a:t>こと。</a:t>
            </a:r>
            <a:br>
              <a:rPr lang="en-US" altLang="ja-JP" sz="1200"/>
            </a:br>
            <a:r>
              <a:rPr lang="ja-JP" altLang="en-US" sz="1200"/>
              <a:t>種類として、</a:t>
            </a:r>
            <a:r>
              <a:rPr kumimoji="1" lang="ja-JP" altLang="en-US" sz="1200"/>
              <a:t>電子</a:t>
            </a:r>
            <a:r>
              <a:rPr kumimoji="1" lang="ja-JP" altLang="en-US" sz="1200" dirty="0"/>
              <a:t>部品間の通信途絶に</a:t>
            </a:r>
            <a:r>
              <a:rPr kumimoji="1" lang="ja-JP" altLang="en-US" sz="1200"/>
              <a:t>関するコード（</a:t>
            </a:r>
            <a:r>
              <a:rPr kumimoji="1" lang="en-US" altLang="ja-JP" sz="1200"/>
              <a:t>U</a:t>
            </a:r>
            <a:r>
              <a:rPr kumimoji="1" lang="ja-JP" altLang="en-US" sz="1200"/>
              <a:t>）他、</a:t>
            </a:r>
            <a:endParaRPr kumimoji="1" lang="en-US" altLang="ja-JP" sz="1200" dirty="0"/>
          </a:p>
          <a:p>
            <a:r>
              <a:rPr lang="ja-JP" altLang="en-US" sz="1200"/>
              <a:t>パワトレ</a:t>
            </a:r>
            <a:r>
              <a:rPr lang="ja-JP" altLang="en-US" sz="1200" dirty="0"/>
              <a:t>系（</a:t>
            </a:r>
            <a:r>
              <a:rPr lang="en-US" altLang="ja-JP" sz="1200" dirty="0"/>
              <a:t>P</a:t>
            </a:r>
            <a:r>
              <a:rPr lang="ja-JP" altLang="en-US" sz="1200" dirty="0"/>
              <a:t>）、シャシー系（</a:t>
            </a:r>
            <a:r>
              <a:rPr lang="en-US" altLang="ja-JP" sz="1200" dirty="0"/>
              <a:t>C</a:t>
            </a:r>
            <a:r>
              <a:rPr lang="ja-JP" altLang="en-US" sz="1200" dirty="0"/>
              <a:t>）、ボデー系（</a:t>
            </a:r>
            <a:r>
              <a:rPr lang="en-US" altLang="ja-JP" sz="1200" dirty="0"/>
              <a:t>B</a:t>
            </a:r>
            <a:r>
              <a:rPr lang="ja-JP" altLang="en-US" sz="1200" dirty="0"/>
              <a:t>）</a:t>
            </a:r>
            <a:r>
              <a:rPr lang="ja-JP" altLang="en-US" sz="1200"/>
              <a:t>がある</a:t>
            </a:r>
            <a:endParaRPr lang="en-US" altLang="ja-JP" sz="1200"/>
          </a:p>
          <a:p>
            <a:r>
              <a:rPr kumimoji="1" lang="en-US" altLang="ja-JP" sz="1200" b="1">
                <a:solidFill>
                  <a:srgbClr val="FF0000"/>
                </a:solidFill>
              </a:rPr>
              <a:t>*2</a:t>
            </a:r>
            <a:r>
              <a:rPr kumimoji="1" lang="ja-JP" altLang="en-US" sz="1200" b="1">
                <a:solidFill>
                  <a:srgbClr val="FF0000"/>
                </a:solidFill>
              </a:rPr>
              <a:t>　</a:t>
            </a:r>
            <a:r>
              <a:rPr kumimoji="1" lang="en-US" altLang="ja-JP" sz="1200" b="1">
                <a:solidFill>
                  <a:srgbClr val="FF0000"/>
                </a:solidFill>
              </a:rPr>
              <a:t>GTS</a:t>
            </a:r>
            <a:r>
              <a:rPr kumimoji="1" lang="ja-JP" altLang="en-US" sz="1200" b="1">
                <a:solidFill>
                  <a:srgbClr val="FF0000"/>
                </a:solidFill>
              </a:rPr>
              <a:t>カスタマイズ（</a:t>
            </a:r>
            <a:r>
              <a:rPr kumimoji="1" lang="en-US" altLang="ja-JP" sz="1200" b="1">
                <a:solidFill>
                  <a:srgbClr val="FF0000"/>
                </a:solidFill>
              </a:rPr>
              <a:t>DID</a:t>
            </a:r>
            <a:r>
              <a:rPr kumimoji="1" lang="ja-JP" altLang="en-US" sz="1200" b="1">
                <a:solidFill>
                  <a:srgbClr val="FF0000"/>
                </a:solidFill>
              </a:rPr>
              <a:t>）：　</a:t>
            </a:r>
            <a:r>
              <a:rPr kumimoji="1" lang="en-US" altLang="ja-JP" sz="1200" b="1">
                <a:solidFill>
                  <a:srgbClr val="FF0000"/>
                </a:solidFill>
              </a:rPr>
              <a:t>GTS</a:t>
            </a:r>
            <a:r>
              <a:rPr kumimoji="1" lang="ja-JP" altLang="en-US" sz="1200" b="1">
                <a:solidFill>
                  <a:srgbClr val="FF0000"/>
                </a:solidFill>
              </a:rPr>
              <a:t>を介して、車両の設定を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r>
              <a:rPr kumimoji="1" lang="ja-JP" altLang="en-US" sz="1200" b="1">
                <a:solidFill>
                  <a:srgbClr val="FF0000"/>
                </a:solidFill>
              </a:rPr>
              <a:t>カスタマイズでき、それらの項目のこと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5C080226-29C0-B3D2-EB87-0DEA4B0D56A8}"/>
              </a:ext>
            </a:extLst>
          </p:cNvPr>
          <p:cNvCxnSpPr>
            <a:cxnSpLocks/>
            <a:stCxn id="123" idx="3"/>
            <a:endCxn id="124" idx="1"/>
          </p:cNvCxnSpPr>
          <p:nvPr/>
        </p:nvCxnSpPr>
        <p:spPr>
          <a:xfrm flipV="1">
            <a:off x="5809148" y="5033633"/>
            <a:ext cx="167306" cy="11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9D756FF-7F7C-62E4-10D3-71B5C20E9A20}"/>
              </a:ext>
            </a:extLst>
          </p:cNvPr>
          <p:cNvCxnSpPr>
            <a:cxnSpLocks/>
            <a:stCxn id="124" idx="3"/>
            <a:endCxn id="125" idx="1"/>
          </p:cNvCxnSpPr>
          <p:nvPr/>
        </p:nvCxnSpPr>
        <p:spPr>
          <a:xfrm>
            <a:off x="7087052" y="5033633"/>
            <a:ext cx="128160" cy="11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0F40BA2-097E-77C4-F3F4-8367CEA0105E}"/>
              </a:ext>
            </a:extLst>
          </p:cNvPr>
          <p:cNvSpPr/>
          <p:nvPr/>
        </p:nvSpPr>
        <p:spPr>
          <a:xfrm>
            <a:off x="8929281" y="271953"/>
            <a:ext cx="3006413" cy="4103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rgbClr val="FF0000"/>
                </a:solidFill>
              </a:rPr>
              <a:t>赤字</a:t>
            </a:r>
            <a:r>
              <a:rPr kumimoji="1" lang="ja-JP" altLang="en-US" b="1"/>
              <a:t>が</a:t>
            </a:r>
            <a:r>
              <a:rPr kumimoji="1" lang="en-US" altLang="ja-JP" b="1"/>
              <a:t>1Q</a:t>
            </a:r>
            <a:r>
              <a:rPr kumimoji="1" lang="ja-JP" altLang="en-US" b="1"/>
              <a:t>からの変化点</a:t>
            </a:r>
            <a:endParaRPr kumimoji="1" lang="ja-JP" altLang="en-US" b="1" dirty="0"/>
          </a:p>
        </p:txBody>
      </p:sp>
      <p:sp>
        <p:nvSpPr>
          <p:cNvPr id="10" name="円柱 9">
            <a:extLst>
              <a:ext uri="{FF2B5EF4-FFF2-40B4-BE49-F238E27FC236}">
                <a16:creationId xmlns:a16="http://schemas.microsoft.com/office/drawing/2014/main" id="{4A9424F5-8814-0C82-01F0-76CF4C5C7EA7}"/>
              </a:ext>
            </a:extLst>
          </p:cNvPr>
          <p:cNvSpPr/>
          <p:nvPr/>
        </p:nvSpPr>
        <p:spPr>
          <a:xfrm>
            <a:off x="6771648" y="5682164"/>
            <a:ext cx="775790" cy="589758"/>
          </a:xfrm>
          <a:prstGeom prst="can">
            <a:avLst>
              <a:gd name="adj" fmla="val 38031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1AAC62D-03B1-CEB1-F343-37ACFBEDBE0C}"/>
              </a:ext>
            </a:extLst>
          </p:cNvPr>
          <p:cNvSpPr txBox="1"/>
          <p:nvPr/>
        </p:nvSpPr>
        <p:spPr>
          <a:xfrm>
            <a:off x="6681265" y="5856424"/>
            <a:ext cx="98976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50" b="1">
                <a:solidFill>
                  <a:srgbClr val="FF0000"/>
                </a:solidFill>
                <a:latin typeface="Meiryo UI" panose="020B0604030504040204" pitchFamily="50" charset="-128"/>
              </a:rPr>
              <a:t>車両仕様</a:t>
            </a:r>
            <a:endParaRPr lang="en-US" altLang="ja-JP" sz="1050" b="1">
              <a:solidFill>
                <a:srgbClr val="FF0000"/>
              </a:solidFill>
              <a:latin typeface="Meiryo UI" panose="020B0604030504040204" pitchFamily="50" charset="-128"/>
            </a:endParaRPr>
          </a:p>
          <a:p>
            <a:pPr algn="ctr"/>
            <a:r>
              <a:rPr lang="ja-JP" altLang="en-US" sz="1050" b="1">
                <a:solidFill>
                  <a:srgbClr val="FF0000"/>
                </a:solidFill>
                <a:latin typeface="Meiryo UI" panose="020B0604030504040204" pitchFamily="50" charset="-128"/>
              </a:rPr>
              <a:t>部品表、など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9DE2E02-D650-B319-5E35-F638E678DA64}"/>
              </a:ext>
            </a:extLst>
          </p:cNvPr>
          <p:cNvSpPr txBox="1"/>
          <p:nvPr/>
        </p:nvSpPr>
        <p:spPr>
          <a:xfrm>
            <a:off x="7212255" y="5473711"/>
            <a:ext cx="5651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>
                <a:solidFill>
                  <a:srgbClr val="FF0000"/>
                </a:solidFill>
                <a:latin typeface="Meiryo UI" panose="020B0604030504040204" pitchFamily="50" charset="-128"/>
              </a:rPr>
              <a:t>連携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D610CB0-2DA3-618B-6173-626470042172}"/>
              </a:ext>
            </a:extLst>
          </p:cNvPr>
          <p:cNvCxnSpPr>
            <a:cxnSpLocks/>
          </p:cNvCxnSpPr>
          <p:nvPr/>
        </p:nvCxnSpPr>
        <p:spPr>
          <a:xfrm>
            <a:off x="7151132" y="5444291"/>
            <a:ext cx="4826" cy="212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7" name="図 86">
            <a:extLst>
              <a:ext uri="{FF2B5EF4-FFF2-40B4-BE49-F238E27FC236}">
                <a16:creationId xmlns:a16="http://schemas.microsoft.com/office/drawing/2014/main" id="{497D373D-158B-D41D-E1F7-7579369C2B24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992299" y="2646775"/>
            <a:ext cx="3777370" cy="855953"/>
          </a:xfrm>
          <a:prstGeom prst="rect">
            <a:avLst/>
          </a:prstGeom>
        </p:spPr>
      </p:pic>
      <p:pic>
        <p:nvPicPr>
          <p:cNvPr id="88" name="図 87">
            <a:extLst>
              <a:ext uri="{FF2B5EF4-FFF2-40B4-BE49-F238E27FC236}">
                <a16:creationId xmlns:a16="http://schemas.microsoft.com/office/drawing/2014/main" id="{50F0B207-77C3-1EA4-09F0-1EF7088425D9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992299" y="3532589"/>
            <a:ext cx="3816717" cy="820837"/>
          </a:xfrm>
          <a:prstGeom prst="rect">
            <a:avLst/>
          </a:prstGeom>
        </p:spPr>
      </p:pic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A5EC8C1F-4611-08A6-215A-91D331B05659}"/>
              </a:ext>
            </a:extLst>
          </p:cNvPr>
          <p:cNvSpPr/>
          <p:nvPr/>
        </p:nvSpPr>
        <p:spPr>
          <a:xfrm>
            <a:off x="7039342" y="2692272"/>
            <a:ext cx="1101084" cy="162904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2" name="直線矢印コネクタ 141">
            <a:extLst>
              <a:ext uri="{FF2B5EF4-FFF2-40B4-BE49-F238E27FC236}">
                <a16:creationId xmlns:a16="http://schemas.microsoft.com/office/drawing/2014/main" id="{1FB1C5AC-47EE-593A-FC29-17C0426A2B02}"/>
              </a:ext>
            </a:extLst>
          </p:cNvPr>
          <p:cNvCxnSpPr>
            <a:cxnSpLocks/>
            <a:stCxn id="164" idx="1"/>
            <a:endCxn id="123" idx="0"/>
          </p:cNvCxnSpPr>
          <p:nvPr/>
        </p:nvCxnSpPr>
        <p:spPr>
          <a:xfrm flipH="1">
            <a:off x="5454419" y="3506797"/>
            <a:ext cx="1584923" cy="1317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線矢印コネクタ 144">
            <a:extLst>
              <a:ext uri="{FF2B5EF4-FFF2-40B4-BE49-F238E27FC236}">
                <a16:creationId xmlns:a16="http://schemas.microsoft.com/office/drawing/2014/main" id="{B68C8D15-7D13-36B1-D1C6-A002B02B7B5D}"/>
              </a:ext>
            </a:extLst>
          </p:cNvPr>
          <p:cNvCxnSpPr>
            <a:cxnSpLocks/>
            <a:endCxn id="125" idx="0"/>
          </p:cNvCxnSpPr>
          <p:nvPr/>
        </p:nvCxnSpPr>
        <p:spPr>
          <a:xfrm flipH="1">
            <a:off x="7569941" y="4328834"/>
            <a:ext cx="207445" cy="495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98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50DB-2AD7-425D-5A70-9BBC62C9B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F6AD501-8885-2038-FFAA-6F4AF7E6CE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１．活動背景</a:t>
            </a:r>
            <a:r>
              <a:rPr lang="ja-JP" altLang="en-US" sz="1800"/>
              <a:t>（①</a:t>
            </a:r>
            <a:r>
              <a:rPr lang="ja-JP" altLang="en-US" sz="1800" b="1"/>
              <a:t>制御仕様書</a:t>
            </a:r>
            <a:r>
              <a:rPr lang="en-US" altLang="ja-JP" sz="1800" b="1" dirty="0"/>
              <a:t>OMUSVI</a:t>
            </a:r>
            <a:r>
              <a:rPr lang="ja-JP" altLang="en-US" sz="1800"/>
              <a:t>）</a:t>
            </a:r>
            <a:endParaRPr kumimoji="1" lang="ja-JP" altLang="en-US" sz="32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7210174-F772-BD8F-B7C1-492628AC85DE}"/>
              </a:ext>
            </a:extLst>
          </p:cNvPr>
          <p:cNvSpPr txBox="1"/>
          <p:nvPr/>
        </p:nvSpPr>
        <p:spPr>
          <a:xfrm>
            <a:off x="226724" y="959669"/>
            <a:ext cx="9672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現在着目のダイアグ仕様書には、主に以下情報があり、どれも、後工程で車両引当調査を実施している。</a:t>
            </a:r>
            <a:endParaRPr kumimoji="1" lang="en-US" altLang="ja-JP"/>
          </a:p>
          <a:p>
            <a:r>
              <a:rPr lang="ja-JP" altLang="en-US"/>
              <a:t>現在、赤枠の効率化検討を実施中。（以下の項目数は、</a:t>
            </a:r>
            <a:r>
              <a:rPr lang="en-US" altLang="ja-JP"/>
              <a:t>CSS</a:t>
            </a:r>
            <a:r>
              <a:rPr lang="ja-JP" altLang="en-US"/>
              <a:t>部が過去調査した資料より）</a:t>
            </a:r>
            <a:endParaRPr kumimoji="1" lang="en-US" altLang="ja-JP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B75918-982F-C939-0ED5-1EF239F6BE11}"/>
              </a:ext>
            </a:extLst>
          </p:cNvPr>
          <p:cNvSpPr/>
          <p:nvPr/>
        </p:nvSpPr>
        <p:spPr>
          <a:xfrm>
            <a:off x="8929281" y="271953"/>
            <a:ext cx="3006413" cy="4103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bg1"/>
                </a:solidFill>
              </a:rPr>
              <a:t>追加スライド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A048E9-157F-F2EC-C2AC-F13DDDE14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09" y="1702399"/>
            <a:ext cx="8419351" cy="473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7" name="表 146">
            <a:extLst>
              <a:ext uri="{FF2B5EF4-FFF2-40B4-BE49-F238E27FC236}">
                <a16:creationId xmlns:a16="http://schemas.microsoft.com/office/drawing/2014/main" id="{A8766D0C-51C7-8EFF-8DA4-59979C092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161950"/>
              </p:ext>
            </p:extLst>
          </p:nvPr>
        </p:nvGraphicFramePr>
        <p:xfrm>
          <a:off x="7503612" y="1883415"/>
          <a:ext cx="4340479" cy="2743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00530">
                  <a:extLst>
                    <a:ext uri="{9D8B030D-6E8A-4147-A177-3AD203B41FA5}">
                      <a16:colId xmlns:a16="http://schemas.microsoft.com/office/drawing/2014/main" val="2055307068"/>
                    </a:ext>
                  </a:extLst>
                </a:gridCol>
                <a:gridCol w="2639949">
                  <a:extLst>
                    <a:ext uri="{9D8B030D-6E8A-4147-A177-3AD203B41FA5}">
                      <a16:colId xmlns:a16="http://schemas.microsoft.com/office/drawing/2014/main" val="122495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データ項目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748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b="1"/>
                        <a:t>DTC</a:t>
                      </a:r>
                      <a:endParaRPr kumimoji="1" lang="ja-JP" alt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/>
                        <a:t>ダイアグ発生時のトラブルコード。</a:t>
                      </a:r>
                      <a:endParaRPr kumimoji="1" lang="en-US" altLang="ja-JP" sz="1400" b="1"/>
                    </a:p>
                    <a:p>
                      <a:r>
                        <a:rPr kumimoji="1" lang="en-US" altLang="ja-JP" sz="1400" b="1"/>
                        <a:t>B,C,P,U</a:t>
                      </a:r>
                      <a:r>
                        <a:rPr kumimoji="1" lang="ja-JP" altLang="en-US" sz="1400" b="1"/>
                        <a:t>の種類あり。</a:t>
                      </a:r>
                      <a:endParaRPr kumimoji="1" lang="en-US" altLang="ja-JP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356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データモニタ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/>
                        <a:t>GTS</a:t>
                      </a:r>
                      <a:r>
                        <a:rPr kumimoji="1" lang="ja-JP" altLang="en-US" sz="1400"/>
                        <a:t>で車両の値を参照するもの。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361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アクティブテスト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/>
                        <a:t>GTS</a:t>
                      </a:r>
                      <a:r>
                        <a:rPr kumimoji="1" lang="ja-JP" altLang="en-US" sz="1400"/>
                        <a:t>で車両の駆動テストするもの。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386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1"/>
                        <a:t>カスタマイズ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/>
                        <a:t>GTS</a:t>
                      </a:r>
                      <a:r>
                        <a:rPr kumimoji="1" lang="ja-JP" altLang="en-US" sz="1400" b="1"/>
                        <a:t>で車両の値を設定するもの。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66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フリーズフレームデータ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異常発生時の車両制御履歴。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2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/>
                        <a:t>RoB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イベント発生時の車両制御履歴。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04438"/>
                  </a:ext>
                </a:extLst>
              </a:tr>
            </a:tbl>
          </a:graphicData>
        </a:graphic>
      </p:graphicFrame>
      <p:sp>
        <p:nvSpPr>
          <p:cNvPr id="148" name="四角形: 角を丸くする 147">
            <a:extLst>
              <a:ext uri="{FF2B5EF4-FFF2-40B4-BE49-F238E27FC236}">
                <a16:creationId xmlns:a16="http://schemas.microsoft.com/office/drawing/2014/main" id="{9CF085EB-3048-6BE3-B19E-17FFE14B065D}"/>
              </a:ext>
            </a:extLst>
          </p:cNvPr>
          <p:cNvSpPr/>
          <p:nvPr/>
        </p:nvSpPr>
        <p:spPr>
          <a:xfrm>
            <a:off x="1380067" y="2929467"/>
            <a:ext cx="4715934" cy="44026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9" name="四角形: 角を丸くする 148">
            <a:extLst>
              <a:ext uri="{FF2B5EF4-FFF2-40B4-BE49-F238E27FC236}">
                <a16:creationId xmlns:a16="http://schemas.microsoft.com/office/drawing/2014/main" id="{DCE3B423-2369-D4C8-1334-1DC8097F44B9}"/>
              </a:ext>
            </a:extLst>
          </p:cNvPr>
          <p:cNvSpPr/>
          <p:nvPr/>
        </p:nvSpPr>
        <p:spPr>
          <a:xfrm>
            <a:off x="1380067" y="4529667"/>
            <a:ext cx="1549400" cy="44026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221107-F254-1F4B-6991-E2CB63BFBF10}"/>
              </a:ext>
            </a:extLst>
          </p:cNvPr>
          <p:cNvSpPr txBox="1"/>
          <p:nvPr/>
        </p:nvSpPr>
        <p:spPr>
          <a:xfrm>
            <a:off x="6096000" y="299571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>
                <a:solidFill>
                  <a:srgbClr val="FF0000"/>
                </a:solidFill>
              </a:rPr>
              <a:t>車両引当大変</a:t>
            </a:r>
            <a:endParaRPr lang="en-US" altLang="ja-JP" sz="1400" b="1">
              <a:solidFill>
                <a:srgbClr val="FF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1DE220-07FA-262A-D10F-649B71293110}"/>
              </a:ext>
            </a:extLst>
          </p:cNvPr>
          <p:cNvSpPr txBox="1"/>
          <p:nvPr/>
        </p:nvSpPr>
        <p:spPr>
          <a:xfrm>
            <a:off x="3012787" y="4488190"/>
            <a:ext cx="5354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>
                <a:solidFill>
                  <a:srgbClr val="FF0000"/>
                </a:solidFill>
              </a:rPr>
              <a:t>車両引当大変</a:t>
            </a:r>
            <a:endParaRPr lang="en-US" altLang="ja-JP" sz="1400" b="1">
              <a:solidFill>
                <a:srgbClr val="FF0000"/>
              </a:solidFill>
            </a:endParaRPr>
          </a:p>
          <a:p>
            <a:r>
              <a:rPr lang="ja-JP" altLang="en-US" sz="1400" b="1">
                <a:solidFill>
                  <a:srgbClr val="FF0000"/>
                </a:solidFill>
              </a:rPr>
              <a:t>販売店（顧客）問合せ多く、昨今課題（書き方や、引当間違いなど）</a:t>
            </a:r>
            <a:endParaRPr kumimoji="1" lang="en-US" altLang="ja-JP" sz="1400" b="1" dirty="0">
              <a:solidFill>
                <a:srgbClr val="FF0000"/>
              </a:solidFill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30F14BAB-73BE-653F-0928-7D28B184EDC7}"/>
              </a:ext>
            </a:extLst>
          </p:cNvPr>
          <p:cNvGrpSpPr>
            <a:grpSpLocks noChangeAspect="1"/>
          </p:cNvGrpSpPr>
          <p:nvPr/>
        </p:nvGrpSpPr>
        <p:grpSpPr>
          <a:xfrm>
            <a:off x="10503017" y="914206"/>
            <a:ext cx="300082" cy="174749"/>
            <a:chOff x="0" y="0"/>
            <a:chExt cx="501650" cy="292130"/>
          </a:xfrm>
        </p:grpSpPr>
        <p:sp>
          <p:nvSpPr>
            <p:cNvPr id="7" name="フリーフォーム 6">
              <a:extLst>
                <a:ext uri="{FF2B5EF4-FFF2-40B4-BE49-F238E27FC236}">
                  <a16:creationId xmlns:a16="http://schemas.microsoft.com/office/drawing/2014/main" id="{0A36C4D9-48C7-CDB0-5FDE-C23A0A75A4E9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935551A2-0D5F-978B-07B3-0F60DB2D981B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3C770B87-4798-5478-9E6C-F195F6C3BE2E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0523A8BD-D02A-842D-72DE-00B2CD21D786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83266106-4C18-6E7F-250A-4E4D2A8A548D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CA93127C-B705-E938-3004-91BF2B759CFA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09CC63-223F-E50A-F8C4-65FB6D59B8D1}"/>
              </a:ext>
            </a:extLst>
          </p:cNvPr>
          <p:cNvSpPr txBox="1"/>
          <p:nvPr/>
        </p:nvSpPr>
        <p:spPr>
          <a:xfrm>
            <a:off x="10803099" y="890419"/>
            <a:ext cx="1132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/>
              <a:t>業務課題箇所</a:t>
            </a:r>
            <a:endParaRPr kumimoji="1" lang="ja-JP" altLang="en-US" sz="110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615CF9F0-3DCC-77B6-14B2-1DE3C581294C}"/>
              </a:ext>
            </a:extLst>
          </p:cNvPr>
          <p:cNvGrpSpPr>
            <a:grpSpLocks noChangeAspect="1"/>
          </p:cNvGrpSpPr>
          <p:nvPr/>
        </p:nvGrpSpPr>
        <p:grpSpPr>
          <a:xfrm>
            <a:off x="6175410" y="2787840"/>
            <a:ext cx="300082" cy="174749"/>
            <a:chOff x="0" y="0"/>
            <a:chExt cx="501650" cy="292130"/>
          </a:xfrm>
        </p:grpSpPr>
        <p:sp>
          <p:nvSpPr>
            <p:cNvPr id="15" name="フリーフォーム 6">
              <a:extLst>
                <a:ext uri="{FF2B5EF4-FFF2-40B4-BE49-F238E27FC236}">
                  <a16:creationId xmlns:a16="http://schemas.microsoft.com/office/drawing/2014/main" id="{C9E278E5-8808-C56B-3BB8-CE78E71768A2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133314B7-52E6-906E-972A-1B824FFD5BF2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4E115C01-CB4B-1D8A-A426-C449B15D7969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E3614266-CC51-75BB-38CC-1CE4A2C2CDF9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1A32A7F1-1EB9-2567-83AA-2AFC7EC0DB6A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490ACE59-74CD-8F64-E25A-076FFB6157CF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7EE10B92-AED7-4FB2-01C5-184D583E945B}"/>
              </a:ext>
            </a:extLst>
          </p:cNvPr>
          <p:cNvGrpSpPr>
            <a:grpSpLocks noChangeAspect="1"/>
          </p:cNvGrpSpPr>
          <p:nvPr/>
        </p:nvGrpSpPr>
        <p:grpSpPr>
          <a:xfrm>
            <a:off x="3053958" y="4313441"/>
            <a:ext cx="300082" cy="174749"/>
            <a:chOff x="0" y="0"/>
            <a:chExt cx="501650" cy="292130"/>
          </a:xfrm>
        </p:grpSpPr>
        <p:sp>
          <p:nvSpPr>
            <p:cNvPr id="22" name="フリーフォーム 6">
              <a:extLst>
                <a:ext uri="{FF2B5EF4-FFF2-40B4-BE49-F238E27FC236}">
                  <a16:creationId xmlns:a16="http://schemas.microsoft.com/office/drawing/2014/main" id="{4023E5A5-B5F0-5C11-48F2-11D9FD676245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FE3E7264-BCDB-4853-63B1-FA63D8756A13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18F8DEFA-6B7A-94A9-BA2F-E5774FC3E7EB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CD48FA66-4D8F-7DA1-552D-B5B8B58159A3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08E6C126-4A2D-F39E-E314-C7F59DD2B30A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C8D31945-F797-909C-08F2-7B99AC7FD742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1975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9B09F-90AE-C9F7-A719-D62C4356D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フローチャート: 処理 58">
            <a:extLst>
              <a:ext uri="{FF2B5EF4-FFF2-40B4-BE49-F238E27FC236}">
                <a16:creationId xmlns:a16="http://schemas.microsoft.com/office/drawing/2014/main" id="{E8A88FEE-88CF-4A8A-A87B-81417E78355F}"/>
              </a:ext>
            </a:extLst>
          </p:cNvPr>
          <p:cNvSpPr/>
          <p:nvPr/>
        </p:nvSpPr>
        <p:spPr>
          <a:xfrm>
            <a:off x="9284847" y="2788436"/>
            <a:ext cx="2020319" cy="1762310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フローチャート: 処理 57">
            <a:extLst>
              <a:ext uri="{FF2B5EF4-FFF2-40B4-BE49-F238E27FC236}">
                <a16:creationId xmlns:a16="http://schemas.microsoft.com/office/drawing/2014/main" id="{0063E74E-F9C7-8160-C431-56FACBA0340E}"/>
              </a:ext>
            </a:extLst>
          </p:cNvPr>
          <p:cNvSpPr/>
          <p:nvPr/>
        </p:nvSpPr>
        <p:spPr>
          <a:xfrm>
            <a:off x="1459936" y="2942494"/>
            <a:ext cx="2020319" cy="1584713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フローチャート: 処理 56">
            <a:extLst>
              <a:ext uri="{FF2B5EF4-FFF2-40B4-BE49-F238E27FC236}">
                <a16:creationId xmlns:a16="http://schemas.microsoft.com/office/drawing/2014/main" id="{7F94678C-79FF-467D-E4AF-3A413B7EBAD6}"/>
              </a:ext>
            </a:extLst>
          </p:cNvPr>
          <p:cNvSpPr/>
          <p:nvPr/>
        </p:nvSpPr>
        <p:spPr>
          <a:xfrm>
            <a:off x="4609680" y="4175384"/>
            <a:ext cx="2833953" cy="2473662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メモ 13">
            <a:extLst>
              <a:ext uri="{FF2B5EF4-FFF2-40B4-BE49-F238E27FC236}">
                <a16:creationId xmlns:a16="http://schemas.microsoft.com/office/drawing/2014/main" id="{95123EA8-D279-9C13-F653-E948D6F0CF15}"/>
              </a:ext>
            </a:extLst>
          </p:cNvPr>
          <p:cNvSpPr/>
          <p:nvPr/>
        </p:nvSpPr>
        <p:spPr>
          <a:xfrm>
            <a:off x="6394603" y="4472558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/>
              <a:t>・・・</a:t>
            </a:r>
            <a:endParaRPr kumimoji="1" lang="en-US" altLang="ja-JP" sz="1100"/>
          </a:p>
          <a:p>
            <a:pPr algn="ctr"/>
            <a:r>
              <a:rPr lang="ja-JP" altLang="en-US" sz="1100"/>
              <a:t>設計要件</a:t>
            </a:r>
            <a:endParaRPr lang="en-US" altLang="ja-JP" sz="1100"/>
          </a:p>
          <a:p>
            <a:pPr algn="ctr"/>
            <a:r>
              <a:rPr lang="ja-JP" altLang="en-US" sz="1100"/>
              <a:t>法規要件</a:t>
            </a:r>
            <a:endParaRPr kumimoji="1" lang="en-US" altLang="ja-JP" sz="1100"/>
          </a:p>
        </p:txBody>
      </p:sp>
      <p:sp>
        <p:nvSpPr>
          <p:cNvPr id="13" name="四角形: メモ 12">
            <a:extLst>
              <a:ext uri="{FF2B5EF4-FFF2-40B4-BE49-F238E27FC236}">
                <a16:creationId xmlns:a16="http://schemas.microsoft.com/office/drawing/2014/main" id="{F1D8D010-1FEE-3855-58AC-0F0770E461D8}"/>
              </a:ext>
            </a:extLst>
          </p:cNvPr>
          <p:cNvSpPr/>
          <p:nvPr/>
        </p:nvSpPr>
        <p:spPr>
          <a:xfrm>
            <a:off x="5617127" y="4472558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/>
              <a:t>BSM</a:t>
            </a:r>
          </a:p>
          <a:p>
            <a:pPr algn="ctr"/>
            <a:r>
              <a:rPr lang="ja-JP" altLang="en-US" sz="1100"/>
              <a:t>設計要件</a:t>
            </a:r>
            <a:endParaRPr lang="en-US" altLang="ja-JP" sz="1100"/>
          </a:p>
          <a:p>
            <a:pPr algn="ctr"/>
            <a:r>
              <a:rPr lang="ja-JP" altLang="en-US" sz="1100"/>
              <a:t>法規要件</a:t>
            </a: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93B36A2-BC25-FEB3-F97A-8C870C9B6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１．活動背景</a:t>
            </a:r>
            <a:r>
              <a:rPr lang="ja-JP" altLang="en-US" sz="1800"/>
              <a:t>（</a:t>
            </a:r>
            <a:r>
              <a:rPr kumimoji="1" lang="ja-JP" altLang="en-US" sz="1800"/>
              <a:t>②</a:t>
            </a:r>
            <a:r>
              <a:rPr lang="ja-JP" altLang="en-US" sz="1800" b="1"/>
              <a:t>法規認証</a:t>
            </a:r>
            <a:r>
              <a:rPr lang="en-US" altLang="ja-JP" sz="1800" b="1"/>
              <a:t>TPS</a:t>
            </a:r>
            <a:r>
              <a:rPr lang="ja-JP" altLang="en-US" sz="1800" b="1"/>
              <a:t>活動</a:t>
            </a:r>
            <a:r>
              <a:rPr lang="ja-JP" altLang="en-US" sz="1800"/>
              <a:t>）</a:t>
            </a:r>
            <a:endParaRPr kumimoji="1" lang="ja-JP" altLang="en-US" sz="32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1A76483-4CD5-C76B-3CE0-B4E9BE452DB9}"/>
              </a:ext>
            </a:extLst>
          </p:cNvPr>
          <p:cNvSpPr txBox="1"/>
          <p:nvPr/>
        </p:nvSpPr>
        <p:spPr>
          <a:xfrm>
            <a:off x="226724" y="959669"/>
            <a:ext cx="772948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「②</a:t>
            </a:r>
            <a:r>
              <a:rPr lang="ja-JP" altLang="en-US" b="1"/>
              <a:t>法規認証</a:t>
            </a:r>
            <a:r>
              <a:rPr lang="en-US" altLang="ja-JP" b="1"/>
              <a:t>TPS</a:t>
            </a:r>
            <a:r>
              <a:rPr lang="ja-JP" altLang="en-US" b="1"/>
              <a:t>活動</a:t>
            </a:r>
            <a:r>
              <a:rPr kumimoji="1" lang="ja-JP" altLang="en-US"/>
              <a:t>」</a:t>
            </a:r>
            <a:endParaRPr kumimoji="1" lang="en-US" altLang="ja-JP"/>
          </a:p>
          <a:p>
            <a:r>
              <a:rPr lang="ja-JP" altLang="en-US"/>
              <a:t>　大きく、「②</a:t>
            </a:r>
            <a:r>
              <a:rPr lang="en-US" altLang="ja-JP"/>
              <a:t>-1. ADAS</a:t>
            </a:r>
            <a:r>
              <a:rPr lang="ja-JP" altLang="en-US"/>
              <a:t>認証に関する活動」と「②</a:t>
            </a:r>
            <a:r>
              <a:rPr lang="en-US" altLang="ja-JP"/>
              <a:t>-2. SU</a:t>
            </a:r>
            <a:r>
              <a:rPr lang="ja-JP" altLang="en-US"/>
              <a:t>認証に関する活動」がある。</a:t>
            </a:r>
            <a:endParaRPr lang="en-US" altLang="ja-JP"/>
          </a:p>
          <a:p>
            <a:endParaRPr kumimoji="1" lang="en-US" altLang="ja-JP"/>
          </a:p>
          <a:p>
            <a:r>
              <a:rPr lang="ja-JP" altLang="en-US"/>
              <a:t>　</a:t>
            </a:r>
            <a:r>
              <a:rPr lang="ja-JP" altLang="en-US" b="1"/>
              <a:t>②</a:t>
            </a:r>
            <a:r>
              <a:rPr lang="en-US" altLang="ja-JP" b="1"/>
              <a:t>-1. ADAS</a:t>
            </a:r>
            <a:r>
              <a:rPr lang="ja-JP" altLang="en-US" b="1"/>
              <a:t>認証に関する活動（車両仕様チェック→</a:t>
            </a:r>
            <a:r>
              <a:rPr lang="en-US" altLang="ja-JP" b="1"/>
              <a:t>G-CIS</a:t>
            </a:r>
            <a:r>
              <a:rPr lang="ja-JP" altLang="en-US" b="1"/>
              <a:t>連携）</a:t>
            </a:r>
            <a:br>
              <a:rPr lang="en-US" altLang="ja-JP" b="1"/>
            </a:br>
            <a:r>
              <a:rPr lang="ja-JP" altLang="en-US" b="1"/>
              <a:t>　　</a:t>
            </a:r>
            <a:r>
              <a:rPr lang="en-US" altLang="ja-JP" b="1"/>
              <a:t>【</a:t>
            </a:r>
            <a:r>
              <a:rPr lang="ja-JP" altLang="en-US" b="1"/>
              <a:t>課題</a:t>
            </a:r>
            <a:r>
              <a:rPr lang="en-US" altLang="ja-JP" b="1"/>
              <a:t>】</a:t>
            </a:r>
            <a:br>
              <a:rPr lang="en-US" altLang="ja-JP" b="1"/>
            </a:br>
            <a:r>
              <a:rPr lang="ja-JP" altLang="en-US" b="1"/>
              <a:t>　　　</a:t>
            </a:r>
            <a:r>
              <a:rPr lang="ja-JP" altLang="en-US"/>
              <a:t>年々機能や導入国への法規要件が複雑化する</a:t>
            </a:r>
            <a:r>
              <a:rPr lang="en-US" altLang="ja-JP"/>
              <a:t>ADAS</a:t>
            </a:r>
            <a:r>
              <a:rPr lang="ja-JP" altLang="en-US"/>
              <a:t>において、</a:t>
            </a:r>
            <a:endParaRPr lang="en-US" altLang="ja-JP"/>
          </a:p>
          <a:p>
            <a:r>
              <a:rPr lang="ja-JP" altLang="en-US" b="1"/>
              <a:t>　　　手作業による「車両仕様チェック</a:t>
            </a:r>
            <a:r>
              <a:rPr lang="en-US" altLang="ja-JP" b="1" baseline="30000"/>
              <a:t>*1</a:t>
            </a:r>
            <a:r>
              <a:rPr lang="ja-JP" altLang="en-US" b="1"/>
              <a:t>」、「</a:t>
            </a:r>
            <a:r>
              <a:rPr lang="en-US" altLang="ja-JP" b="1"/>
              <a:t>G-CIS</a:t>
            </a:r>
            <a:r>
              <a:rPr lang="ja-JP" altLang="en-US" b="1"/>
              <a:t>回答</a:t>
            </a:r>
            <a:r>
              <a:rPr lang="en-US" altLang="ja-JP" b="1" baseline="30000"/>
              <a:t>*2</a:t>
            </a:r>
            <a:r>
              <a:rPr lang="ja-JP" altLang="en-US" b="1"/>
              <a:t>」が品質低、工数増</a:t>
            </a:r>
            <a:r>
              <a:rPr lang="ja-JP" altLang="en-US"/>
              <a:t>。</a:t>
            </a:r>
            <a:endParaRPr lang="ja-JP" altLang="en-US" sz="160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8F176B94-F750-8517-B10A-2ADEB23DEB9C}"/>
              </a:ext>
            </a:extLst>
          </p:cNvPr>
          <p:cNvSpPr txBox="1"/>
          <p:nvPr/>
        </p:nvSpPr>
        <p:spPr>
          <a:xfrm>
            <a:off x="6431792" y="737066"/>
            <a:ext cx="5706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/>
              <a:t>*1</a:t>
            </a:r>
            <a:r>
              <a:rPr lang="ja-JP" altLang="en-US" sz="1200"/>
              <a:t>　</a:t>
            </a:r>
            <a:r>
              <a:rPr kumimoji="1" lang="ja-JP" altLang="en-US" sz="1200"/>
              <a:t>車両仕様整合チェック：</a:t>
            </a:r>
            <a:r>
              <a:rPr lang="ja-JP" altLang="en-US" sz="1200"/>
              <a:t>車両仕様が部品の設計</a:t>
            </a:r>
            <a:r>
              <a:rPr lang="en-US" altLang="ja-JP" sz="1200"/>
              <a:t>/</a:t>
            </a:r>
            <a:r>
              <a:rPr lang="ja-JP" altLang="en-US" sz="1200"/>
              <a:t>法規要件に適合しているかのチェック。</a:t>
            </a:r>
            <a:endParaRPr kumimoji="1" lang="en-US" altLang="ja-JP" sz="1200"/>
          </a:p>
          <a:p>
            <a:r>
              <a:rPr kumimoji="1" lang="en-US" altLang="ja-JP" sz="1200"/>
              <a:t>*2</a:t>
            </a:r>
            <a:r>
              <a:rPr lang="ja-JP" altLang="en-US" sz="1200"/>
              <a:t>　</a:t>
            </a:r>
            <a:r>
              <a:rPr kumimoji="1" lang="en-US" altLang="ja-JP" sz="1200"/>
              <a:t>G-CIS</a:t>
            </a:r>
            <a:r>
              <a:rPr kumimoji="1" lang="ja-JP" altLang="en-US" sz="1200"/>
              <a:t>：認証取得に必要な車両情報を入力し、保管する</a:t>
            </a:r>
            <a:r>
              <a:rPr kumimoji="1" lang="en-US" altLang="ja-JP" sz="1200"/>
              <a:t>DB</a:t>
            </a:r>
            <a:r>
              <a:rPr kumimoji="1" lang="ja-JP" altLang="en-US" sz="1200"/>
              <a:t>システム。</a:t>
            </a:r>
          </a:p>
        </p:txBody>
      </p:sp>
      <p:pic>
        <p:nvPicPr>
          <p:cNvPr id="5" name="グラフィックス 4" descr="ユーザー 枠線">
            <a:extLst>
              <a:ext uri="{FF2B5EF4-FFF2-40B4-BE49-F238E27FC236}">
                <a16:creationId xmlns:a16="http://schemas.microsoft.com/office/drawing/2014/main" id="{3BE179A0-AE8A-5B78-0171-B76D3050A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6356" y="5348617"/>
            <a:ext cx="870428" cy="87042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B89345D-581E-79DA-AA3F-8679DDD007A5}"/>
              </a:ext>
            </a:extLst>
          </p:cNvPr>
          <p:cNvSpPr txBox="1"/>
          <p:nvPr/>
        </p:nvSpPr>
        <p:spPr>
          <a:xfrm>
            <a:off x="5514318" y="6065156"/>
            <a:ext cx="99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ADAS</a:t>
            </a:r>
            <a:r>
              <a:rPr kumimoji="1" lang="ja-JP" altLang="en-US" sz="1400"/>
              <a:t>設計</a:t>
            </a:r>
          </a:p>
        </p:txBody>
      </p:sp>
      <p:pic>
        <p:nvPicPr>
          <p:cNvPr id="7" name="グラフィックス 6" descr="ユーザー 枠線">
            <a:extLst>
              <a:ext uri="{FF2B5EF4-FFF2-40B4-BE49-F238E27FC236}">
                <a16:creationId xmlns:a16="http://schemas.microsoft.com/office/drawing/2014/main" id="{AD96458F-96B9-0C5F-B984-F23790827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8524" y="2857824"/>
            <a:ext cx="870428" cy="87042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51178E8-BEC5-2056-FB91-3CB221B9885B}"/>
              </a:ext>
            </a:extLst>
          </p:cNvPr>
          <p:cNvSpPr txBox="1"/>
          <p:nvPr/>
        </p:nvSpPr>
        <p:spPr>
          <a:xfrm>
            <a:off x="1940109" y="3585979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Z</a:t>
            </a:r>
            <a:endParaRPr kumimoji="1" lang="ja-JP" altLang="en-US" sz="1400"/>
          </a:p>
        </p:txBody>
      </p:sp>
      <p:sp>
        <p:nvSpPr>
          <p:cNvPr id="11" name="四角形: メモ 10">
            <a:extLst>
              <a:ext uri="{FF2B5EF4-FFF2-40B4-BE49-F238E27FC236}">
                <a16:creationId xmlns:a16="http://schemas.microsoft.com/office/drawing/2014/main" id="{D2A7C482-540A-7B72-19FA-B5AABB326F35}"/>
              </a:ext>
            </a:extLst>
          </p:cNvPr>
          <p:cNvSpPr/>
          <p:nvPr/>
        </p:nvSpPr>
        <p:spPr>
          <a:xfrm>
            <a:off x="2677000" y="3575034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車両仕様書</a:t>
            </a:r>
          </a:p>
        </p:txBody>
      </p:sp>
      <p:sp>
        <p:nvSpPr>
          <p:cNvPr id="12" name="四角形: メモ 11">
            <a:extLst>
              <a:ext uri="{FF2B5EF4-FFF2-40B4-BE49-F238E27FC236}">
                <a16:creationId xmlns:a16="http://schemas.microsoft.com/office/drawing/2014/main" id="{9B8E15A7-0B17-EDC1-960C-1A63A775C3EF}"/>
              </a:ext>
            </a:extLst>
          </p:cNvPr>
          <p:cNvSpPr/>
          <p:nvPr/>
        </p:nvSpPr>
        <p:spPr>
          <a:xfrm>
            <a:off x="4839651" y="4472558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100"/>
              <a:t>TSS4</a:t>
            </a:r>
          </a:p>
          <a:p>
            <a:pPr algn="ctr"/>
            <a:r>
              <a:rPr kumimoji="1" lang="ja-JP" altLang="en-US" sz="1100"/>
              <a:t>設計要件</a:t>
            </a:r>
            <a:endParaRPr kumimoji="1" lang="en-US" altLang="ja-JP" sz="1100"/>
          </a:p>
          <a:p>
            <a:pPr algn="ctr"/>
            <a:r>
              <a:rPr lang="ja-JP" altLang="en-US" sz="1100"/>
              <a:t>法規要件</a:t>
            </a:r>
            <a:endParaRPr kumimoji="1" lang="ja-JP" altLang="en-US" sz="1100"/>
          </a:p>
        </p:txBody>
      </p:sp>
      <p:sp>
        <p:nvSpPr>
          <p:cNvPr id="18" name="円柱 17">
            <a:extLst>
              <a:ext uri="{FF2B5EF4-FFF2-40B4-BE49-F238E27FC236}">
                <a16:creationId xmlns:a16="http://schemas.microsoft.com/office/drawing/2014/main" id="{A6F656E0-C68C-CEDF-6A66-604CED7B8515}"/>
              </a:ext>
            </a:extLst>
          </p:cNvPr>
          <p:cNvSpPr/>
          <p:nvPr/>
        </p:nvSpPr>
        <p:spPr>
          <a:xfrm>
            <a:off x="1729009" y="3881120"/>
            <a:ext cx="709458" cy="600350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/>
              <a:t>MAVIS</a:t>
            </a:r>
          </a:p>
          <a:p>
            <a:pPr algn="ctr"/>
            <a:r>
              <a:rPr kumimoji="1" lang="ja-JP" altLang="en-US" sz="1200"/>
              <a:t>車両仕様</a:t>
            </a:r>
            <a:endParaRPr kumimoji="1" lang="en-US" altLang="ja-JP" sz="1200"/>
          </a:p>
          <a:p>
            <a:pPr algn="ctr"/>
            <a:r>
              <a:rPr lang="ja-JP" altLang="en-US" sz="1200"/>
              <a:t>導入国</a:t>
            </a:r>
            <a:endParaRPr kumimoji="1" lang="ja-JP" altLang="en-US" sz="120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A6EC30B-55B9-27FB-8FDC-D83B892C6F53}"/>
              </a:ext>
            </a:extLst>
          </p:cNvPr>
          <p:cNvCxnSpPr>
            <a:cxnSpLocks/>
          </p:cNvCxnSpPr>
          <p:nvPr/>
        </p:nvCxnSpPr>
        <p:spPr>
          <a:xfrm>
            <a:off x="3483104" y="3880004"/>
            <a:ext cx="1126576" cy="529375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F4E8E35-6E13-BA55-0F9E-2B4D4FA88C7E}"/>
              </a:ext>
            </a:extLst>
          </p:cNvPr>
          <p:cNvSpPr txBox="1"/>
          <p:nvPr/>
        </p:nvSpPr>
        <p:spPr>
          <a:xfrm>
            <a:off x="4385409" y="3608299"/>
            <a:ext cx="1228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/>
              <a:t>整合チェック</a:t>
            </a:r>
            <a:r>
              <a:rPr kumimoji="1" lang="en-US" altLang="ja-JP" sz="1400" b="1"/>
              <a:t>&amp;</a:t>
            </a:r>
          </a:p>
          <a:p>
            <a:r>
              <a:rPr lang="en-US" altLang="ja-JP" sz="1400" b="1"/>
              <a:t>Z</a:t>
            </a:r>
            <a:r>
              <a:rPr lang="ja-JP" altLang="en-US" sz="1400" b="1"/>
              <a:t>へ修正依頼</a:t>
            </a:r>
            <a:endParaRPr kumimoji="1" lang="ja-JP" altLang="en-US" sz="1400" b="1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3E311C34-AEC1-5E83-C9FB-D9CD4BB7BDD5}"/>
              </a:ext>
            </a:extLst>
          </p:cNvPr>
          <p:cNvCxnSpPr>
            <a:cxnSpLocks/>
          </p:cNvCxnSpPr>
          <p:nvPr/>
        </p:nvCxnSpPr>
        <p:spPr>
          <a:xfrm flipV="1">
            <a:off x="7418895" y="3921348"/>
            <a:ext cx="2502122" cy="488031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F6734F-BEAB-C542-82A9-2BC601266489}"/>
              </a:ext>
            </a:extLst>
          </p:cNvPr>
          <p:cNvSpPr txBox="1"/>
          <p:nvPr/>
        </p:nvSpPr>
        <p:spPr>
          <a:xfrm>
            <a:off x="7394852" y="3631876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/>
              <a:t>G-CIS</a:t>
            </a:r>
            <a:r>
              <a:rPr lang="ja-JP" altLang="en-US" sz="1400" b="1"/>
              <a:t>回答</a:t>
            </a:r>
            <a:endParaRPr lang="en-US" altLang="ja-JP" sz="1400" b="1"/>
          </a:p>
          <a:p>
            <a:r>
              <a:rPr lang="ja-JP" altLang="en-US" sz="1400" b="1"/>
              <a:t>画面で手入力</a:t>
            </a:r>
            <a:endParaRPr kumimoji="1" lang="ja-JP" altLang="en-US" sz="1400" b="1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D21AAE25-BEED-AF3A-0C9F-979620C59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9965" y="5146531"/>
            <a:ext cx="268357" cy="268357"/>
          </a:xfrm>
          <a:prstGeom prst="rect">
            <a:avLst/>
          </a:prstGeom>
        </p:spPr>
      </p:pic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8A72D557-318B-3336-10EB-B9A88572C30C}"/>
              </a:ext>
            </a:extLst>
          </p:cNvPr>
          <p:cNvGrpSpPr>
            <a:grpSpLocks noChangeAspect="1"/>
          </p:cNvGrpSpPr>
          <p:nvPr/>
        </p:nvGrpSpPr>
        <p:grpSpPr>
          <a:xfrm>
            <a:off x="4012891" y="3768261"/>
            <a:ext cx="300082" cy="174749"/>
            <a:chOff x="0" y="0"/>
            <a:chExt cx="501650" cy="292130"/>
          </a:xfrm>
        </p:grpSpPr>
        <p:sp>
          <p:nvSpPr>
            <p:cNvPr id="27" name="フリーフォーム 6">
              <a:extLst>
                <a:ext uri="{FF2B5EF4-FFF2-40B4-BE49-F238E27FC236}">
                  <a16:creationId xmlns:a16="http://schemas.microsoft.com/office/drawing/2014/main" id="{B288EF8D-B376-A06E-3BB6-7D4BED2D9054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776D8670-7510-4CAF-0002-67003B8052CE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9D94FEBD-BB5B-065A-2272-6B0D97DC62FF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794C1EE8-27F8-2FA1-1CDF-4792A543494D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F4D2E099-2009-4020-7692-3698B63605EB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3352843F-824F-D47B-BEC7-D1955C3F9358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D410B01-DE09-767E-F24A-297301DDB523}"/>
              </a:ext>
            </a:extLst>
          </p:cNvPr>
          <p:cNvSpPr txBox="1"/>
          <p:nvPr/>
        </p:nvSpPr>
        <p:spPr>
          <a:xfrm>
            <a:off x="3330106" y="4653950"/>
            <a:ext cx="1503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チェック品質低</a:t>
            </a:r>
            <a:endParaRPr kumimoji="1"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工数増</a:t>
            </a:r>
            <a:endParaRPr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CD917B7-55F6-2B68-72D5-03AAA2BA0CD4}"/>
              </a:ext>
            </a:extLst>
          </p:cNvPr>
          <p:cNvSpPr txBox="1"/>
          <p:nvPr/>
        </p:nvSpPr>
        <p:spPr>
          <a:xfrm>
            <a:off x="514914" y="4489613"/>
            <a:ext cx="25620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システムで約</a:t>
            </a:r>
            <a:r>
              <a:rPr kumimoji="1"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80</a:t>
            </a:r>
            <a:r>
              <a:rPr kumimoji="1"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のチェック項目</a:t>
            </a:r>
            <a:endParaRPr kumimoji="1" lang="en-US" altLang="ja-JP" sz="140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Ｘ</a:t>
            </a:r>
            <a:endParaRPr lang="en-US" altLang="ja-JP" sz="140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多い車両で</a:t>
            </a:r>
            <a:r>
              <a:rPr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回以上チェック</a:t>
            </a:r>
            <a:endParaRPr lang="en-US" altLang="ja-JP" sz="140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現状、</a:t>
            </a:r>
            <a:r>
              <a:rPr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Python</a:t>
            </a:r>
            <a:r>
              <a:rPr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ツールでチェック</a:t>
            </a:r>
            <a:endParaRPr lang="en-US" altLang="ja-JP" sz="140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8D51D4-F1FE-C713-0A0B-4D0426455A3B}"/>
              </a:ext>
            </a:extLst>
          </p:cNvPr>
          <p:cNvSpPr txBox="1"/>
          <p:nvPr/>
        </p:nvSpPr>
        <p:spPr>
          <a:xfrm>
            <a:off x="10405486" y="4664854"/>
            <a:ext cx="1363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入力品質低</a:t>
            </a:r>
            <a:endParaRPr kumimoji="1"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工数増</a:t>
            </a:r>
            <a:endParaRPr kumimoji="1" lang="ja-JP" altLang="en-US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FBC70097-B199-C40B-DD31-0099243894F6}"/>
              </a:ext>
            </a:extLst>
          </p:cNvPr>
          <p:cNvSpPr txBox="1"/>
          <p:nvPr/>
        </p:nvSpPr>
        <p:spPr>
          <a:xfrm>
            <a:off x="7394852" y="4586976"/>
            <a:ext cx="30242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システムで約</a:t>
            </a:r>
            <a:r>
              <a:rPr kumimoji="1"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r>
              <a:rPr kumimoji="1"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～</a:t>
            </a:r>
            <a:r>
              <a:rPr kumimoji="1"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50</a:t>
            </a:r>
            <a:r>
              <a:rPr kumimoji="1"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回答</a:t>
            </a:r>
            <a:r>
              <a:rPr kumimoji="1"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項目</a:t>
            </a:r>
            <a:endParaRPr kumimoji="1" lang="en-US" altLang="ja-JP" sz="140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X</a:t>
            </a:r>
          </a:p>
          <a:p>
            <a:pPr algn="ctr"/>
            <a:r>
              <a:rPr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車両で</a:t>
            </a:r>
            <a:r>
              <a:rPr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回回答（初回、修正）</a:t>
            </a:r>
            <a:endParaRPr kumimoji="1" lang="en-US" altLang="ja-JP" sz="140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51F04E3B-6249-FFAF-85AF-5029F53B176D}"/>
              </a:ext>
            </a:extLst>
          </p:cNvPr>
          <p:cNvGrpSpPr>
            <a:grpSpLocks noChangeAspect="1"/>
          </p:cNvGrpSpPr>
          <p:nvPr/>
        </p:nvGrpSpPr>
        <p:grpSpPr>
          <a:xfrm>
            <a:off x="8594196" y="3729065"/>
            <a:ext cx="300082" cy="174749"/>
            <a:chOff x="0" y="0"/>
            <a:chExt cx="501650" cy="292130"/>
          </a:xfrm>
        </p:grpSpPr>
        <p:sp>
          <p:nvSpPr>
            <p:cNvPr id="42" name="フリーフォーム 6">
              <a:extLst>
                <a:ext uri="{FF2B5EF4-FFF2-40B4-BE49-F238E27FC236}">
                  <a16:creationId xmlns:a16="http://schemas.microsoft.com/office/drawing/2014/main" id="{450A5127-0E96-4D43-6BBD-D821593D8499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BD453FCB-ABD5-0379-5587-F2E58759A2C7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26F7D8C6-C8C8-3F92-899B-73F0CCDBA2DB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E4348D0C-249C-0851-552F-5E5978EDB677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ECC0F32B-D1A6-1BB2-E2F2-48F9E198BC83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BEAFEDA9-884E-CD6D-2447-1D85BD30949B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図 47" descr="グラフィカル ユーザー インターフェイス, アプリケーション, テーブル, Excel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FD2B4F3-591F-1C42-D5FE-C44AC17DFA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148" r="10992"/>
          <a:stretch/>
        </p:blipFill>
        <p:spPr>
          <a:xfrm>
            <a:off x="8275281" y="5635928"/>
            <a:ext cx="2515045" cy="913164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B0BD8CF0-BEDE-A1F4-500A-9877294B34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136" b="21645"/>
          <a:stretch/>
        </p:blipFill>
        <p:spPr>
          <a:xfrm>
            <a:off x="597492" y="5676514"/>
            <a:ext cx="4719343" cy="737519"/>
          </a:xfrm>
          <a:prstGeom prst="rect">
            <a:avLst/>
          </a:prstGeom>
        </p:spPr>
      </p:pic>
      <p:pic>
        <p:nvPicPr>
          <p:cNvPr id="51" name="図 50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4994F01-58AE-5C7B-5C47-679E919C95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7038" y="4217481"/>
            <a:ext cx="318915" cy="323758"/>
          </a:xfrm>
          <a:prstGeom prst="rect">
            <a:avLst/>
          </a:prstGeom>
        </p:spPr>
      </p:pic>
      <p:pic>
        <p:nvPicPr>
          <p:cNvPr id="52" name="図 51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8FC8AF0-FB69-054C-B1CD-C68A8A53CB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1739" y="5048085"/>
            <a:ext cx="318915" cy="323758"/>
          </a:xfrm>
          <a:prstGeom prst="rect">
            <a:avLst/>
          </a:prstGeom>
        </p:spPr>
      </p:pic>
      <p:pic>
        <p:nvPicPr>
          <p:cNvPr id="53" name="図 52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90FDFC0-8E1B-784F-69FD-283F1EB597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434" y="6274463"/>
            <a:ext cx="318915" cy="323758"/>
          </a:xfrm>
          <a:prstGeom prst="rect">
            <a:avLst/>
          </a:prstGeom>
        </p:spPr>
      </p:pic>
      <p:sp>
        <p:nvSpPr>
          <p:cNvPr id="54" name="四角形: メモ 53">
            <a:extLst>
              <a:ext uri="{FF2B5EF4-FFF2-40B4-BE49-F238E27FC236}">
                <a16:creationId xmlns:a16="http://schemas.microsoft.com/office/drawing/2014/main" id="{B2766C19-F6F4-0278-902D-210582D4F481}"/>
              </a:ext>
            </a:extLst>
          </p:cNvPr>
          <p:cNvSpPr/>
          <p:nvPr/>
        </p:nvSpPr>
        <p:spPr>
          <a:xfrm>
            <a:off x="6607839" y="5670778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/>
              <a:t>チェック</a:t>
            </a:r>
            <a:endParaRPr kumimoji="1" lang="en-US" altLang="ja-JP" sz="1100"/>
          </a:p>
          <a:p>
            <a:pPr algn="ctr"/>
            <a:r>
              <a:rPr kumimoji="1" lang="ja-JP" altLang="en-US" sz="1100"/>
              <a:t>結果</a:t>
            </a:r>
            <a:endParaRPr kumimoji="1" lang="en-US" altLang="ja-JP" sz="1100"/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6546E67E-4941-2BBD-8290-0EE455B06EE2}"/>
              </a:ext>
            </a:extLst>
          </p:cNvPr>
          <p:cNvCxnSpPr>
            <a:cxnSpLocks/>
          </p:cNvCxnSpPr>
          <p:nvPr/>
        </p:nvCxnSpPr>
        <p:spPr>
          <a:xfrm>
            <a:off x="6607839" y="5157785"/>
            <a:ext cx="228007" cy="411246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グラフィックス 2" descr="ユーザー 枠線">
            <a:extLst>
              <a:ext uri="{FF2B5EF4-FFF2-40B4-BE49-F238E27FC236}">
                <a16:creationId xmlns:a16="http://schemas.microsoft.com/office/drawing/2014/main" id="{64A29FD6-19A9-11CE-282A-E4584855D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017" y="2822411"/>
            <a:ext cx="870428" cy="87042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AF9C33-5FD5-532F-90E7-F9716E18DB49}"/>
              </a:ext>
            </a:extLst>
          </p:cNvPr>
          <p:cNvSpPr txBox="1"/>
          <p:nvPr/>
        </p:nvSpPr>
        <p:spPr>
          <a:xfrm>
            <a:off x="9815057" y="357436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法規認証部</a:t>
            </a:r>
          </a:p>
        </p:txBody>
      </p:sp>
      <p:sp>
        <p:nvSpPr>
          <p:cNvPr id="15" name="円柱 14">
            <a:extLst>
              <a:ext uri="{FF2B5EF4-FFF2-40B4-BE49-F238E27FC236}">
                <a16:creationId xmlns:a16="http://schemas.microsoft.com/office/drawing/2014/main" id="{1D31FC2B-D6DE-48A7-9C44-83A30D987641}"/>
              </a:ext>
            </a:extLst>
          </p:cNvPr>
          <p:cNvSpPr/>
          <p:nvPr/>
        </p:nvSpPr>
        <p:spPr>
          <a:xfrm>
            <a:off x="10001502" y="3881120"/>
            <a:ext cx="709458" cy="600350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G-CIS</a:t>
            </a:r>
            <a:endParaRPr kumimoji="1" lang="ja-JP" altLang="en-US" sz="1200"/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DCB4549D-5D55-E543-2FBF-9A0DC7ED84DF}"/>
              </a:ext>
            </a:extLst>
          </p:cNvPr>
          <p:cNvSpPr/>
          <p:nvPr/>
        </p:nvSpPr>
        <p:spPr>
          <a:xfrm>
            <a:off x="10284991" y="4799498"/>
            <a:ext cx="142480" cy="35828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矢印: 右 36">
            <a:extLst>
              <a:ext uri="{FF2B5EF4-FFF2-40B4-BE49-F238E27FC236}">
                <a16:creationId xmlns:a16="http://schemas.microsoft.com/office/drawing/2014/main" id="{F57C86C2-FCE6-7C57-441B-882A7969E40C}"/>
              </a:ext>
            </a:extLst>
          </p:cNvPr>
          <p:cNvSpPr/>
          <p:nvPr/>
        </p:nvSpPr>
        <p:spPr>
          <a:xfrm>
            <a:off x="3225324" y="4772733"/>
            <a:ext cx="142480" cy="35828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22938B5-09AB-B4B1-CE94-611AEDD3CFE3}"/>
              </a:ext>
            </a:extLst>
          </p:cNvPr>
          <p:cNvSpPr txBox="1"/>
          <p:nvPr/>
        </p:nvSpPr>
        <p:spPr>
          <a:xfrm>
            <a:off x="502526" y="5421618"/>
            <a:ext cx="2701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整合チェック内容例（</a:t>
            </a:r>
            <a:r>
              <a:rPr kumimoji="1" lang="en-US" altLang="ja-JP" sz="1200"/>
              <a:t>PCS</a:t>
            </a:r>
            <a:r>
              <a:rPr kumimoji="1" lang="ja-JP" altLang="en-US" sz="1200"/>
              <a:t>導入国確認）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5C54EFA-D0D4-4315-2027-A87406ECC0F3}"/>
              </a:ext>
            </a:extLst>
          </p:cNvPr>
          <p:cNvSpPr txBox="1"/>
          <p:nvPr/>
        </p:nvSpPr>
        <p:spPr>
          <a:xfrm>
            <a:off x="8182112" y="5370307"/>
            <a:ext cx="2855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G-CIS</a:t>
            </a:r>
            <a:r>
              <a:rPr kumimoji="1" lang="ja-JP" altLang="en-US" sz="1200"/>
              <a:t>入力画面（</a:t>
            </a:r>
            <a:r>
              <a:rPr kumimoji="1" lang="en-US" altLang="ja-JP" sz="1200"/>
              <a:t>TSS</a:t>
            </a:r>
            <a:r>
              <a:rPr kumimoji="1" lang="ja-JP" altLang="en-US" sz="1200"/>
              <a:t>ミリ波レーダー品番）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B5D4A40F-9D1B-754C-B634-2A06731A01EB}"/>
              </a:ext>
            </a:extLst>
          </p:cNvPr>
          <p:cNvGrpSpPr>
            <a:grpSpLocks noChangeAspect="1"/>
          </p:cNvGrpSpPr>
          <p:nvPr/>
        </p:nvGrpSpPr>
        <p:grpSpPr>
          <a:xfrm>
            <a:off x="10358335" y="2432666"/>
            <a:ext cx="300082" cy="174749"/>
            <a:chOff x="0" y="0"/>
            <a:chExt cx="501650" cy="292130"/>
          </a:xfrm>
        </p:grpSpPr>
        <p:sp>
          <p:nvSpPr>
            <p:cNvPr id="10" name="フリーフォーム 6">
              <a:extLst>
                <a:ext uri="{FF2B5EF4-FFF2-40B4-BE49-F238E27FC236}">
                  <a16:creationId xmlns:a16="http://schemas.microsoft.com/office/drawing/2014/main" id="{340A0D5C-72CA-D248-55D9-057AE95B7A77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18899B11-E72E-027C-6338-263596CE8FB3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0D0DC2C7-15F2-EC15-C04C-46F3E6B74DE9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2292428F-5AC8-07BA-326F-C8D690FCA040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1534106A-7C06-CE91-A7B9-07ACA810B40D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ABB447CA-CD69-3CF5-00D4-B7145316A7D5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C95D7320-EF8B-3790-E736-CDE8E5034C12}"/>
              </a:ext>
            </a:extLst>
          </p:cNvPr>
          <p:cNvSpPr txBox="1"/>
          <p:nvPr/>
        </p:nvSpPr>
        <p:spPr>
          <a:xfrm>
            <a:off x="10658417" y="2408879"/>
            <a:ext cx="1132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/>
              <a:t>業務課題箇所</a:t>
            </a:r>
            <a:endParaRPr kumimoji="1" lang="ja-JP" altLang="en-US" sz="1100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21FFB3F3-2DB6-B596-8D31-4B410F19D4F4}"/>
              </a:ext>
            </a:extLst>
          </p:cNvPr>
          <p:cNvSpPr/>
          <p:nvPr/>
        </p:nvSpPr>
        <p:spPr>
          <a:xfrm>
            <a:off x="8828241" y="271953"/>
            <a:ext cx="3107454" cy="4103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リマインド（</a:t>
            </a:r>
            <a:r>
              <a:rPr kumimoji="1" lang="en-US" altLang="ja-JP" b="1"/>
              <a:t>1Q</a:t>
            </a:r>
            <a:r>
              <a:rPr kumimoji="1" lang="ja-JP" altLang="en-US" b="1"/>
              <a:t>決裁時と同じ）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44944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1E33-A496-D4EA-51FD-734A5D01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円柱 2">
            <a:extLst>
              <a:ext uri="{FF2B5EF4-FFF2-40B4-BE49-F238E27FC236}">
                <a16:creationId xmlns:a16="http://schemas.microsoft.com/office/drawing/2014/main" id="{C648BCC3-646C-686B-C865-72CF55437991}"/>
              </a:ext>
            </a:extLst>
          </p:cNvPr>
          <p:cNvSpPr/>
          <p:nvPr/>
        </p:nvSpPr>
        <p:spPr>
          <a:xfrm>
            <a:off x="3405450" y="3737470"/>
            <a:ext cx="4947117" cy="1655273"/>
          </a:xfrm>
          <a:prstGeom prst="can">
            <a:avLst>
              <a:gd name="adj" fmla="val 17625"/>
            </a:avLst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" name="フローチャート: 内部記憶 13">
            <a:extLst>
              <a:ext uri="{FF2B5EF4-FFF2-40B4-BE49-F238E27FC236}">
                <a16:creationId xmlns:a16="http://schemas.microsoft.com/office/drawing/2014/main" id="{0642E49C-5A86-4203-DE4E-999C451AA86A}"/>
              </a:ext>
            </a:extLst>
          </p:cNvPr>
          <p:cNvSpPr/>
          <p:nvPr/>
        </p:nvSpPr>
        <p:spPr>
          <a:xfrm>
            <a:off x="6299750" y="4324796"/>
            <a:ext cx="709458" cy="600350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/>
              <a:t>・・・</a:t>
            </a:r>
            <a:endParaRPr kumimoji="1" lang="en-US" altLang="ja-JP" sz="1100"/>
          </a:p>
          <a:p>
            <a:pPr algn="ctr"/>
            <a:r>
              <a:rPr lang="ja-JP" altLang="en-US" sz="1100"/>
              <a:t>設計</a:t>
            </a:r>
            <a:r>
              <a:rPr lang="en-US" altLang="ja-JP" sz="1100"/>
              <a:t>/</a:t>
            </a:r>
            <a:r>
              <a:rPr lang="ja-JP" altLang="en-US" sz="1100"/>
              <a:t>法規</a:t>
            </a:r>
            <a:endParaRPr lang="en-US" altLang="ja-JP" sz="1100"/>
          </a:p>
          <a:p>
            <a:pPr algn="ctr"/>
            <a:r>
              <a:rPr lang="ja-JP" altLang="en-US" sz="1100"/>
              <a:t>要件</a:t>
            </a:r>
            <a:endParaRPr kumimoji="1" lang="en-US" altLang="ja-JP" sz="1100"/>
          </a:p>
        </p:txBody>
      </p:sp>
      <p:sp>
        <p:nvSpPr>
          <p:cNvPr id="13" name="フローチャート: 内部記憶 12">
            <a:extLst>
              <a:ext uri="{FF2B5EF4-FFF2-40B4-BE49-F238E27FC236}">
                <a16:creationId xmlns:a16="http://schemas.microsoft.com/office/drawing/2014/main" id="{3E25784F-2F48-01B3-BCF1-EAC549D5DD40}"/>
              </a:ext>
            </a:extLst>
          </p:cNvPr>
          <p:cNvSpPr/>
          <p:nvPr/>
        </p:nvSpPr>
        <p:spPr>
          <a:xfrm>
            <a:off x="5522274" y="4324796"/>
            <a:ext cx="709458" cy="600350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/>
              <a:t>BSM</a:t>
            </a:r>
          </a:p>
          <a:p>
            <a:pPr algn="ctr"/>
            <a:r>
              <a:rPr lang="ja-JP" altLang="en-US" sz="1100"/>
              <a:t>設計</a:t>
            </a:r>
            <a:r>
              <a:rPr lang="en-US" altLang="ja-JP" sz="1100"/>
              <a:t>/</a:t>
            </a:r>
            <a:r>
              <a:rPr lang="ja-JP" altLang="en-US" sz="1100"/>
              <a:t>法規</a:t>
            </a:r>
            <a:endParaRPr lang="en-US" altLang="ja-JP" sz="1100"/>
          </a:p>
          <a:p>
            <a:pPr algn="ctr"/>
            <a:r>
              <a:rPr lang="ja-JP" altLang="en-US" sz="1100"/>
              <a:t>要件</a:t>
            </a: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8AE062F-FB23-3C77-E06A-6735E57DD4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１．活動背景</a:t>
            </a:r>
            <a:r>
              <a:rPr lang="ja-JP" altLang="en-US" sz="1800"/>
              <a:t>（</a:t>
            </a:r>
            <a:r>
              <a:rPr kumimoji="1" lang="ja-JP" altLang="en-US" sz="1800"/>
              <a:t>②</a:t>
            </a:r>
            <a:r>
              <a:rPr lang="ja-JP" altLang="en-US" sz="1800" b="1"/>
              <a:t>法規認証</a:t>
            </a:r>
            <a:r>
              <a:rPr lang="en-US" altLang="ja-JP" sz="1800" b="1"/>
              <a:t>TPS</a:t>
            </a:r>
            <a:r>
              <a:rPr lang="ja-JP" altLang="en-US" sz="1800" b="1"/>
              <a:t>活動</a:t>
            </a:r>
            <a:r>
              <a:rPr lang="ja-JP" altLang="en-US" sz="1800"/>
              <a:t>）</a:t>
            </a:r>
            <a:endParaRPr kumimoji="1" lang="ja-JP" altLang="en-US" sz="32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6A4843B-DD03-A8C7-D697-FFBA3933A22F}"/>
              </a:ext>
            </a:extLst>
          </p:cNvPr>
          <p:cNvSpPr txBox="1"/>
          <p:nvPr/>
        </p:nvSpPr>
        <p:spPr>
          <a:xfrm>
            <a:off x="226724" y="959669"/>
            <a:ext cx="121086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　</a:t>
            </a:r>
            <a:r>
              <a:rPr lang="ja-JP" altLang="en-US" b="1"/>
              <a:t>②</a:t>
            </a:r>
            <a:r>
              <a:rPr lang="en-US" altLang="ja-JP" b="1"/>
              <a:t>-1. ADAS</a:t>
            </a:r>
            <a:r>
              <a:rPr lang="ja-JP" altLang="en-US" b="1"/>
              <a:t>認証に関する活動（車両仕様チェック→</a:t>
            </a:r>
            <a:r>
              <a:rPr lang="en-US" altLang="ja-JP" b="1"/>
              <a:t>G-CIS</a:t>
            </a:r>
            <a:r>
              <a:rPr lang="ja-JP" altLang="en-US" b="1"/>
              <a:t>連携）</a:t>
            </a:r>
            <a:br>
              <a:rPr lang="en-US" altLang="ja-JP" b="1"/>
            </a:br>
            <a:r>
              <a:rPr lang="ja-JP" altLang="en-US" b="1"/>
              <a:t>　　</a:t>
            </a:r>
            <a:r>
              <a:rPr lang="en-US" altLang="ja-JP" b="1"/>
              <a:t>【</a:t>
            </a:r>
            <a:r>
              <a:rPr lang="ja-JP" altLang="en-US" b="1"/>
              <a:t>対策</a:t>
            </a:r>
            <a:r>
              <a:rPr lang="en-US" altLang="ja-JP" b="1"/>
              <a:t>】</a:t>
            </a:r>
          </a:p>
          <a:p>
            <a:r>
              <a:rPr lang="ja-JP" altLang="en-US"/>
              <a:t>　　　「設計情報</a:t>
            </a:r>
            <a:r>
              <a:rPr lang="en-US" altLang="ja-JP"/>
              <a:t>DB</a:t>
            </a:r>
            <a:r>
              <a:rPr lang="ja-JP" altLang="en-US"/>
              <a:t>」として、</a:t>
            </a:r>
            <a:r>
              <a:rPr lang="ja-JP" altLang="en-US" b="1"/>
              <a:t>設計</a:t>
            </a:r>
            <a:r>
              <a:rPr lang="en-US" altLang="ja-JP" b="1"/>
              <a:t>/</a:t>
            </a:r>
            <a:r>
              <a:rPr lang="ja-JP" altLang="en-US" b="1"/>
              <a:t>法規要件のマスタ化、関連システムとの</a:t>
            </a:r>
            <a:r>
              <a:rPr lang="en-US" altLang="ja-JP" b="1"/>
              <a:t>API</a:t>
            </a:r>
            <a:r>
              <a:rPr lang="ja-JP" altLang="en-US" b="1"/>
              <a:t>連携、チェック</a:t>
            </a:r>
            <a:r>
              <a:rPr lang="en-US" altLang="ja-JP" b="1"/>
              <a:t>/</a:t>
            </a:r>
            <a:r>
              <a:rPr lang="ja-JP" altLang="en-US" b="1"/>
              <a:t>回答の自動化</a:t>
            </a:r>
            <a:r>
              <a:rPr lang="en-US" altLang="ja-JP" b="1"/>
              <a:t>&amp;DB</a:t>
            </a:r>
            <a:r>
              <a:rPr lang="ja-JP" altLang="en-US" b="1"/>
              <a:t>管理</a:t>
            </a:r>
            <a:r>
              <a:rPr lang="ja-JP" altLang="en-US"/>
              <a:t>を実施。</a:t>
            </a:r>
            <a:br>
              <a:rPr lang="en-US" altLang="ja-JP"/>
            </a:br>
            <a:r>
              <a:rPr lang="ja-JP" altLang="en-US">
                <a:solidFill>
                  <a:srgbClr val="FF0000"/>
                </a:solidFill>
              </a:rPr>
              <a:t>　　　「車両仕様チェック」（赤点線枠）は</a:t>
            </a:r>
            <a:r>
              <a:rPr lang="en-US" altLang="ja-JP">
                <a:solidFill>
                  <a:srgbClr val="FF0000"/>
                </a:solidFill>
              </a:rPr>
              <a:t>PoC</a:t>
            </a:r>
            <a:r>
              <a:rPr lang="ja-JP" altLang="en-US">
                <a:solidFill>
                  <a:srgbClr val="FF0000"/>
                </a:solidFill>
              </a:rPr>
              <a:t>実装済。</a:t>
            </a:r>
            <a:r>
              <a:rPr lang="ja-JP" altLang="en-US" b="1">
                <a:solidFill>
                  <a:srgbClr val="FF0000"/>
                </a:solidFill>
              </a:rPr>
              <a:t>設計者による号口トライ継続中</a:t>
            </a:r>
            <a:r>
              <a:rPr lang="ja-JP" altLang="en-US">
                <a:solidFill>
                  <a:srgbClr val="FF0000"/>
                </a:solidFill>
              </a:rPr>
              <a:t>。</a:t>
            </a:r>
            <a:endParaRPr lang="en-US" altLang="ja-JP">
              <a:solidFill>
                <a:srgbClr val="FF0000"/>
              </a:solidFill>
            </a:endParaRPr>
          </a:p>
          <a:p>
            <a:r>
              <a:rPr lang="ja-JP" altLang="en-US">
                <a:solidFill>
                  <a:srgbClr val="FF0000"/>
                </a:solidFill>
              </a:rPr>
              <a:t>　　　「</a:t>
            </a:r>
            <a:r>
              <a:rPr lang="en-US" altLang="ja-JP">
                <a:solidFill>
                  <a:srgbClr val="FF0000"/>
                </a:solidFill>
              </a:rPr>
              <a:t>G-CIS</a:t>
            </a:r>
            <a:r>
              <a:rPr lang="ja-JP" altLang="en-US">
                <a:solidFill>
                  <a:srgbClr val="FF0000"/>
                </a:solidFill>
              </a:rPr>
              <a:t>連携」（オレンジ点線枠）は、</a:t>
            </a:r>
            <a:r>
              <a:rPr lang="ja-JP" altLang="en-US" b="1">
                <a:solidFill>
                  <a:srgbClr val="FF0000"/>
                </a:solidFill>
              </a:rPr>
              <a:t>要件定義実施中</a:t>
            </a:r>
            <a:r>
              <a:rPr lang="ja-JP" altLang="en-US">
                <a:solidFill>
                  <a:srgbClr val="FF0000"/>
                </a:solidFill>
              </a:rPr>
              <a:t>。</a:t>
            </a:r>
            <a:r>
              <a:rPr lang="en-US" altLang="ja-JP">
                <a:solidFill>
                  <a:srgbClr val="FF0000"/>
                </a:solidFill>
              </a:rPr>
              <a:t>‘26/1Q</a:t>
            </a:r>
            <a:r>
              <a:rPr lang="ja-JP" altLang="en-US">
                <a:solidFill>
                  <a:srgbClr val="FF0000"/>
                </a:solidFill>
              </a:rPr>
              <a:t>で、</a:t>
            </a:r>
            <a:r>
              <a:rPr lang="en-US" altLang="ja-JP" b="1">
                <a:solidFill>
                  <a:srgbClr val="FF0000"/>
                </a:solidFill>
              </a:rPr>
              <a:t>PoC</a:t>
            </a:r>
            <a:r>
              <a:rPr lang="ja-JP" altLang="en-US" b="1">
                <a:solidFill>
                  <a:srgbClr val="FF0000"/>
                </a:solidFill>
              </a:rPr>
              <a:t>で必要となる機能整理と、</a:t>
            </a:r>
            <a:r>
              <a:rPr lang="en-US" altLang="ja-JP" b="1">
                <a:solidFill>
                  <a:srgbClr val="FF0000"/>
                </a:solidFill>
              </a:rPr>
              <a:t>ADAS</a:t>
            </a:r>
            <a:r>
              <a:rPr lang="ja-JP" altLang="en-US" b="1">
                <a:solidFill>
                  <a:srgbClr val="FF0000"/>
                </a:solidFill>
              </a:rPr>
              <a:t>設計との合意</a:t>
            </a:r>
            <a:r>
              <a:rPr lang="ja-JP" altLang="en-US">
                <a:solidFill>
                  <a:srgbClr val="FF0000"/>
                </a:solidFill>
              </a:rPr>
              <a:t>が</a:t>
            </a:r>
            <a:endParaRPr lang="en-US" altLang="ja-JP">
              <a:solidFill>
                <a:srgbClr val="FF0000"/>
              </a:solidFill>
            </a:endParaRPr>
          </a:p>
          <a:p>
            <a:r>
              <a:rPr lang="ja-JP" altLang="en-US">
                <a:solidFill>
                  <a:srgbClr val="FF0000"/>
                </a:solidFill>
              </a:rPr>
              <a:t>　　　できたため、</a:t>
            </a:r>
            <a:r>
              <a:rPr lang="en-US" altLang="ja-JP" b="1">
                <a:solidFill>
                  <a:srgbClr val="FF0000"/>
                </a:solidFill>
              </a:rPr>
              <a:t>2Q</a:t>
            </a:r>
            <a:r>
              <a:rPr lang="ja-JP" altLang="en-US" b="1">
                <a:solidFill>
                  <a:srgbClr val="FF0000"/>
                </a:solidFill>
              </a:rPr>
              <a:t>で</a:t>
            </a:r>
            <a:r>
              <a:rPr lang="en-US" altLang="ja-JP" b="1">
                <a:solidFill>
                  <a:srgbClr val="FF0000"/>
                </a:solidFill>
              </a:rPr>
              <a:t>PoC</a:t>
            </a:r>
            <a:r>
              <a:rPr lang="ja-JP" altLang="en-US" b="1">
                <a:solidFill>
                  <a:srgbClr val="FF0000"/>
                </a:solidFill>
              </a:rPr>
              <a:t>開発と設計者トライを実施予定。</a:t>
            </a:r>
            <a:endParaRPr lang="en-US" altLang="ja-JP">
              <a:solidFill>
                <a:srgbClr val="FF0000"/>
              </a:solidFill>
            </a:endParaRPr>
          </a:p>
        </p:txBody>
      </p:sp>
      <p:pic>
        <p:nvPicPr>
          <p:cNvPr id="5" name="グラフィックス 4" descr="ユーザー 枠線">
            <a:extLst>
              <a:ext uri="{FF2B5EF4-FFF2-40B4-BE49-F238E27FC236}">
                <a16:creationId xmlns:a16="http://schemas.microsoft.com/office/drawing/2014/main" id="{0599DF41-AC52-D5C6-5376-2884EC9B9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1714" y="5358875"/>
            <a:ext cx="870428" cy="87042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CBF5664-A073-9012-BEF6-95888B27034C}"/>
              </a:ext>
            </a:extLst>
          </p:cNvPr>
          <p:cNvSpPr txBox="1"/>
          <p:nvPr/>
        </p:nvSpPr>
        <p:spPr>
          <a:xfrm>
            <a:off x="5469676" y="6075414"/>
            <a:ext cx="99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ADAS</a:t>
            </a:r>
            <a:r>
              <a:rPr kumimoji="1" lang="ja-JP" altLang="en-US" sz="1400"/>
              <a:t>設計</a:t>
            </a:r>
          </a:p>
        </p:txBody>
      </p:sp>
      <p:pic>
        <p:nvPicPr>
          <p:cNvPr id="7" name="グラフィックス 6" descr="ユーザー 枠線">
            <a:extLst>
              <a:ext uri="{FF2B5EF4-FFF2-40B4-BE49-F238E27FC236}">
                <a16:creationId xmlns:a16="http://schemas.microsoft.com/office/drawing/2014/main" id="{60A3A0D1-A743-0817-EB4D-3AC3F063F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8524" y="2663086"/>
            <a:ext cx="870428" cy="87042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A1B67-3964-EB85-6EB5-BCCF0FBEA077}"/>
              </a:ext>
            </a:extLst>
          </p:cNvPr>
          <p:cNvSpPr txBox="1"/>
          <p:nvPr/>
        </p:nvSpPr>
        <p:spPr>
          <a:xfrm>
            <a:off x="1940109" y="3391241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Z</a:t>
            </a:r>
            <a:endParaRPr kumimoji="1" lang="ja-JP" altLang="en-US" sz="1400"/>
          </a:p>
        </p:txBody>
      </p:sp>
      <p:sp>
        <p:nvSpPr>
          <p:cNvPr id="12" name="フローチャート: 内部記憶 11">
            <a:extLst>
              <a:ext uri="{FF2B5EF4-FFF2-40B4-BE49-F238E27FC236}">
                <a16:creationId xmlns:a16="http://schemas.microsoft.com/office/drawing/2014/main" id="{7A0A527F-3702-F8CF-48A4-EFACAC5FC2D7}"/>
              </a:ext>
            </a:extLst>
          </p:cNvPr>
          <p:cNvSpPr/>
          <p:nvPr/>
        </p:nvSpPr>
        <p:spPr>
          <a:xfrm>
            <a:off x="4744798" y="4324796"/>
            <a:ext cx="709458" cy="600350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100"/>
              <a:t>TSS4</a:t>
            </a:r>
          </a:p>
          <a:p>
            <a:pPr algn="ctr"/>
            <a:r>
              <a:rPr kumimoji="1" lang="ja-JP" altLang="en-US" sz="1100"/>
              <a:t>設計</a:t>
            </a:r>
            <a:r>
              <a:rPr kumimoji="1" lang="en-US" altLang="ja-JP" sz="1100"/>
              <a:t>/</a:t>
            </a:r>
            <a:r>
              <a:rPr lang="ja-JP" altLang="en-US" sz="1100"/>
              <a:t>法規</a:t>
            </a:r>
            <a:endParaRPr lang="en-US" altLang="ja-JP" sz="1100"/>
          </a:p>
          <a:p>
            <a:pPr algn="ctr"/>
            <a:r>
              <a:rPr lang="ja-JP" altLang="en-US" sz="1100"/>
              <a:t>要件</a:t>
            </a:r>
            <a:endParaRPr kumimoji="1" lang="ja-JP" altLang="en-US" sz="1100"/>
          </a:p>
        </p:txBody>
      </p:sp>
      <p:sp>
        <p:nvSpPr>
          <p:cNvPr id="18" name="円柱 17">
            <a:extLst>
              <a:ext uri="{FF2B5EF4-FFF2-40B4-BE49-F238E27FC236}">
                <a16:creationId xmlns:a16="http://schemas.microsoft.com/office/drawing/2014/main" id="{ECDE5409-BC6F-5C9F-D0F1-C353C214263E}"/>
              </a:ext>
            </a:extLst>
          </p:cNvPr>
          <p:cNvSpPr/>
          <p:nvPr/>
        </p:nvSpPr>
        <p:spPr>
          <a:xfrm>
            <a:off x="1729009" y="3686382"/>
            <a:ext cx="709458" cy="600350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/>
              <a:t>MAVIS</a:t>
            </a:r>
          </a:p>
          <a:p>
            <a:pPr algn="ctr"/>
            <a:r>
              <a:rPr kumimoji="1" lang="ja-JP" altLang="en-US" sz="1200"/>
              <a:t>車両仕様</a:t>
            </a:r>
            <a:endParaRPr kumimoji="1" lang="en-US" altLang="ja-JP" sz="1200"/>
          </a:p>
          <a:p>
            <a:pPr algn="ctr"/>
            <a:r>
              <a:rPr lang="ja-JP" altLang="en-US" sz="1200"/>
              <a:t>導入国</a:t>
            </a:r>
            <a:endParaRPr kumimoji="1" lang="ja-JP" altLang="en-US" sz="120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A393028-16DC-2135-45C8-E2B5E66DADBC}"/>
              </a:ext>
            </a:extLst>
          </p:cNvPr>
          <p:cNvCxnSpPr>
            <a:cxnSpLocks/>
            <a:stCxn id="18" idx="4"/>
            <a:endCxn id="3" idx="2"/>
          </p:cNvCxnSpPr>
          <p:nvPr/>
        </p:nvCxnSpPr>
        <p:spPr>
          <a:xfrm>
            <a:off x="2438467" y="3986557"/>
            <a:ext cx="966983" cy="57855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3A50A986-0EF4-1FE3-018B-E14544E8137A}"/>
              </a:ext>
            </a:extLst>
          </p:cNvPr>
          <p:cNvCxnSpPr>
            <a:cxnSpLocks/>
            <a:stCxn id="3" idx="4"/>
            <a:endCxn id="50" idx="1"/>
          </p:cNvCxnSpPr>
          <p:nvPr/>
        </p:nvCxnSpPr>
        <p:spPr>
          <a:xfrm flipV="1">
            <a:off x="8352567" y="4502023"/>
            <a:ext cx="465169" cy="63084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DA80744-3018-049F-FBF5-60DB17DB6845}"/>
              </a:ext>
            </a:extLst>
          </p:cNvPr>
          <p:cNvSpPr txBox="1"/>
          <p:nvPr/>
        </p:nvSpPr>
        <p:spPr>
          <a:xfrm>
            <a:off x="5242638" y="3744131"/>
            <a:ext cx="1458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>
                <a:solidFill>
                  <a:prstClr val="black"/>
                </a:solidFill>
                <a:latin typeface="Meiryo UI" panose="020B0604030504040204" pitchFamily="50" charset="-128"/>
              </a:rPr>
              <a:t>設計情報</a:t>
            </a:r>
            <a:r>
              <a:rPr lang="en-US" altLang="ja-JP" sz="1200" b="1">
                <a:solidFill>
                  <a:prstClr val="black"/>
                </a:solidFill>
                <a:latin typeface="Meiryo UI" panose="020B0604030504040204" pitchFamily="50" charset="-128"/>
              </a:rPr>
              <a:t>DB PoC</a:t>
            </a:r>
            <a:endParaRPr lang="ja-JP" altLang="en-US" sz="1200" b="1">
              <a:solidFill>
                <a:prstClr val="black"/>
              </a:solidFill>
              <a:latin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80BA366-1D94-BE06-6734-D2FA6C7AB0CE}"/>
              </a:ext>
            </a:extLst>
          </p:cNvPr>
          <p:cNvSpPr txBox="1"/>
          <p:nvPr/>
        </p:nvSpPr>
        <p:spPr>
          <a:xfrm>
            <a:off x="2579013" y="3803767"/>
            <a:ext cx="9175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b="1">
                <a:solidFill>
                  <a:prstClr val="black"/>
                </a:solidFill>
                <a:latin typeface="Meiryo UI" panose="020B0604030504040204" pitchFamily="50" charset="-128"/>
              </a:rPr>
              <a:t>API</a:t>
            </a:r>
            <a:r>
              <a:rPr lang="ja-JP" altLang="en-US" sz="1200" b="1">
                <a:solidFill>
                  <a:prstClr val="black"/>
                </a:solidFill>
                <a:latin typeface="Meiryo UI" panose="020B0604030504040204" pitchFamily="50" charset="-128"/>
              </a:rPr>
              <a:t>連携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0A6B1B5-7429-7EDF-2D95-2154170673EC}"/>
              </a:ext>
            </a:extLst>
          </p:cNvPr>
          <p:cNvSpPr txBox="1"/>
          <p:nvPr/>
        </p:nvSpPr>
        <p:spPr>
          <a:xfrm>
            <a:off x="9595729" y="4372503"/>
            <a:ext cx="15210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>
                <a:solidFill>
                  <a:prstClr val="black"/>
                </a:solidFill>
                <a:latin typeface="Meiryo UI" panose="020B0604030504040204" pitchFamily="50" charset="-128"/>
              </a:rPr>
              <a:t>ファイル連携</a:t>
            </a:r>
            <a:endParaRPr lang="en-US" altLang="ja-JP" sz="1200" b="1">
              <a:solidFill>
                <a:prstClr val="black"/>
              </a:solidFill>
              <a:latin typeface="Meiryo UI" panose="020B0604030504040204" pitchFamily="50" charset="-128"/>
            </a:endParaRPr>
          </a:p>
          <a:p>
            <a:pPr algn="ctr"/>
            <a:r>
              <a:rPr lang="ja-JP" altLang="en-US" sz="1200" b="1">
                <a:solidFill>
                  <a:prstClr val="black"/>
                </a:solidFill>
                <a:latin typeface="Meiryo UI" panose="020B0604030504040204" pitchFamily="50" charset="-128"/>
              </a:rPr>
              <a:t>（将来）</a:t>
            </a:r>
            <a:r>
              <a:rPr lang="en-US" altLang="ja-JP" sz="1200" b="1">
                <a:solidFill>
                  <a:prstClr val="black"/>
                </a:solidFill>
                <a:latin typeface="Meiryo UI" panose="020B0604030504040204" pitchFamily="50" charset="-128"/>
              </a:rPr>
              <a:t>API</a:t>
            </a:r>
            <a:r>
              <a:rPr lang="ja-JP" altLang="en-US" sz="1200" b="1">
                <a:solidFill>
                  <a:prstClr val="black"/>
                </a:solidFill>
                <a:latin typeface="Meiryo UI" panose="020B0604030504040204" pitchFamily="50" charset="-128"/>
              </a:rPr>
              <a:t>連携</a:t>
            </a:r>
          </a:p>
        </p:txBody>
      </p:sp>
      <p:pic>
        <p:nvPicPr>
          <p:cNvPr id="40" name="図 39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51DC278-CD54-2FF8-BF3E-74D298A2B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7647" y="4810721"/>
            <a:ext cx="318915" cy="323758"/>
          </a:xfrm>
          <a:prstGeom prst="rect">
            <a:avLst/>
          </a:prstGeom>
        </p:spPr>
      </p:pic>
      <p:sp>
        <p:nvSpPr>
          <p:cNvPr id="50" name="四角形: メモ 49">
            <a:extLst>
              <a:ext uri="{FF2B5EF4-FFF2-40B4-BE49-F238E27FC236}">
                <a16:creationId xmlns:a16="http://schemas.microsoft.com/office/drawing/2014/main" id="{ED3DCAEE-67EB-EDA0-7134-7AA99022E468}"/>
              </a:ext>
            </a:extLst>
          </p:cNvPr>
          <p:cNvSpPr/>
          <p:nvPr/>
        </p:nvSpPr>
        <p:spPr>
          <a:xfrm>
            <a:off x="8817736" y="4201848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/>
              <a:t>回答</a:t>
            </a:r>
            <a:endParaRPr kumimoji="1" lang="en-US" altLang="ja-JP" sz="1100"/>
          </a:p>
          <a:p>
            <a:pPr algn="ctr"/>
            <a:r>
              <a:rPr lang="ja-JP" altLang="en-US" sz="1100"/>
              <a:t>ファイル</a:t>
            </a:r>
            <a:endParaRPr kumimoji="1" lang="en-US" altLang="ja-JP" sz="1100"/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B130E8CA-F84F-235C-A3B3-A1AA0FF5795C}"/>
              </a:ext>
            </a:extLst>
          </p:cNvPr>
          <p:cNvCxnSpPr>
            <a:cxnSpLocks/>
            <a:stCxn id="50" idx="3"/>
            <a:endCxn id="84" idx="2"/>
          </p:cNvCxnSpPr>
          <p:nvPr/>
        </p:nvCxnSpPr>
        <p:spPr>
          <a:xfrm flipV="1">
            <a:off x="9527194" y="3986557"/>
            <a:ext cx="474308" cy="515466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フローチャート: 内部記憶 59">
            <a:extLst>
              <a:ext uri="{FF2B5EF4-FFF2-40B4-BE49-F238E27FC236}">
                <a16:creationId xmlns:a16="http://schemas.microsoft.com/office/drawing/2014/main" id="{2601F819-0A43-CAA3-CC67-25C3D87BEA6D}"/>
              </a:ext>
            </a:extLst>
          </p:cNvPr>
          <p:cNvSpPr/>
          <p:nvPr/>
        </p:nvSpPr>
        <p:spPr>
          <a:xfrm>
            <a:off x="3684742" y="4602842"/>
            <a:ext cx="709458" cy="439937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/>
              <a:t>チェック結果</a:t>
            </a:r>
            <a:endParaRPr kumimoji="1" lang="en-US" altLang="ja-JP" sz="1100"/>
          </a:p>
        </p:txBody>
      </p:sp>
      <p:sp>
        <p:nvSpPr>
          <p:cNvPr id="61" name="フローチャート: 処理 60">
            <a:extLst>
              <a:ext uri="{FF2B5EF4-FFF2-40B4-BE49-F238E27FC236}">
                <a16:creationId xmlns:a16="http://schemas.microsoft.com/office/drawing/2014/main" id="{99CB821D-9036-7C11-D4F9-41DC379706F2}"/>
              </a:ext>
            </a:extLst>
          </p:cNvPr>
          <p:cNvSpPr/>
          <p:nvPr/>
        </p:nvSpPr>
        <p:spPr>
          <a:xfrm>
            <a:off x="3484172" y="4133527"/>
            <a:ext cx="1110598" cy="276999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/>
              <a:t>整合チェック処理</a:t>
            </a:r>
          </a:p>
        </p:txBody>
      </p:sp>
      <p:sp>
        <p:nvSpPr>
          <p:cNvPr id="62" name="フローチャート: 処理 61">
            <a:extLst>
              <a:ext uri="{FF2B5EF4-FFF2-40B4-BE49-F238E27FC236}">
                <a16:creationId xmlns:a16="http://schemas.microsoft.com/office/drawing/2014/main" id="{9BC86EE6-B129-1DEB-89C3-724DC02410C2}"/>
              </a:ext>
            </a:extLst>
          </p:cNvPr>
          <p:cNvSpPr/>
          <p:nvPr/>
        </p:nvSpPr>
        <p:spPr>
          <a:xfrm>
            <a:off x="7166243" y="4133527"/>
            <a:ext cx="1110598" cy="276999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/>
              <a:t>回答値生成処理</a:t>
            </a:r>
          </a:p>
        </p:txBody>
      </p:sp>
      <p:sp>
        <p:nvSpPr>
          <p:cNvPr id="63" name="フローチャート: 内部記憶 62">
            <a:extLst>
              <a:ext uri="{FF2B5EF4-FFF2-40B4-BE49-F238E27FC236}">
                <a16:creationId xmlns:a16="http://schemas.microsoft.com/office/drawing/2014/main" id="{C1F57998-4677-2FC9-7CF0-37AA5B7D094E}"/>
              </a:ext>
            </a:extLst>
          </p:cNvPr>
          <p:cNvSpPr/>
          <p:nvPr/>
        </p:nvSpPr>
        <p:spPr>
          <a:xfrm>
            <a:off x="7370428" y="4602842"/>
            <a:ext cx="709458" cy="439937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100"/>
              <a:t>G-CIS</a:t>
            </a:r>
          </a:p>
          <a:p>
            <a:pPr algn="ctr"/>
            <a:r>
              <a:rPr lang="ja-JP" altLang="en-US" sz="1100"/>
              <a:t>回答値</a:t>
            </a:r>
            <a:endParaRPr kumimoji="1" lang="en-US" altLang="ja-JP" sz="110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E9057F6E-F981-18D0-1935-8C1D73C2B314}"/>
              </a:ext>
            </a:extLst>
          </p:cNvPr>
          <p:cNvSpPr txBox="1"/>
          <p:nvPr/>
        </p:nvSpPr>
        <p:spPr>
          <a:xfrm>
            <a:off x="6464179" y="5677261"/>
            <a:ext cx="54361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/>
              <a:t>※</a:t>
            </a:r>
            <a:r>
              <a:rPr lang="ja-JP" altLang="en-US" sz="1400"/>
              <a:t>本対策は、他部品（ボデー、電波部品、等）でも横展可能な見込み。</a:t>
            </a:r>
            <a:endParaRPr lang="en-US" altLang="ja-JP" sz="1400"/>
          </a:p>
          <a:p>
            <a:r>
              <a:rPr kumimoji="1" lang="ja-JP" altLang="en-US" sz="1400" b="1">
                <a:solidFill>
                  <a:srgbClr val="FF0000"/>
                </a:solidFill>
              </a:rPr>
              <a:t>　</a:t>
            </a:r>
            <a:r>
              <a:rPr kumimoji="1" lang="ja-JP" altLang="en-US" sz="1400" b="1" dirty="0">
                <a:solidFill>
                  <a:srgbClr val="FF0000"/>
                </a:solidFill>
              </a:rPr>
              <a:t>「車両仕様チェック」が、</a:t>
            </a:r>
            <a:r>
              <a:rPr kumimoji="1" lang="ja-JP" altLang="en-US" sz="1400" b="1">
                <a:solidFill>
                  <a:srgbClr val="FF0000"/>
                </a:solidFill>
              </a:rPr>
              <a:t>法規認証部の「認証車の選定業務」で活用</a:t>
            </a:r>
            <a:endParaRPr kumimoji="1" lang="en-US" altLang="ja-JP" sz="1400" b="1" dirty="0">
              <a:solidFill>
                <a:srgbClr val="FF0000"/>
              </a:solidFill>
            </a:endParaRPr>
          </a:p>
          <a:p>
            <a:r>
              <a:rPr lang="ja-JP" altLang="en-US" sz="1400" b="1" dirty="0">
                <a:solidFill>
                  <a:srgbClr val="FF0000"/>
                </a:solidFill>
              </a:rPr>
              <a:t>　</a:t>
            </a:r>
            <a:r>
              <a:rPr kumimoji="1" lang="ja-JP" altLang="en-US" sz="1400" b="1">
                <a:solidFill>
                  <a:srgbClr val="FF0000"/>
                </a:solidFill>
              </a:rPr>
              <a:t>できそうとのことで、</a:t>
            </a:r>
            <a:r>
              <a:rPr kumimoji="1" lang="en-US" altLang="ja-JP" sz="1400" b="1">
                <a:solidFill>
                  <a:srgbClr val="FF0000"/>
                </a:solidFill>
              </a:rPr>
              <a:t>ADAS</a:t>
            </a:r>
            <a:r>
              <a:rPr kumimoji="1" lang="ja-JP" altLang="en-US" sz="1400" b="1">
                <a:solidFill>
                  <a:srgbClr val="FF0000"/>
                </a:solidFill>
              </a:rPr>
              <a:t>設計</a:t>
            </a:r>
            <a:r>
              <a:rPr lang="ja-JP" altLang="en-US" sz="1400" b="1">
                <a:solidFill>
                  <a:srgbClr val="FF0000"/>
                </a:solidFill>
              </a:rPr>
              <a:t>と法規認証部で会話中。</a:t>
            </a:r>
            <a:endParaRPr kumimoji="1" lang="ja-JP" altLang="en-US" sz="1400" b="1">
              <a:solidFill>
                <a:srgbClr val="FF0000"/>
              </a:solidFill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5C6E9D9-5C6A-9A20-94EE-B017D73B59CE}"/>
              </a:ext>
            </a:extLst>
          </p:cNvPr>
          <p:cNvSpPr/>
          <p:nvPr/>
        </p:nvSpPr>
        <p:spPr>
          <a:xfrm>
            <a:off x="1648523" y="3647948"/>
            <a:ext cx="5429121" cy="148653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71D3CE3-F6A3-EB7D-1237-651237DD56EA}"/>
              </a:ext>
            </a:extLst>
          </p:cNvPr>
          <p:cNvSpPr/>
          <p:nvPr/>
        </p:nvSpPr>
        <p:spPr>
          <a:xfrm>
            <a:off x="4656515" y="3737470"/>
            <a:ext cx="4993492" cy="1511443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2" name="グラフィックス 81" descr="ユーザー 枠線">
            <a:extLst>
              <a:ext uri="{FF2B5EF4-FFF2-40B4-BE49-F238E27FC236}">
                <a16:creationId xmlns:a16="http://schemas.microsoft.com/office/drawing/2014/main" id="{B4CAEFD9-4BCE-60C4-1C02-52CFE965D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1017" y="2627673"/>
            <a:ext cx="870428" cy="870428"/>
          </a:xfrm>
          <a:prstGeom prst="rect">
            <a:avLst/>
          </a:prstGeom>
        </p:spPr>
      </p:pic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9D08BF33-CC69-5A1E-BF11-DA126B240F23}"/>
              </a:ext>
            </a:extLst>
          </p:cNvPr>
          <p:cNvSpPr txBox="1"/>
          <p:nvPr/>
        </p:nvSpPr>
        <p:spPr>
          <a:xfrm>
            <a:off x="9815057" y="337962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法規認証部</a:t>
            </a:r>
          </a:p>
        </p:txBody>
      </p:sp>
      <p:sp>
        <p:nvSpPr>
          <p:cNvPr id="84" name="円柱 83">
            <a:extLst>
              <a:ext uri="{FF2B5EF4-FFF2-40B4-BE49-F238E27FC236}">
                <a16:creationId xmlns:a16="http://schemas.microsoft.com/office/drawing/2014/main" id="{502C180C-DFE7-54AA-8796-46D8C0C905AD}"/>
              </a:ext>
            </a:extLst>
          </p:cNvPr>
          <p:cNvSpPr/>
          <p:nvPr/>
        </p:nvSpPr>
        <p:spPr>
          <a:xfrm>
            <a:off x="10001502" y="3686382"/>
            <a:ext cx="709458" cy="600350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/>
              <a:t>G-CIS</a:t>
            </a:r>
            <a:endParaRPr kumimoji="1" lang="ja-JP" altLang="en-US" sz="120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7B462E0-A4F4-5AAE-4841-63D0A7680AB0}"/>
              </a:ext>
            </a:extLst>
          </p:cNvPr>
          <p:cNvCxnSpPr>
            <a:cxnSpLocks/>
            <a:stCxn id="61" idx="2"/>
            <a:endCxn id="60" idx="0"/>
          </p:cNvCxnSpPr>
          <p:nvPr/>
        </p:nvCxnSpPr>
        <p:spPr>
          <a:xfrm>
            <a:off x="4039471" y="4410526"/>
            <a:ext cx="0" cy="192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DCE5C6D4-BFEB-BC20-EE15-00F401A31257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>
            <a:off x="7721542" y="4410526"/>
            <a:ext cx="3615" cy="192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4F1CCDF-7B31-099A-E6DE-2C6D6D8B1334}"/>
              </a:ext>
            </a:extLst>
          </p:cNvPr>
          <p:cNvSpPr/>
          <p:nvPr/>
        </p:nvSpPr>
        <p:spPr>
          <a:xfrm>
            <a:off x="8929281" y="271953"/>
            <a:ext cx="3006413" cy="4103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rgbClr val="FF0000"/>
                </a:solidFill>
              </a:rPr>
              <a:t>赤字</a:t>
            </a:r>
            <a:r>
              <a:rPr kumimoji="1" lang="ja-JP" altLang="en-US" b="1"/>
              <a:t>が</a:t>
            </a:r>
            <a:r>
              <a:rPr kumimoji="1" lang="en-US" altLang="ja-JP" b="1"/>
              <a:t>1Q</a:t>
            </a:r>
            <a:r>
              <a:rPr kumimoji="1" lang="ja-JP" altLang="en-US" b="1"/>
              <a:t>からの変化点</a:t>
            </a:r>
            <a:endParaRPr kumimoji="1" lang="ja-JP" altLang="en-US" b="1" dirty="0"/>
          </a:p>
        </p:txBody>
      </p:sp>
      <p:pic>
        <p:nvPicPr>
          <p:cNvPr id="25" name="図 24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7FDDA37-03E3-CB94-C281-F0ECDA0054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1768" y="5353787"/>
            <a:ext cx="2031486" cy="1186935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5C676D9-B319-5726-34F7-3D870152BE01}"/>
              </a:ext>
            </a:extLst>
          </p:cNvPr>
          <p:cNvSpPr txBox="1"/>
          <p:nvPr/>
        </p:nvSpPr>
        <p:spPr>
          <a:xfrm>
            <a:off x="1281273" y="5165937"/>
            <a:ext cx="24753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>
                <a:solidFill>
                  <a:srgbClr val="FF0000"/>
                </a:solidFill>
              </a:rPr>
              <a:t>車両仕様チェックのトライ実施件数推移</a:t>
            </a:r>
          </a:p>
        </p:txBody>
      </p:sp>
    </p:spTree>
    <p:extLst>
      <p:ext uri="{BB962C8B-B14F-4D97-AF65-F5344CB8AC3E}">
        <p14:creationId xmlns:p14="http://schemas.microsoft.com/office/powerpoint/2010/main" val="715570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7FA5-C2FE-D1B1-8DD4-930FD68E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7F84110-E888-FB43-45DC-7A2CDF145E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１．活動背景</a:t>
            </a:r>
            <a:r>
              <a:rPr lang="ja-JP" altLang="en-US" sz="1800"/>
              <a:t>（</a:t>
            </a:r>
            <a:r>
              <a:rPr kumimoji="1" lang="ja-JP" altLang="en-US" sz="1800"/>
              <a:t>②</a:t>
            </a:r>
            <a:r>
              <a:rPr lang="ja-JP" altLang="en-US" sz="1800" b="1"/>
              <a:t>法規認証</a:t>
            </a:r>
            <a:r>
              <a:rPr lang="en-US" altLang="ja-JP" sz="1800" b="1"/>
              <a:t>TPS</a:t>
            </a:r>
            <a:r>
              <a:rPr lang="ja-JP" altLang="en-US" sz="1800" b="1"/>
              <a:t>活動</a:t>
            </a:r>
            <a:r>
              <a:rPr lang="ja-JP" altLang="en-US" sz="1800"/>
              <a:t>）</a:t>
            </a:r>
            <a:endParaRPr kumimoji="1" lang="ja-JP" altLang="en-US" sz="3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2157D60-0137-0F49-FD26-9CDEF52C284E}"/>
              </a:ext>
            </a:extLst>
          </p:cNvPr>
          <p:cNvSpPr/>
          <p:nvPr/>
        </p:nvSpPr>
        <p:spPr>
          <a:xfrm>
            <a:off x="8929281" y="271953"/>
            <a:ext cx="3006413" cy="4103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bg1"/>
                </a:solidFill>
              </a:rPr>
              <a:t>追加スライド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8D85F36-4044-CC13-36AF-0BD39A5C9AEA}"/>
              </a:ext>
            </a:extLst>
          </p:cNvPr>
          <p:cNvSpPr txBox="1"/>
          <p:nvPr/>
        </p:nvSpPr>
        <p:spPr>
          <a:xfrm>
            <a:off x="226724" y="959669"/>
            <a:ext cx="10319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認証業務ではないが、</a:t>
            </a:r>
            <a:r>
              <a:rPr kumimoji="1" lang="en-US" altLang="ja-JP"/>
              <a:t>2Q</a:t>
            </a:r>
            <a:r>
              <a:rPr kumimoji="1" lang="ja-JP" altLang="en-US"/>
              <a:t>から新たに「</a:t>
            </a:r>
            <a:r>
              <a:rPr kumimoji="1" lang="en-US" altLang="ja-JP" b="1"/>
              <a:t>ADAS</a:t>
            </a:r>
            <a:r>
              <a:rPr kumimoji="1" lang="ja-JP" altLang="en-US" b="1"/>
              <a:t>機能評価（配車要望業務）</a:t>
            </a:r>
            <a:r>
              <a:rPr kumimoji="1" lang="ja-JP" altLang="en-US"/>
              <a:t>」の要件定義にも着手。</a:t>
            </a:r>
            <a:endParaRPr kumimoji="1" lang="en-US" altLang="ja-JP"/>
          </a:p>
          <a:p>
            <a:r>
              <a:rPr lang="ja-JP" altLang="en-US"/>
              <a:t>現状、</a:t>
            </a:r>
            <a:r>
              <a:rPr lang="en-US" altLang="ja-JP"/>
              <a:t>Python</a:t>
            </a:r>
            <a:r>
              <a:rPr lang="ja-JP" altLang="en-US"/>
              <a:t>ツールはあるが、</a:t>
            </a:r>
            <a:r>
              <a:rPr lang="ja-JP" altLang="en-US" b="1"/>
              <a:t>設計情報</a:t>
            </a:r>
            <a:r>
              <a:rPr lang="en-US" altLang="ja-JP" b="1"/>
              <a:t>DB</a:t>
            </a:r>
            <a:r>
              <a:rPr lang="ja-JP" altLang="en-US" b="1"/>
              <a:t>に機能統合</a:t>
            </a:r>
            <a:r>
              <a:rPr lang="ja-JP" altLang="en-US"/>
              <a:t>することで、</a:t>
            </a:r>
            <a:r>
              <a:rPr lang="ja-JP" altLang="en-US" b="1"/>
              <a:t>設計者の手間軽減</a:t>
            </a:r>
            <a:r>
              <a:rPr lang="ja-JP" altLang="en-US"/>
              <a:t>、</a:t>
            </a:r>
            <a:r>
              <a:rPr lang="ja-JP" altLang="en-US" b="1"/>
              <a:t>設計情報蓄積</a:t>
            </a:r>
            <a:r>
              <a:rPr lang="ja-JP" altLang="en-US"/>
              <a:t>を狙う。</a:t>
            </a:r>
            <a:endParaRPr kumimoji="1" lang="en-US" altLang="ja-JP"/>
          </a:p>
        </p:txBody>
      </p:sp>
      <p:pic>
        <p:nvPicPr>
          <p:cNvPr id="23" name="図 22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252AD03-ADA9-4C87-994B-920258CDE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223" y="1793942"/>
            <a:ext cx="8139954" cy="4574697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80AD851-7726-C537-CEC7-880E3F3CE258}"/>
              </a:ext>
            </a:extLst>
          </p:cNvPr>
          <p:cNvSpPr txBox="1"/>
          <p:nvPr/>
        </p:nvSpPr>
        <p:spPr>
          <a:xfrm>
            <a:off x="9932895" y="1714138"/>
            <a:ext cx="1914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/>
              <a:t>【TMC</a:t>
            </a:r>
            <a:r>
              <a:rPr lang="ja-JP" altLang="en-US" sz="1600"/>
              <a:t>提供資料より</a:t>
            </a:r>
            <a:r>
              <a:rPr lang="en-US" altLang="ja-JP" sz="1600"/>
              <a:t>】</a:t>
            </a:r>
            <a:endParaRPr kumimoji="1" lang="en-US" altLang="ja-JP" sz="1600"/>
          </a:p>
        </p:txBody>
      </p:sp>
    </p:spTree>
    <p:extLst>
      <p:ext uri="{BB962C8B-B14F-4D97-AF65-F5344CB8AC3E}">
        <p14:creationId xmlns:p14="http://schemas.microsoft.com/office/powerpoint/2010/main" val="2148268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E1F02-5EFE-7CE4-4BA3-FC211B62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フローチャート: 処理 89">
            <a:extLst>
              <a:ext uri="{FF2B5EF4-FFF2-40B4-BE49-F238E27FC236}">
                <a16:creationId xmlns:a16="http://schemas.microsoft.com/office/drawing/2014/main" id="{A8817FB2-5D2D-8BAE-8093-C0ED82CFC437}"/>
              </a:ext>
            </a:extLst>
          </p:cNvPr>
          <p:cNvSpPr/>
          <p:nvPr/>
        </p:nvSpPr>
        <p:spPr>
          <a:xfrm>
            <a:off x="8557777" y="2942494"/>
            <a:ext cx="1049144" cy="1584713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フローチャート: 処理 88">
            <a:extLst>
              <a:ext uri="{FF2B5EF4-FFF2-40B4-BE49-F238E27FC236}">
                <a16:creationId xmlns:a16="http://schemas.microsoft.com/office/drawing/2014/main" id="{EB92D680-4571-8484-074B-DB23410C7773}"/>
              </a:ext>
            </a:extLst>
          </p:cNvPr>
          <p:cNvSpPr/>
          <p:nvPr/>
        </p:nvSpPr>
        <p:spPr>
          <a:xfrm>
            <a:off x="2431111" y="2942494"/>
            <a:ext cx="1049144" cy="1584713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928F586-3716-47E5-8437-1B501D7AE9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１．活動背景</a:t>
            </a:r>
            <a:r>
              <a:rPr lang="ja-JP" altLang="en-US" sz="1800"/>
              <a:t>（</a:t>
            </a:r>
            <a:r>
              <a:rPr kumimoji="1" lang="ja-JP" altLang="en-US" sz="1800"/>
              <a:t>②</a:t>
            </a:r>
            <a:r>
              <a:rPr lang="ja-JP" altLang="en-US" sz="1800" b="1"/>
              <a:t>法規認証</a:t>
            </a:r>
            <a:r>
              <a:rPr lang="en-US" altLang="ja-JP" sz="1800" b="1"/>
              <a:t>TPS</a:t>
            </a:r>
            <a:r>
              <a:rPr lang="ja-JP" altLang="en-US" sz="1800" b="1"/>
              <a:t>活動</a:t>
            </a:r>
            <a:r>
              <a:rPr lang="ja-JP" altLang="en-US" sz="1800"/>
              <a:t>）</a:t>
            </a:r>
            <a:endParaRPr kumimoji="1" lang="ja-JP" altLang="en-US" sz="320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D82CDD9-F387-13EA-C95B-425A5BD78F82}"/>
              </a:ext>
            </a:extLst>
          </p:cNvPr>
          <p:cNvSpPr txBox="1"/>
          <p:nvPr/>
        </p:nvSpPr>
        <p:spPr>
          <a:xfrm>
            <a:off x="226724" y="959669"/>
            <a:ext cx="111395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　</a:t>
            </a:r>
            <a:r>
              <a:rPr lang="ja-JP" altLang="en-US" b="1"/>
              <a:t>②</a:t>
            </a:r>
            <a:r>
              <a:rPr lang="en-US" altLang="ja-JP" b="1"/>
              <a:t>-2. SU</a:t>
            </a:r>
            <a:r>
              <a:rPr lang="ja-JP" altLang="en-US" b="1"/>
              <a:t>認証に関する活動</a:t>
            </a:r>
            <a:endParaRPr lang="en-US" altLang="ja-JP" b="1"/>
          </a:p>
          <a:p>
            <a:r>
              <a:rPr lang="ja-JP" altLang="en-US" b="1"/>
              <a:t>　　　</a:t>
            </a:r>
            <a:r>
              <a:rPr lang="en-US" altLang="ja-JP" b="1"/>
              <a:t>【</a:t>
            </a:r>
            <a:r>
              <a:rPr lang="ja-JP" altLang="en-US" b="1"/>
              <a:t>課題</a:t>
            </a:r>
            <a:r>
              <a:rPr lang="en-US" altLang="ja-JP" b="1"/>
              <a:t>】</a:t>
            </a:r>
          </a:p>
          <a:p>
            <a:r>
              <a:rPr lang="ja-JP" altLang="en-US"/>
              <a:t>　　　　</a:t>
            </a:r>
            <a:r>
              <a:rPr lang="en-US" altLang="ja-JP"/>
              <a:t>SU</a:t>
            </a:r>
            <a:r>
              <a:rPr lang="ja-JP" altLang="en-US"/>
              <a:t>認証が必要な部品（</a:t>
            </a:r>
            <a:r>
              <a:rPr lang="en-US" altLang="ja-JP"/>
              <a:t>ECU</a:t>
            </a:r>
            <a:r>
              <a:rPr lang="ja-JP" altLang="en-US"/>
              <a:t>、ソフト）を、法規認証部と</a:t>
            </a:r>
            <a:r>
              <a:rPr lang="en-US" altLang="ja-JP"/>
              <a:t>ECU</a:t>
            </a:r>
            <a:r>
              <a:rPr lang="ja-JP" altLang="en-US"/>
              <a:t>設計にて「</a:t>
            </a:r>
            <a:r>
              <a:rPr lang="en-US" altLang="ja-JP" b="1"/>
              <a:t>SU</a:t>
            </a:r>
            <a:r>
              <a:rPr lang="ja-JP" altLang="en-US" b="1"/>
              <a:t>部品リスト</a:t>
            </a:r>
            <a:r>
              <a:rPr lang="ja-JP" altLang="en-US"/>
              <a:t>」として一覧化、申請業務を</a:t>
            </a:r>
            <a:endParaRPr lang="en-US" altLang="ja-JP"/>
          </a:p>
          <a:p>
            <a:r>
              <a:rPr lang="ja-JP" altLang="en-US"/>
              <a:t>　　　　行っているが、下記課題あり。（赤字）</a:t>
            </a:r>
            <a:endParaRPr lang="en-US" altLang="ja-JP"/>
          </a:p>
        </p:txBody>
      </p:sp>
      <p:pic>
        <p:nvPicPr>
          <p:cNvPr id="60" name="図 59">
            <a:extLst>
              <a:ext uri="{FF2B5EF4-FFF2-40B4-BE49-F238E27FC236}">
                <a16:creationId xmlns:a16="http://schemas.microsoft.com/office/drawing/2014/main" id="{371B25C1-DEBB-2FE7-92BC-BBA10F36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49" t="138" b="-138"/>
          <a:stretch/>
        </p:blipFill>
        <p:spPr>
          <a:xfrm>
            <a:off x="483229" y="5207248"/>
            <a:ext cx="11198623" cy="1284403"/>
          </a:xfrm>
          <a:prstGeom prst="rect">
            <a:avLst/>
          </a:prstGeom>
        </p:spPr>
      </p:pic>
      <p:sp>
        <p:nvSpPr>
          <p:cNvPr id="61" name="四角形: メモ 60">
            <a:extLst>
              <a:ext uri="{FF2B5EF4-FFF2-40B4-BE49-F238E27FC236}">
                <a16:creationId xmlns:a16="http://schemas.microsoft.com/office/drawing/2014/main" id="{CD428946-AA7C-26A9-9285-C34C83DB151D}"/>
              </a:ext>
            </a:extLst>
          </p:cNvPr>
          <p:cNvSpPr/>
          <p:nvPr/>
        </p:nvSpPr>
        <p:spPr>
          <a:xfrm>
            <a:off x="5663787" y="4140722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部品</a:t>
            </a:r>
            <a:endParaRPr kumimoji="1" lang="en-US" altLang="ja-JP" sz="1200"/>
          </a:p>
          <a:p>
            <a:pPr algn="ctr"/>
            <a:r>
              <a:rPr kumimoji="1" lang="ja-JP" altLang="en-US" sz="1200"/>
              <a:t>リスト</a:t>
            </a:r>
            <a:r>
              <a:rPr kumimoji="1" lang="en-US" altLang="ja-JP" sz="1200" baseline="30000"/>
              <a:t>*2</a:t>
            </a:r>
          </a:p>
        </p:txBody>
      </p:sp>
      <p:pic>
        <p:nvPicPr>
          <p:cNvPr id="62" name="グラフィックス 61" descr="ユーザー 枠線">
            <a:extLst>
              <a:ext uri="{FF2B5EF4-FFF2-40B4-BE49-F238E27FC236}">
                <a16:creationId xmlns:a16="http://schemas.microsoft.com/office/drawing/2014/main" id="{D1C4EBEA-9B1C-CD1B-C4E4-506E63C48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6293" y="3169471"/>
            <a:ext cx="870428" cy="870428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840CF76C-DDF4-5453-7BF7-A5B3BCD6F518}"/>
              </a:ext>
            </a:extLst>
          </p:cNvPr>
          <p:cNvSpPr txBox="1"/>
          <p:nvPr/>
        </p:nvSpPr>
        <p:spPr>
          <a:xfrm>
            <a:off x="2537572" y="3903431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ECU</a:t>
            </a:r>
            <a:r>
              <a:rPr kumimoji="1" lang="ja-JP" altLang="en-US" sz="1400"/>
              <a:t>設計</a:t>
            </a:r>
          </a:p>
        </p:txBody>
      </p:sp>
      <p:pic>
        <p:nvPicPr>
          <p:cNvPr id="64" name="グラフィックス 63" descr="ユーザー 枠線">
            <a:extLst>
              <a:ext uri="{FF2B5EF4-FFF2-40B4-BE49-F238E27FC236}">
                <a16:creationId xmlns:a16="http://schemas.microsoft.com/office/drawing/2014/main" id="{26631E7C-AB67-8F9A-9735-09B914BB6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2967" y="3169471"/>
            <a:ext cx="870428" cy="870428"/>
          </a:xfrm>
          <a:prstGeom prst="rect">
            <a:avLst/>
          </a:prstGeom>
        </p:spPr>
      </p:pic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A7BEFD62-1268-96CC-52A1-3564CD3740AA}"/>
              </a:ext>
            </a:extLst>
          </p:cNvPr>
          <p:cNvSpPr txBox="1"/>
          <p:nvPr/>
        </p:nvSpPr>
        <p:spPr>
          <a:xfrm>
            <a:off x="8557777" y="3903431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OTA</a:t>
            </a:r>
            <a:r>
              <a:rPr kumimoji="1" lang="ja-JP" altLang="en-US" sz="1400"/>
              <a:t>推進室</a:t>
            </a:r>
            <a:endParaRPr kumimoji="1" lang="en-US" altLang="ja-JP" sz="1400"/>
          </a:p>
          <a:p>
            <a:r>
              <a:rPr kumimoji="1" lang="ja-JP" altLang="en-US" sz="1400"/>
              <a:t>法規認証部</a:t>
            </a:r>
          </a:p>
        </p:txBody>
      </p:sp>
      <p:sp>
        <p:nvSpPr>
          <p:cNvPr id="66" name="四角形: メモ 65">
            <a:extLst>
              <a:ext uri="{FF2B5EF4-FFF2-40B4-BE49-F238E27FC236}">
                <a16:creationId xmlns:a16="http://schemas.microsoft.com/office/drawing/2014/main" id="{89DEAC9B-5DC9-43D4-280E-0B21635CDB51}"/>
              </a:ext>
            </a:extLst>
          </p:cNvPr>
          <p:cNvSpPr/>
          <p:nvPr/>
        </p:nvSpPr>
        <p:spPr>
          <a:xfrm>
            <a:off x="4800436" y="4140722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回答票</a:t>
            </a:r>
            <a:r>
              <a:rPr kumimoji="1" lang="en-US" altLang="ja-JP" sz="1200" baseline="30000"/>
              <a:t>*1</a:t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6B506401-7CA1-FCE0-FD4A-4F6BCC9BC1C4}"/>
              </a:ext>
            </a:extLst>
          </p:cNvPr>
          <p:cNvCxnSpPr>
            <a:cxnSpLocks/>
          </p:cNvCxnSpPr>
          <p:nvPr/>
        </p:nvCxnSpPr>
        <p:spPr>
          <a:xfrm>
            <a:off x="3563914" y="3584408"/>
            <a:ext cx="478766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四角形: メモ 74">
            <a:extLst>
              <a:ext uri="{FF2B5EF4-FFF2-40B4-BE49-F238E27FC236}">
                <a16:creationId xmlns:a16="http://schemas.microsoft.com/office/drawing/2014/main" id="{0B2FE38F-987F-2BF0-E4EE-75E4DF1F2061}"/>
              </a:ext>
            </a:extLst>
          </p:cNvPr>
          <p:cNvSpPr/>
          <p:nvPr/>
        </p:nvSpPr>
        <p:spPr>
          <a:xfrm>
            <a:off x="6527138" y="4140722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総点検</a:t>
            </a:r>
            <a:endParaRPr kumimoji="1" lang="en-US" altLang="ja-JP" sz="1200"/>
          </a:p>
          <a:p>
            <a:pPr algn="ctr"/>
            <a:r>
              <a:rPr kumimoji="1" lang="ja-JP" altLang="en-US" sz="1200"/>
              <a:t>リスト</a:t>
            </a:r>
            <a:r>
              <a:rPr kumimoji="1" lang="en-US" altLang="ja-JP" sz="1200" baseline="30000"/>
              <a:t>*3</a:t>
            </a:r>
          </a:p>
        </p:txBody>
      </p:sp>
      <p:sp>
        <p:nvSpPr>
          <p:cNvPr id="76" name="四角形: メモ 75">
            <a:extLst>
              <a:ext uri="{FF2B5EF4-FFF2-40B4-BE49-F238E27FC236}">
                <a16:creationId xmlns:a16="http://schemas.microsoft.com/office/drawing/2014/main" id="{B007179A-65EE-2A4D-51A3-07D8E58F5FFC}"/>
              </a:ext>
            </a:extLst>
          </p:cNvPr>
          <p:cNvSpPr/>
          <p:nvPr/>
        </p:nvSpPr>
        <p:spPr>
          <a:xfrm>
            <a:off x="9725315" y="3987176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/>
              <a:t>E</a:t>
            </a:r>
            <a:r>
              <a:rPr kumimoji="1" lang="ja-JP" altLang="en-US" sz="1200"/>
              <a:t>図</a:t>
            </a:r>
            <a:r>
              <a:rPr kumimoji="1" lang="en-US" altLang="ja-JP" sz="1200" baseline="30000"/>
              <a:t>*4</a:t>
            </a:r>
          </a:p>
        </p:txBody>
      </p:sp>
      <p:pic>
        <p:nvPicPr>
          <p:cNvPr id="77" name="図 76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468AE24-C10E-B1FB-7E35-217D6ECDB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707" y="4782073"/>
            <a:ext cx="318915" cy="323758"/>
          </a:xfrm>
          <a:prstGeom prst="rect">
            <a:avLst/>
          </a:prstGeom>
        </p:spPr>
      </p:pic>
      <p:pic>
        <p:nvPicPr>
          <p:cNvPr id="78" name="図 77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AEE6529-AFD0-A637-CC91-B5B13EC9F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267" y="4782073"/>
            <a:ext cx="318915" cy="323758"/>
          </a:xfrm>
          <a:prstGeom prst="rect">
            <a:avLst/>
          </a:prstGeom>
        </p:spPr>
      </p:pic>
      <p:pic>
        <p:nvPicPr>
          <p:cNvPr id="79" name="図 78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477CF29-2F0B-6698-2ABC-F25350FD1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5999" y="4782073"/>
            <a:ext cx="318915" cy="323758"/>
          </a:xfrm>
          <a:prstGeom prst="rect">
            <a:avLst/>
          </a:prstGeom>
        </p:spPr>
      </p:pic>
      <p:pic>
        <p:nvPicPr>
          <p:cNvPr id="80" name="図 79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0A6F589-4682-E5FA-45A8-D3D07A0B2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0586" y="4628527"/>
            <a:ext cx="318915" cy="323758"/>
          </a:xfrm>
          <a:prstGeom prst="rect">
            <a:avLst/>
          </a:prstGeom>
        </p:spPr>
      </p:pic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D26BFEAC-DCF9-9B26-B664-708F01D9621C}"/>
              </a:ext>
            </a:extLst>
          </p:cNvPr>
          <p:cNvSpPr txBox="1"/>
          <p:nvPr/>
        </p:nvSpPr>
        <p:spPr>
          <a:xfrm>
            <a:off x="4359265" y="3215036"/>
            <a:ext cx="3357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/>
              <a:t>相互に依頼、記入のやりとりを最低</a:t>
            </a:r>
            <a:r>
              <a:rPr kumimoji="1" lang="en-US" altLang="ja-JP" sz="1400" b="1"/>
              <a:t>4</a:t>
            </a:r>
            <a:r>
              <a:rPr kumimoji="1" lang="ja-JP" altLang="en-US" sz="1400" b="1"/>
              <a:t>回実施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8DFF0A9C-BDCD-AD75-1A1A-9F378B96D9C0}"/>
              </a:ext>
            </a:extLst>
          </p:cNvPr>
          <p:cNvSpPr txBox="1"/>
          <p:nvPr/>
        </p:nvSpPr>
        <p:spPr>
          <a:xfrm>
            <a:off x="2977701" y="2139094"/>
            <a:ext cx="69408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・帳票が多い、転記ミス発生</a:t>
            </a:r>
            <a:endParaRPr kumimoji="1"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・ハード品番</a:t>
            </a:r>
            <a:r>
              <a:rPr kumimoji="1" lang="en-US" altLang="ja-JP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x</a:t>
            </a:r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ソフト品番</a:t>
            </a:r>
            <a:r>
              <a:rPr kumimoji="1" lang="en-US" altLang="ja-JP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x</a:t>
            </a:r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導入国の紐付けが手作業</a:t>
            </a:r>
            <a:r>
              <a:rPr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、入力ミス多く、完成度低い</a:t>
            </a:r>
            <a:endParaRPr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・前モデルのリストを流用できてない</a:t>
            </a:r>
            <a:endParaRPr lang="en-US" altLang="ja-JP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en-US" altLang="ja-JP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LT</a:t>
            </a:r>
            <a:r>
              <a:rPr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が長いため、途中の設変の確認、鮮度維持が大変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A8A6F7DB-914D-AEC5-4527-181C224082B4}"/>
              </a:ext>
            </a:extLst>
          </p:cNvPr>
          <p:cNvSpPr txBox="1"/>
          <p:nvPr/>
        </p:nvSpPr>
        <p:spPr>
          <a:xfrm>
            <a:off x="388601" y="4882106"/>
            <a:ext cx="20457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SU</a:t>
            </a:r>
            <a:r>
              <a:rPr kumimoji="1" lang="ja-JP" altLang="en-US" sz="1200"/>
              <a:t>部品リストの一例（一部）</a:t>
            </a:r>
          </a:p>
        </p:txBody>
      </p: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E34B6995-AA11-E19B-2E6A-FB8077438C4B}"/>
              </a:ext>
            </a:extLst>
          </p:cNvPr>
          <p:cNvCxnSpPr>
            <a:cxnSpLocks/>
          </p:cNvCxnSpPr>
          <p:nvPr/>
        </p:nvCxnSpPr>
        <p:spPr>
          <a:xfrm>
            <a:off x="3563914" y="3745272"/>
            <a:ext cx="478766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95EEB01B-9A60-33EF-0B2F-B76C79892B30}"/>
              </a:ext>
            </a:extLst>
          </p:cNvPr>
          <p:cNvCxnSpPr>
            <a:cxnSpLocks/>
          </p:cNvCxnSpPr>
          <p:nvPr/>
        </p:nvCxnSpPr>
        <p:spPr>
          <a:xfrm>
            <a:off x="3563914" y="3906136"/>
            <a:ext cx="478766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BEA6C24A-1222-9ADF-4CCA-C6CF4276AAB5}"/>
              </a:ext>
            </a:extLst>
          </p:cNvPr>
          <p:cNvCxnSpPr>
            <a:cxnSpLocks/>
          </p:cNvCxnSpPr>
          <p:nvPr/>
        </p:nvCxnSpPr>
        <p:spPr>
          <a:xfrm>
            <a:off x="3563914" y="4067000"/>
            <a:ext cx="478766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4A9853F-8B2C-0F4D-613D-8A98FCD2FC8C}"/>
              </a:ext>
            </a:extLst>
          </p:cNvPr>
          <p:cNvGrpSpPr>
            <a:grpSpLocks noChangeAspect="1"/>
          </p:cNvGrpSpPr>
          <p:nvPr/>
        </p:nvGrpSpPr>
        <p:grpSpPr>
          <a:xfrm>
            <a:off x="10359982" y="2225728"/>
            <a:ext cx="300082" cy="174749"/>
            <a:chOff x="0" y="0"/>
            <a:chExt cx="501650" cy="292130"/>
          </a:xfrm>
        </p:grpSpPr>
        <p:sp>
          <p:nvSpPr>
            <p:cNvPr id="4" name="フリーフォーム 6">
              <a:extLst>
                <a:ext uri="{FF2B5EF4-FFF2-40B4-BE49-F238E27FC236}">
                  <a16:creationId xmlns:a16="http://schemas.microsoft.com/office/drawing/2014/main" id="{1FADC2EB-61D3-A185-F82F-2BFDA444F4CD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65CAEC0D-1E85-A4CA-B8E9-25524E09EE8C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A7ECDEEC-66E2-F3BB-1C57-F0F39C6DA803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FE1C1F9-7E13-25C7-9C99-15EEDED36F79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33C9A383-789D-1B4F-7C6F-90239E47877C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6ED5F067-43A1-0C94-4ED8-60BE126EB28E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4CC04EB-5F74-DBA7-7702-0211B0009F0C}"/>
              </a:ext>
            </a:extLst>
          </p:cNvPr>
          <p:cNvSpPr txBox="1"/>
          <p:nvPr/>
        </p:nvSpPr>
        <p:spPr>
          <a:xfrm>
            <a:off x="10660064" y="2201941"/>
            <a:ext cx="1132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/>
              <a:t>業務課題箇所</a:t>
            </a:r>
            <a:endParaRPr kumimoji="1" lang="ja-JP" altLang="en-US" sz="110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F764732C-BC63-9852-1582-3D612FB1196B}"/>
              </a:ext>
            </a:extLst>
          </p:cNvPr>
          <p:cNvGrpSpPr>
            <a:grpSpLocks noChangeAspect="1"/>
          </p:cNvGrpSpPr>
          <p:nvPr/>
        </p:nvGrpSpPr>
        <p:grpSpPr>
          <a:xfrm>
            <a:off x="5655232" y="3644581"/>
            <a:ext cx="605024" cy="352328"/>
            <a:chOff x="0" y="0"/>
            <a:chExt cx="501650" cy="292130"/>
          </a:xfrm>
        </p:grpSpPr>
        <p:sp>
          <p:nvSpPr>
            <p:cNvPr id="69" name="フリーフォーム 6">
              <a:extLst>
                <a:ext uri="{FF2B5EF4-FFF2-40B4-BE49-F238E27FC236}">
                  <a16:creationId xmlns:a16="http://schemas.microsoft.com/office/drawing/2014/main" id="{BE23C67E-E3CD-43A6-10D4-00067309EBC7}"/>
                </a:ext>
              </a:extLst>
            </p:cNvPr>
            <p:cNvSpPr/>
            <p:nvPr/>
          </p:nvSpPr>
          <p:spPr>
            <a:xfrm>
              <a:off x="0" y="0"/>
              <a:ext cx="501650" cy="292130"/>
            </a:xfrm>
            <a:custGeom>
              <a:avLst/>
              <a:gdLst>
                <a:gd name="connsiteX0" fmla="*/ 0 w 501650"/>
                <a:gd name="connsiteY0" fmla="*/ 292524 h 318635"/>
                <a:gd name="connsiteX1" fmla="*/ 158750 w 501650"/>
                <a:gd name="connsiteY1" fmla="*/ 229024 h 318635"/>
                <a:gd name="connsiteX2" fmla="*/ 254000 w 501650"/>
                <a:gd name="connsiteY2" fmla="*/ 424 h 318635"/>
                <a:gd name="connsiteX3" fmla="*/ 355600 w 501650"/>
                <a:gd name="connsiteY3" fmla="*/ 292524 h 318635"/>
                <a:gd name="connsiteX4" fmla="*/ 501650 w 501650"/>
                <a:gd name="connsiteY4" fmla="*/ 286174 h 318635"/>
                <a:gd name="connsiteX0" fmla="*/ 0 w 501650"/>
                <a:gd name="connsiteY0" fmla="*/ 292105 h 295912"/>
                <a:gd name="connsiteX1" fmla="*/ 158750 w 501650"/>
                <a:gd name="connsiteY1" fmla="*/ 228605 h 295912"/>
                <a:gd name="connsiteX2" fmla="*/ 254000 w 501650"/>
                <a:gd name="connsiteY2" fmla="*/ 5 h 295912"/>
                <a:gd name="connsiteX3" fmla="*/ 342900 w 501650"/>
                <a:gd name="connsiteY3" fmla="*/ 234955 h 295912"/>
                <a:gd name="connsiteX4" fmla="*/ 501650 w 501650"/>
                <a:gd name="connsiteY4" fmla="*/ 285755 h 295912"/>
                <a:gd name="connsiteX0" fmla="*/ 0 w 501650"/>
                <a:gd name="connsiteY0" fmla="*/ 292117 h 295924"/>
                <a:gd name="connsiteX1" fmla="*/ 120650 w 501650"/>
                <a:gd name="connsiteY1" fmla="*/ 247667 h 295924"/>
                <a:gd name="connsiteX2" fmla="*/ 254000 w 501650"/>
                <a:gd name="connsiteY2" fmla="*/ 17 h 295924"/>
                <a:gd name="connsiteX3" fmla="*/ 342900 w 501650"/>
                <a:gd name="connsiteY3" fmla="*/ 234967 h 295924"/>
                <a:gd name="connsiteX4" fmla="*/ 501650 w 501650"/>
                <a:gd name="connsiteY4" fmla="*/ 285767 h 295924"/>
                <a:gd name="connsiteX0" fmla="*/ 0 w 501650"/>
                <a:gd name="connsiteY0" fmla="*/ 292117 h 302201"/>
                <a:gd name="connsiteX1" fmla="*/ 120650 w 501650"/>
                <a:gd name="connsiteY1" fmla="*/ 247667 h 302201"/>
                <a:gd name="connsiteX2" fmla="*/ 254000 w 501650"/>
                <a:gd name="connsiteY2" fmla="*/ 17 h 302201"/>
                <a:gd name="connsiteX3" fmla="*/ 368300 w 501650"/>
                <a:gd name="connsiteY3" fmla="*/ 260367 h 302201"/>
                <a:gd name="connsiteX4" fmla="*/ 501650 w 501650"/>
                <a:gd name="connsiteY4" fmla="*/ 285767 h 302201"/>
                <a:gd name="connsiteX0" fmla="*/ 0 w 501650"/>
                <a:gd name="connsiteY0" fmla="*/ 292161 h 302245"/>
                <a:gd name="connsiteX1" fmla="*/ 120650 w 501650"/>
                <a:gd name="connsiteY1" fmla="*/ 247711 h 302245"/>
                <a:gd name="connsiteX2" fmla="*/ 254000 w 501650"/>
                <a:gd name="connsiteY2" fmla="*/ 61 h 302245"/>
                <a:gd name="connsiteX3" fmla="*/ 368300 w 501650"/>
                <a:gd name="connsiteY3" fmla="*/ 260411 h 302245"/>
                <a:gd name="connsiteX4" fmla="*/ 501650 w 501650"/>
                <a:gd name="connsiteY4" fmla="*/ 285811 h 302245"/>
                <a:gd name="connsiteX0" fmla="*/ 0 w 501650"/>
                <a:gd name="connsiteY0" fmla="*/ 292161 h 292238"/>
                <a:gd name="connsiteX1" fmla="*/ 120650 w 501650"/>
                <a:gd name="connsiteY1" fmla="*/ 247711 h 292238"/>
                <a:gd name="connsiteX2" fmla="*/ 254000 w 501650"/>
                <a:gd name="connsiteY2" fmla="*/ 61 h 292238"/>
                <a:gd name="connsiteX3" fmla="*/ 368300 w 501650"/>
                <a:gd name="connsiteY3" fmla="*/ 260411 h 292238"/>
                <a:gd name="connsiteX4" fmla="*/ 501650 w 501650"/>
                <a:gd name="connsiteY4" fmla="*/ 285811 h 292238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59 h 292159"/>
                <a:gd name="connsiteX1" fmla="*/ 120650 w 501650"/>
                <a:gd name="connsiteY1" fmla="*/ 247709 h 292159"/>
                <a:gd name="connsiteX2" fmla="*/ 254000 w 501650"/>
                <a:gd name="connsiteY2" fmla="*/ 59 h 292159"/>
                <a:gd name="connsiteX3" fmla="*/ 368300 w 501650"/>
                <a:gd name="connsiteY3" fmla="*/ 260409 h 292159"/>
                <a:gd name="connsiteX4" fmla="*/ 501650 w 501650"/>
                <a:gd name="connsiteY4" fmla="*/ 285809 h 292159"/>
                <a:gd name="connsiteX0" fmla="*/ 0 w 501650"/>
                <a:gd name="connsiteY0" fmla="*/ 292111 h 292111"/>
                <a:gd name="connsiteX1" fmla="*/ 120650 w 501650"/>
                <a:gd name="connsiteY1" fmla="*/ 247661 h 292111"/>
                <a:gd name="connsiteX2" fmla="*/ 254000 w 501650"/>
                <a:gd name="connsiteY2" fmla="*/ 11 h 292111"/>
                <a:gd name="connsiteX3" fmla="*/ 370682 w 501650"/>
                <a:gd name="connsiteY3" fmla="*/ 257979 h 292111"/>
                <a:gd name="connsiteX4" fmla="*/ 501650 w 501650"/>
                <a:gd name="connsiteY4" fmla="*/ 285761 h 292111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  <a:gd name="connsiteX0" fmla="*/ 0 w 501650"/>
                <a:gd name="connsiteY0" fmla="*/ 292130 h 292130"/>
                <a:gd name="connsiteX1" fmla="*/ 120650 w 501650"/>
                <a:gd name="connsiteY1" fmla="*/ 247680 h 292130"/>
                <a:gd name="connsiteX2" fmla="*/ 254000 w 501650"/>
                <a:gd name="connsiteY2" fmla="*/ 30 h 292130"/>
                <a:gd name="connsiteX3" fmla="*/ 370682 w 501650"/>
                <a:gd name="connsiteY3" fmla="*/ 257998 h 292130"/>
                <a:gd name="connsiteX4" fmla="*/ 501650 w 501650"/>
                <a:gd name="connsiteY4" fmla="*/ 285780 h 29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650" h="292130">
                  <a:moveTo>
                    <a:pt x="0" y="292130"/>
                  </a:moveTo>
                  <a:cubicBezTo>
                    <a:pt x="58208" y="284721"/>
                    <a:pt x="78317" y="296363"/>
                    <a:pt x="120650" y="247680"/>
                  </a:cubicBezTo>
                  <a:cubicBezTo>
                    <a:pt x="162983" y="198997"/>
                    <a:pt x="131366" y="3073"/>
                    <a:pt x="254000" y="30"/>
                  </a:cubicBezTo>
                  <a:cubicBezTo>
                    <a:pt x="376634" y="-3013"/>
                    <a:pt x="338932" y="219898"/>
                    <a:pt x="370682" y="257998"/>
                  </a:cubicBezTo>
                  <a:cubicBezTo>
                    <a:pt x="402432" y="296098"/>
                    <a:pt x="432593" y="277049"/>
                    <a:pt x="501650" y="28578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BFB934D7-BA2B-AE50-881B-10E02A455CDD}"/>
                </a:ext>
              </a:extLst>
            </p:cNvPr>
            <p:cNvCxnSpPr/>
            <p:nvPr/>
          </p:nvCxnSpPr>
          <p:spPr>
            <a:xfrm flipH="1">
              <a:off x="170174" y="13733"/>
              <a:ext cx="136884" cy="7619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C5F4C66D-50CF-2F56-D86E-2EDAD75DE9C5}"/>
                </a:ext>
              </a:extLst>
            </p:cNvPr>
            <p:cNvCxnSpPr/>
            <p:nvPr/>
          </p:nvCxnSpPr>
          <p:spPr>
            <a:xfrm flipH="1">
              <a:off x="133361" y="94786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05DB75F6-1A96-98B0-B3EE-C2B5FE079543}"/>
                </a:ext>
              </a:extLst>
            </p:cNvPr>
            <p:cNvCxnSpPr/>
            <p:nvPr/>
          </p:nvCxnSpPr>
          <p:spPr>
            <a:xfrm flipH="1">
              <a:off x="135317" y="141364"/>
              <a:ext cx="206598" cy="1145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336ED379-8654-219D-DCAD-38823767E275}"/>
                </a:ext>
              </a:extLst>
            </p:cNvPr>
            <p:cNvCxnSpPr/>
            <p:nvPr/>
          </p:nvCxnSpPr>
          <p:spPr>
            <a:xfrm flipH="1">
              <a:off x="243379" y="186802"/>
              <a:ext cx="103299" cy="5479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C6185BC7-6285-A9AA-42CF-1FA7BA027594}"/>
                </a:ext>
              </a:extLst>
            </p:cNvPr>
            <p:cNvCxnSpPr/>
            <p:nvPr/>
          </p:nvCxnSpPr>
          <p:spPr>
            <a:xfrm flipH="1">
              <a:off x="155763" y="56590"/>
              <a:ext cx="165706" cy="8591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855DE1A-BDB9-7C1A-C1CA-A9034C53CE48}"/>
              </a:ext>
            </a:extLst>
          </p:cNvPr>
          <p:cNvSpPr/>
          <p:nvPr/>
        </p:nvSpPr>
        <p:spPr>
          <a:xfrm>
            <a:off x="8828241" y="271953"/>
            <a:ext cx="3107454" cy="4103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リマインド（</a:t>
            </a:r>
            <a:r>
              <a:rPr kumimoji="1" lang="en-US" altLang="ja-JP" b="1"/>
              <a:t>1Q</a:t>
            </a:r>
            <a:r>
              <a:rPr kumimoji="1" lang="ja-JP" altLang="en-US" b="1"/>
              <a:t>決裁時と同じ）</a:t>
            </a:r>
            <a:endParaRPr kumimoji="1" lang="ja-JP" altLang="en-US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8E23EA7-F6E2-D9AF-1FB9-0F4012A793D5}"/>
              </a:ext>
            </a:extLst>
          </p:cNvPr>
          <p:cNvSpPr txBox="1"/>
          <p:nvPr/>
        </p:nvSpPr>
        <p:spPr>
          <a:xfrm>
            <a:off x="6449722" y="706654"/>
            <a:ext cx="57422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*1</a:t>
            </a:r>
            <a:r>
              <a:rPr lang="ja-JP" altLang="en-US" sz="1100"/>
              <a:t>　</a:t>
            </a:r>
            <a:r>
              <a:rPr kumimoji="1" lang="ja-JP" altLang="en-US" sz="1100"/>
              <a:t>回答票：車両の</a:t>
            </a:r>
            <a:r>
              <a:rPr lang="en-US" altLang="ja-JP" sz="1100"/>
              <a:t>ECU</a:t>
            </a:r>
            <a:r>
              <a:rPr lang="ja-JP" altLang="en-US" sz="1100"/>
              <a:t>有無、</a:t>
            </a:r>
            <a:r>
              <a:rPr kumimoji="1" lang="en-US" altLang="ja-JP" sz="1100"/>
              <a:t>SU</a:t>
            </a:r>
            <a:r>
              <a:rPr kumimoji="1" lang="ja-JP" altLang="en-US" sz="1100"/>
              <a:t>対象有無を確認するための帳票。</a:t>
            </a:r>
            <a:endParaRPr kumimoji="1" lang="en-US" altLang="ja-JP" sz="1100"/>
          </a:p>
          <a:p>
            <a:r>
              <a:rPr lang="en-US" altLang="ja-JP" sz="1100"/>
              <a:t>*2</a:t>
            </a:r>
            <a:r>
              <a:rPr lang="ja-JP" altLang="en-US" sz="1100"/>
              <a:t>　部品リスト：</a:t>
            </a:r>
            <a:r>
              <a:rPr lang="en-US" altLang="ja-JP" sz="1100"/>
              <a:t>SU</a:t>
            </a:r>
            <a:r>
              <a:rPr lang="ja-JP" altLang="en-US" sz="1100"/>
              <a:t>認証に必要な、ハード</a:t>
            </a:r>
            <a:r>
              <a:rPr lang="en-US" altLang="ja-JP" sz="1100"/>
              <a:t>/</a:t>
            </a:r>
            <a:r>
              <a:rPr lang="ja-JP" altLang="en-US" sz="1100"/>
              <a:t>ソフト品番、導入国、</a:t>
            </a:r>
            <a:r>
              <a:rPr lang="en-US" altLang="ja-JP" sz="1100"/>
              <a:t>SU</a:t>
            </a:r>
            <a:r>
              <a:rPr lang="ja-JP" altLang="en-US" sz="1100"/>
              <a:t>構造等の情報を記載する帳票。</a:t>
            </a:r>
            <a:endParaRPr lang="en-US" altLang="ja-JP" sz="1100"/>
          </a:p>
          <a:p>
            <a:r>
              <a:rPr kumimoji="1" lang="en-US" altLang="ja-JP" sz="1100"/>
              <a:t>*3</a:t>
            </a:r>
            <a:r>
              <a:rPr kumimoji="1" lang="ja-JP" altLang="en-US" sz="1100"/>
              <a:t>　総点検リスト：認証部署が、申請内容を</a:t>
            </a:r>
            <a:r>
              <a:rPr kumimoji="1" lang="en-US" altLang="ja-JP" sz="1100"/>
              <a:t>ECU</a:t>
            </a:r>
            <a:r>
              <a:rPr kumimoji="1" lang="ja-JP" altLang="en-US" sz="1100"/>
              <a:t>設計に確認するための帳票。</a:t>
            </a:r>
            <a:endParaRPr kumimoji="1" lang="en-US" altLang="ja-JP" sz="1100"/>
          </a:p>
          <a:p>
            <a:r>
              <a:rPr lang="en-US" altLang="ja-JP" sz="1100"/>
              <a:t>*4</a:t>
            </a:r>
            <a:r>
              <a:rPr lang="ja-JP" altLang="en-US" sz="1100"/>
              <a:t>　</a:t>
            </a:r>
            <a:r>
              <a:rPr lang="en-US" altLang="ja-JP" sz="1100"/>
              <a:t>E</a:t>
            </a:r>
            <a:r>
              <a:rPr lang="ja-JP" altLang="en-US" sz="1100"/>
              <a:t>図：</a:t>
            </a:r>
            <a:r>
              <a:rPr lang="en-US" altLang="ja-JP" sz="1100"/>
              <a:t>SU</a:t>
            </a:r>
            <a:r>
              <a:rPr lang="ja-JP" altLang="en-US" sz="1100"/>
              <a:t>認証の申請帳票。</a:t>
            </a:r>
            <a:endParaRPr lang="en-US" altLang="ja-JP" sz="1100"/>
          </a:p>
        </p:txBody>
      </p:sp>
    </p:spTree>
    <p:extLst>
      <p:ext uri="{BB962C8B-B14F-4D97-AF65-F5344CB8AC3E}">
        <p14:creationId xmlns:p14="http://schemas.microsoft.com/office/powerpoint/2010/main" val="918970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41600-C0FB-B075-0190-6C968A901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円柱 5">
            <a:extLst>
              <a:ext uri="{FF2B5EF4-FFF2-40B4-BE49-F238E27FC236}">
                <a16:creationId xmlns:a16="http://schemas.microsoft.com/office/drawing/2014/main" id="{4BCA8565-2C84-CFA9-3643-BC66C2DEA3E4}"/>
              </a:ext>
            </a:extLst>
          </p:cNvPr>
          <p:cNvSpPr/>
          <p:nvPr/>
        </p:nvSpPr>
        <p:spPr>
          <a:xfrm>
            <a:off x="3599140" y="3050348"/>
            <a:ext cx="4801375" cy="1520524"/>
          </a:xfrm>
          <a:prstGeom prst="can">
            <a:avLst>
              <a:gd name="adj" fmla="val 17625"/>
            </a:avLst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" name="フローチャート: 内部記憶 13">
            <a:extLst>
              <a:ext uri="{FF2B5EF4-FFF2-40B4-BE49-F238E27FC236}">
                <a16:creationId xmlns:a16="http://schemas.microsoft.com/office/drawing/2014/main" id="{2753E174-1A4F-190D-7C5D-16F0E5D5C636}"/>
              </a:ext>
            </a:extLst>
          </p:cNvPr>
          <p:cNvSpPr/>
          <p:nvPr/>
        </p:nvSpPr>
        <p:spPr>
          <a:xfrm>
            <a:off x="5827923" y="3567574"/>
            <a:ext cx="709458" cy="600350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部品リスト</a:t>
            </a:r>
            <a:endParaRPr kumimoji="1" lang="en-US" altLang="ja-JP" sz="1200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3CCD751-5CBD-6088-BA9A-3C6BFDA1EB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１．活動背景</a:t>
            </a:r>
            <a:r>
              <a:rPr lang="ja-JP" altLang="en-US" sz="1800"/>
              <a:t>（</a:t>
            </a:r>
            <a:r>
              <a:rPr kumimoji="1" lang="ja-JP" altLang="en-US" sz="1800"/>
              <a:t>②</a:t>
            </a:r>
            <a:r>
              <a:rPr lang="ja-JP" altLang="en-US" sz="1800" b="1"/>
              <a:t>法規認証</a:t>
            </a:r>
            <a:r>
              <a:rPr lang="en-US" altLang="ja-JP" sz="1800" b="1"/>
              <a:t>TPS</a:t>
            </a:r>
            <a:r>
              <a:rPr lang="ja-JP" altLang="en-US" sz="1800" b="1"/>
              <a:t>活動</a:t>
            </a:r>
            <a:r>
              <a:rPr lang="ja-JP" altLang="en-US" sz="1800"/>
              <a:t>）</a:t>
            </a:r>
            <a:endParaRPr kumimoji="1" lang="ja-JP" altLang="en-US" sz="3200"/>
          </a:p>
        </p:txBody>
      </p:sp>
      <p:pic>
        <p:nvPicPr>
          <p:cNvPr id="7" name="グラフィックス 6" descr="ユーザー 枠線">
            <a:extLst>
              <a:ext uri="{FF2B5EF4-FFF2-40B4-BE49-F238E27FC236}">
                <a16:creationId xmlns:a16="http://schemas.microsoft.com/office/drawing/2014/main" id="{B3B795DC-90F7-777F-74FA-F23C8335F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6293" y="3169471"/>
            <a:ext cx="870428" cy="87042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50C880E-57CA-785B-2D95-6AF3197F6801}"/>
              </a:ext>
            </a:extLst>
          </p:cNvPr>
          <p:cNvSpPr txBox="1"/>
          <p:nvPr/>
        </p:nvSpPr>
        <p:spPr>
          <a:xfrm>
            <a:off x="2537572" y="3903431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ECU</a:t>
            </a:r>
            <a:r>
              <a:rPr kumimoji="1" lang="ja-JP" altLang="en-US" sz="1400"/>
              <a:t>設計</a:t>
            </a:r>
          </a:p>
        </p:txBody>
      </p:sp>
      <p:pic>
        <p:nvPicPr>
          <p:cNvPr id="9" name="グラフィックス 8" descr="ユーザー 枠線">
            <a:extLst>
              <a:ext uri="{FF2B5EF4-FFF2-40B4-BE49-F238E27FC236}">
                <a16:creationId xmlns:a16="http://schemas.microsoft.com/office/drawing/2014/main" id="{AADA0018-0154-3473-9BA4-E28173A03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2967" y="3169471"/>
            <a:ext cx="870428" cy="87042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6F82CD0-77C5-1B11-9A9E-169A8AD30A1F}"/>
              </a:ext>
            </a:extLst>
          </p:cNvPr>
          <p:cNvSpPr txBox="1"/>
          <p:nvPr/>
        </p:nvSpPr>
        <p:spPr>
          <a:xfrm>
            <a:off x="8557777" y="3903431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OTA</a:t>
            </a:r>
            <a:r>
              <a:rPr kumimoji="1" lang="ja-JP" altLang="en-US" sz="1400"/>
              <a:t>推進室</a:t>
            </a:r>
            <a:endParaRPr kumimoji="1" lang="en-US" altLang="ja-JP" sz="1400"/>
          </a:p>
          <a:p>
            <a:r>
              <a:rPr kumimoji="1" lang="ja-JP" altLang="en-US" sz="1400"/>
              <a:t>法規認証部</a:t>
            </a:r>
          </a:p>
        </p:txBody>
      </p:sp>
      <p:sp>
        <p:nvSpPr>
          <p:cNvPr id="12" name="フローチャート: 内部記憶 11">
            <a:extLst>
              <a:ext uri="{FF2B5EF4-FFF2-40B4-BE49-F238E27FC236}">
                <a16:creationId xmlns:a16="http://schemas.microsoft.com/office/drawing/2014/main" id="{8D48FB32-9DD4-D08D-9765-EFFE1C3BC28D}"/>
              </a:ext>
            </a:extLst>
          </p:cNvPr>
          <p:cNvSpPr/>
          <p:nvPr/>
        </p:nvSpPr>
        <p:spPr>
          <a:xfrm>
            <a:off x="4320477" y="3567574"/>
            <a:ext cx="709458" cy="600350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回答票</a:t>
            </a:r>
          </a:p>
        </p:txBody>
      </p:sp>
      <p:sp>
        <p:nvSpPr>
          <p:cNvPr id="15" name="フローチャート: 内部記憶 14">
            <a:extLst>
              <a:ext uri="{FF2B5EF4-FFF2-40B4-BE49-F238E27FC236}">
                <a16:creationId xmlns:a16="http://schemas.microsoft.com/office/drawing/2014/main" id="{3BDB1558-2DE9-7B16-1A47-2CFBE4BF0F1E}"/>
              </a:ext>
            </a:extLst>
          </p:cNvPr>
          <p:cNvSpPr/>
          <p:nvPr/>
        </p:nvSpPr>
        <p:spPr>
          <a:xfrm>
            <a:off x="7284879" y="3567574"/>
            <a:ext cx="709458" cy="600350"/>
          </a:xfrm>
          <a:prstGeom prst="flowChartInternalStora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総点検リスト</a:t>
            </a:r>
            <a:endParaRPr kumimoji="1" lang="en-US" altLang="ja-JP" sz="1200"/>
          </a:p>
        </p:txBody>
      </p:sp>
      <p:sp>
        <p:nvSpPr>
          <p:cNvPr id="40" name="四角形: メモ 39">
            <a:extLst>
              <a:ext uri="{FF2B5EF4-FFF2-40B4-BE49-F238E27FC236}">
                <a16:creationId xmlns:a16="http://schemas.microsoft.com/office/drawing/2014/main" id="{BD7FBADF-F7E6-DA58-782F-6A4CB21099FE}"/>
              </a:ext>
            </a:extLst>
          </p:cNvPr>
          <p:cNvSpPr/>
          <p:nvPr/>
        </p:nvSpPr>
        <p:spPr>
          <a:xfrm>
            <a:off x="8803937" y="4550697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/>
              <a:t>E</a:t>
            </a:r>
            <a:r>
              <a:rPr kumimoji="1" lang="ja-JP" altLang="en-US" sz="1200"/>
              <a:t>図</a:t>
            </a:r>
            <a:endParaRPr kumimoji="1" lang="en-US" altLang="ja-JP" sz="120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57C6B01-192F-C1D0-CDC9-A68BD02D3D61}"/>
              </a:ext>
            </a:extLst>
          </p:cNvPr>
          <p:cNvSpPr txBox="1"/>
          <p:nvPr/>
        </p:nvSpPr>
        <p:spPr>
          <a:xfrm>
            <a:off x="226724" y="959669"/>
            <a:ext cx="1168967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　</a:t>
            </a:r>
            <a:r>
              <a:rPr lang="ja-JP" altLang="en-US" b="1"/>
              <a:t>②</a:t>
            </a:r>
            <a:r>
              <a:rPr lang="en-US" altLang="ja-JP" b="1"/>
              <a:t>-2. SU</a:t>
            </a:r>
            <a:r>
              <a:rPr lang="ja-JP" altLang="en-US" b="1"/>
              <a:t>認証に関する活動</a:t>
            </a:r>
            <a:endParaRPr lang="en-US" altLang="ja-JP" b="1"/>
          </a:p>
          <a:p>
            <a:r>
              <a:rPr lang="ja-JP" altLang="en-US" b="1"/>
              <a:t>　　　</a:t>
            </a:r>
            <a:r>
              <a:rPr lang="en-US" altLang="ja-JP" b="1"/>
              <a:t>【</a:t>
            </a:r>
            <a:r>
              <a:rPr lang="ja-JP" altLang="en-US" b="1"/>
              <a:t>対策</a:t>
            </a:r>
            <a:r>
              <a:rPr lang="en-US" altLang="ja-JP" b="1"/>
              <a:t>】</a:t>
            </a:r>
          </a:p>
          <a:p>
            <a:r>
              <a:rPr lang="ja-JP" altLang="en-US"/>
              <a:t>　　　　既存の帳票の内容を整理した上で</a:t>
            </a:r>
            <a:r>
              <a:rPr lang="en-US" altLang="ja-JP" b="1"/>
              <a:t>DB</a:t>
            </a:r>
            <a:r>
              <a:rPr lang="ja-JP" altLang="en-US" b="1"/>
              <a:t>に一元化</a:t>
            </a:r>
            <a:r>
              <a:rPr lang="ja-JP" altLang="en-US"/>
              <a:t>、</a:t>
            </a:r>
            <a:r>
              <a:rPr lang="ja-JP" altLang="en-US" b="1"/>
              <a:t>基幹システムと連携</a:t>
            </a:r>
            <a:r>
              <a:rPr lang="ja-JP" altLang="en-US"/>
              <a:t>することで、</a:t>
            </a:r>
            <a:r>
              <a:rPr lang="ja-JP" altLang="en-US" b="1"/>
              <a:t>リスト作成の手間軽減</a:t>
            </a:r>
            <a:r>
              <a:rPr lang="ja-JP" altLang="en-US"/>
              <a:t>や</a:t>
            </a:r>
            <a:r>
              <a:rPr lang="ja-JP" altLang="en-US" b="1"/>
              <a:t>鮮度維持</a:t>
            </a:r>
            <a:r>
              <a:rPr lang="ja-JP" altLang="en-US"/>
              <a:t>。</a:t>
            </a:r>
            <a:br>
              <a:rPr lang="en-US" altLang="ja-JP"/>
            </a:br>
            <a:br>
              <a:rPr lang="en-US" altLang="ja-JP"/>
            </a:br>
            <a:r>
              <a:rPr lang="ja-JP" altLang="en-US">
                <a:solidFill>
                  <a:srgbClr val="FF0000"/>
                </a:solidFill>
              </a:rPr>
              <a:t>　　　　</a:t>
            </a:r>
            <a:r>
              <a:rPr lang="en-US" altLang="ja-JP">
                <a:solidFill>
                  <a:srgbClr val="FF0000"/>
                </a:solidFill>
              </a:rPr>
              <a:t>‘26/1Q</a:t>
            </a:r>
            <a:r>
              <a:rPr lang="ja-JP" altLang="en-US">
                <a:solidFill>
                  <a:srgbClr val="FF0000"/>
                </a:solidFill>
              </a:rPr>
              <a:t>で、</a:t>
            </a:r>
            <a:r>
              <a:rPr lang="ja-JP" altLang="en-US" b="1">
                <a:solidFill>
                  <a:srgbClr val="FF0000"/>
                </a:solidFill>
              </a:rPr>
              <a:t>部品リスト自動生成</a:t>
            </a:r>
            <a:r>
              <a:rPr lang="ja-JP" altLang="en-US" b="1" dirty="0">
                <a:solidFill>
                  <a:srgbClr val="FF0000"/>
                </a:solidFill>
              </a:rPr>
              <a:t>と前モデル流用</a:t>
            </a:r>
            <a:r>
              <a:rPr lang="ja-JP" altLang="en-US">
                <a:solidFill>
                  <a:srgbClr val="FF0000"/>
                </a:solidFill>
              </a:rPr>
              <a:t>の</a:t>
            </a:r>
            <a:r>
              <a:rPr lang="en-US" altLang="ja-JP">
                <a:solidFill>
                  <a:srgbClr val="FF0000"/>
                </a:solidFill>
              </a:rPr>
              <a:t>PoC</a:t>
            </a:r>
            <a:r>
              <a:rPr lang="ja-JP" altLang="en-US" dirty="0">
                <a:solidFill>
                  <a:srgbClr val="FF0000"/>
                </a:solidFill>
              </a:rPr>
              <a:t>完成。</a:t>
            </a:r>
            <a:r>
              <a:rPr lang="en-US" altLang="ja-JP" dirty="0">
                <a:solidFill>
                  <a:srgbClr val="FF0000"/>
                </a:solidFill>
              </a:rPr>
              <a:t>PoC</a:t>
            </a:r>
            <a:r>
              <a:rPr lang="ja-JP" altLang="en-US">
                <a:solidFill>
                  <a:srgbClr val="FF0000"/>
                </a:solidFill>
              </a:rPr>
              <a:t>が出力した部品リスト</a:t>
            </a:r>
            <a:r>
              <a:rPr lang="en-US" altLang="ja-JP">
                <a:solidFill>
                  <a:srgbClr val="FF0000"/>
                </a:solidFill>
              </a:rPr>
              <a:t>Excel</a:t>
            </a:r>
            <a:r>
              <a:rPr lang="ja-JP" altLang="en-US">
                <a:solidFill>
                  <a:srgbClr val="FF0000"/>
                </a:solidFill>
              </a:rPr>
              <a:t>で</a:t>
            </a:r>
            <a:r>
              <a:rPr lang="ja-JP" altLang="en-US" b="1">
                <a:solidFill>
                  <a:srgbClr val="FF0000"/>
                </a:solidFill>
              </a:rPr>
              <a:t>業務トライを</a:t>
            </a:r>
            <a:r>
              <a:rPr lang="ja-JP" altLang="en-US" b="1" dirty="0">
                <a:solidFill>
                  <a:srgbClr val="FF0000"/>
                </a:solidFill>
              </a:rPr>
              <a:t>実施中</a:t>
            </a:r>
            <a:r>
              <a:rPr lang="ja-JP" altLang="en-US">
                <a:solidFill>
                  <a:srgbClr val="FF0000"/>
                </a:solidFill>
              </a:rPr>
              <a:t>。</a:t>
            </a:r>
            <a:endParaRPr lang="en-US" altLang="ja-JP">
              <a:solidFill>
                <a:srgbClr val="FF0000"/>
              </a:solidFill>
            </a:endParaRPr>
          </a:p>
          <a:p>
            <a:r>
              <a:rPr lang="ja-JP" altLang="en-US">
                <a:solidFill>
                  <a:srgbClr val="FF0000"/>
                </a:solidFill>
              </a:rPr>
              <a:t>　　　　</a:t>
            </a:r>
            <a:r>
              <a:rPr lang="en-US" altLang="ja-JP">
                <a:solidFill>
                  <a:srgbClr val="FF0000"/>
                </a:solidFill>
              </a:rPr>
              <a:t>2Q</a:t>
            </a:r>
            <a:r>
              <a:rPr lang="ja-JP" altLang="en-US">
                <a:solidFill>
                  <a:srgbClr val="FF0000"/>
                </a:solidFill>
              </a:rPr>
              <a:t>は</a:t>
            </a:r>
            <a:r>
              <a:rPr lang="ja-JP" altLang="en-US" b="1">
                <a:solidFill>
                  <a:srgbClr val="FF0000"/>
                </a:solidFill>
              </a:rPr>
              <a:t>トライ継続による効果確認</a:t>
            </a:r>
            <a:r>
              <a:rPr lang="ja-JP" altLang="en-US">
                <a:solidFill>
                  <a:srgbClr val="FF0000"/>
                </a:solidFill>
              </a:rPr>
              <a:t>と、</a:t>
            </a:r>
            <a:r>
              <a:rPr lang="en-US" altLang="ja-JP" b="1" dirty="0">
                <a:solidFill>
                  <a:srgbClr val="FF0000"/>
                </a:solidFill>
              </a:rPr>
              <a:t>RC</a:t>
            </a:r>
            <a:r>
              <a:rPr lang="ja-JP" altLang="en-US" b="1" dirty="0">
                <a:solidFill>
                  <a:srgbClr val="FF0000"/>
                </a:solidFill>
              </a:rPr>
              <a:t>フェーズ機能</a:t>
            </a:r>
            <a:r>
              <a:rPr lang="ja-JP" altLang="en-US">
                <a:solidFill>
                  <a:srgbClr val="FF0000"/>
                </a:solidFill>
              </a:rPr>
              <a:t>追加を実施予定。</a:t>
            </a:r>
            <a:endParaRPr lang="en-US" altLang="ja-JP">
              <a:solidFill>
                <a:srgbClr val="FF0000"/>
              </a:solidFill>
            </a:endParaRPr>
          </a:p>
        </p:txBody>
      </p:sp>
      <p:pic>
        <p:nvPicPr>
          <p:cNvPr id="57" name="図 56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5BFCFDE-C69F-120D-BD8E-7B19E7428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613" y="5211914"/>
            <a:ext cx="318915" cy="32375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39121C-7E7F-1634-3F81-CBA389DED818}"/>
              </a:ext>
            </a:extLst>
          </p:cNvPr>
          <p:cNvSpPr txBox="1"/>
          <p:nvPr/>
        </p:nvSpPr>
        <p:spPr>
          <a:xfrm>
            <a:off x="5607642" y="3034453"/>
            <a:ext cx="11105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>
                <a:solidFill>
                  <a:prstClr val="black"/>
                </a:solidFill>
                <a:latin typeface="Meiryo UI" panose="020B0604030504040204" pitchFamily="50" charset="-128"/>
              </a:rPr>
              <a:t>設計情報</a:t>
            </a:r>
            <a:r>
              <a:rPr lang="en-US" altLang="ja-JP" sz="1200" b="1">
                <a:solidFill>
                  <a:prstClr val="black"/>
                </a:solidFill>
                <a:latin typeface="Meiryo UI" panose="020B0604030504040204" pitchFamily="50" charset="-128"/>
              </a:rPr>
              <a:t>DB</a:t>
            </a:r>
            <a:endParaRPr lang="ja-JP" altLang="en-US" sz="1200" b="1">
              <a:solidFill>
                <a:prstClr val="black"/>
              </a:solidFill>
              <a:latin typeface="Meiryo UI" panose="020B0604030504040204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A872175-4BB8-3ADA-BCB3-AF3DFEB349C7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8416891" y="4426651"/>
            <a:ext cx="387046" cy="424221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D13D0E87-89C6-A280-CFBB-ECC6CBE4C2D9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3296655" y="3810610"/>
            <a:ext cx="302485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円柱 29">
            <a:extLst>
              <a:ext uri="{FF2B5EF4-FFF2-40B4-BE49-F238E27FC236}">
                <a16:creationId xmlns:a16="http://schemas.microsoft.com/office/drawing/2014/main" id="{95E0E846-5E6D-408C-26CB-26CF669ABC4D}"/>
              </a:ext>
            </a:extLst>
          </p:cNvPr>
          <p:cNvSpPr/>
          <p:nvPr/>
        </p:nvSpPr>
        <p:spPr>
          <a:xfrm>
            <a:off x="5401434" y="5294855"/>
            <a:ext cx="775790" cy="589758"/>
          </a:xfrm>
          <a:prstGeom prst="can">
            <a:avLst>
              <a:gd name="adj" fmla="val 38031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5737631-AE37-CB3A-7B2D-33D5EC78DA8C}"/>
              </a:ext>
            </a:extLst>
          </p:cNvPr>
          <p:cNvSpPr txBox="1"/>
          <p:nvPr/>
        </p:nvSpPr>
        <p:spPr>
          <a:xfrm>
            <a:off x="5494193" y="5281708"/>
            <a:ext cx="590272" cy="25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50">
                <a:solidFill>
                  <a:prstClr val="black"/>
                </a:solidFill>
                <a:latin typeface="Meiryo UI" panose="020B0604030504040204" pitchFamily="50" charset="-128"/>
              </a:rPr>
              <a:t>部品表</a:t>
            </a:r>
          </a:p>
        </p:txBody>
      </p:sp>
      <p:sp>
        <p:nvSpPr>
          <p:cNvPr id="32" name="円柱 31">
            <a:extLst>
              <a:ext uri="{FF2B5EF4-FFF2-40B4-BE49-F238E27FC236}">
                <a16:creationId xmlns:a16="http://schemas.microsoft.com/office/drawing/2014/main" id="{024473D0-C0D5-B555-0CE8-550E60189F02}"/>
              </a:ext>
            </a:extLst>
          </p:cNvPr>
          <p:cNvSpPr/>
          <p:nvPr/>
        </p:nvSpPr>
        <p:spPr>
          <a:xfrm>
            <a:off x="6183354" y="5301807"/>
            <a:ext cx="775790" cy="589758"/>
          </a:xfrm>
          <a:prstGeom prst="can">
            <a:avLst>
              <a:gd name="adj" fmla="val 36739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72EB58A-E308-2225-64B1-81DC573F1E96}"/>
              </a:ext>
            </a:extLst>
          </p:cNvPr>
          <p:cNvSpPr txBox="1"/>
          <p:nvPr/>
        </p:nvSpPr>
        <p:spPr>
          <a:xfrm>
            <a:off x="6213743" y="5272064"/>
            <a:ext cx="7201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>
                <a:solidFill>
                  <a:prstClr val="black"/>
                </a:solidFill>
                <a:latin typeface="Meiryo UI" panose="020B0604030504040204" pitchFamily="50" charset="-128"/>
              </a:rPr>
              <a:t>AISAC</a:t>
            </a:r>
            <a:endParaRPr lang="ja-JP" altLang="en-US" sz="1050">
              <a:solidFill>
                <a:prstClr val="black"/>
              </a:solidFill>
              <a:latin typeface="Meiryo UI" panose="020B0604030504040204" pitchFamily="50" charset="-128"/>
            </a:endParaRPr>
          </a:p>
        </p:txBody>
      </p:sp>
      <p:sp>
        <p:nvSpPr>
          <p:cNvPr id="34" name="円柱 33">
            <a:extLst>
              <a:ext uri="{FF2B5EF4-FFF2-40B4-BE49-F238E27FC236}">
                <a16:creationId xmlns:a16="http://schemas.microsoft.com/office/drawing/2014/main" id="{C14F4D81-504F-D887-B500-A0303BCFFBF1}"/>
              </a:ext>
            </a:extLst>
          </p:cNvPr>
          <p:cNvSpPr/>
          <p:nvPr/>
        </p:nvSpPr>
        <p:spPr>
          <a:xfrm>
            <a:off x="5794682" y="4721473"/>
            <a:ext cx="775790" cy="589758"/>
          </a:xfrm>
          <a:prstGeom prst="can">
            <a:avLst>
              <a:gd name="adj" fmla="val 38031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A41CE37-3BE9-1460-9B04-850EA05004CA}"/>
              </a:ext>
            </a:extLst>
          </p:cNvPr>
          <p:cNvSpPr txBox="1"/>
          <p:nvPr/>
        </p:nvSpPr>
        <p:spPr>
          <a:xfrm>
            <a:off x="5794682" y="4708326"/>
            <a:ext cx="7757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>
                <a:solidFill>
                  <a:prstClr val="black"/>
                </a:solidFill>
                <a:latin typeface="Meiryo UI" panose="020B0604030504040204" pitchFamily="50" charset="-128"/>
              </a:rPr>
              <a:t>MAVIS</a:t>
            </a:r>
            <a:endParaRPr lang="ja-JP" altLang="en-US" sz="1050">
              <a:solidFill>
                <a:prstClr val="black"/>
              </a:solidFill>
              <a:latin typeface="Meiryo UI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85CD293-4EC8-30FB-B183-CCF556682C98}"/>
              </a:ext>
            </a:extLst>
          </p:cNvPr>
          <p:cNvSpPr txBox="1"/>
          <p:nvPr/>
        </p:nvSpPr>
        <p:spPr>
          <a:xfrm>
            <a:off x="5873125" y="4921293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/>
              <a:t>車両仕様</a:t>
            </a:r>
            <a:endParaRPr kumimoji="1" lang="en-US" altLang="ja-JP" sz="1050"/>
          </a:p>
          <a:p>
            <a:r>
              <a:rPr lang="ja-JP" altLang="en-US" sz="1050"/>
              <a:t>導入国</a:t>
            </a:r>
            <a:endParaRPr kumimoji="1" lang="ja-JP" altLang="en-US" sz="1050"/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E2EB2BD-BC33-925C-B8B9-D2A63C99B7EE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5029935" y="3867749"/>
            <a:ext cx="7979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2DC185C1-E9AD-3F71-E338-D10372C3016D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537381" y="3867749"/>
            <a:ext cx="7474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0D184862-881B-F8CE-19F9-62F48AE9E4F6}"/>
              </a:ext>
            </a:extLst>
          </p:cNvPr>
          <p:cNvCxnSpPr>
            <a:cxnSpLocks/>
            <a:stCxn id="35" idx="0"/>
            <a:endCxn id="12" idx="2"/>
          </p:cNvCxnSpPr>
          <p:nvPr/>
        </p:nvCxnSpPr>
        <p:spPr>
          <a:xfrm rot="16200000" flipV="1">
            <a:off x="5158691" y="3684439"/>
            <a:ext cx="540402" cy="150737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コネクタ: カギ線 62">
            <a:extLst>
              <a:ext uri="{FF2B5EF4-FFF2-40B4-BE49-F238E27FC236}">
                <a16:creationId xmlns:a16="http://schemas.microsoft.com/office/drawing/2014/main" id="{E0D64162-3015-4E7B-2290-E92DB127C4AE}"/>
              </a:ext>
            </a:extLst>
          </p:cNvPr>
          <p:cNvCxnSpPr>
            <a:cxnSpLocks/>
            <a:stCxn id="35" idx="0"/>
            <a:endCxn id="14" idx="2"/>
          </p:cNvCxnSpPr>
          <p:nvPr/>
        </p:nvCxnSpPr>
        <p:spPr>
          <a:xfrm rot="5400000" flipH="1" flipV="1">
            <a:off x="5912413" y="4438088"/>
            <a:ext cx="540402" cy="75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28573282-3952-BC01-DCCD-CE730E95E1AF}"/>
              </a:ext>
            </a:extLst>
          </p:cNvPr>
          <p:cNvCxnSpPr>
            <a:cxnSpLocks/>
            <a:stCxn id="35" idx="0"/>
            <a:endCxn id="15" idx="2"/>
          </p:cNvCxnSpPr>
          <p:nvPr/>
        </p:nvCxnSpPr>
        <p:spPr>
          <a:xfrm rot="5400000" flipH="1" flipV="1">
            <a:off x="6640891" y="3709610"/>
            <a:ext cx="540402" cy="145703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四角形: メモ 68">
            <a:extLst>
              <a:ext uri="{FF2B5EF4-FFF2-40B4-BE49-F238E27FC236}">
                <a16:creationId xmlns:a16="http://schemas.microsoft.com/office/drawing/2014/main" id="{3731A1FC-4A60-B33D-2314-38983BC8CCFF}"/>
              </a:ext>
            </a:extLst>
          </p:cNvPr>
          <p:cNvSpPr/>
          <p:nvPr/>
        </p:nvSpPr>
        <p:spPr>
          <a:xfrm>
            <a:off x="3879607" y="4904853"/>
            <a:ext cx="709458" cy="600350"/>
          </a:xfrm>
          <a:prstGeom prst="foldedCorner">
            <a:avLst>
              <a:gd name="adj" fmla="val 2142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部品リスト</a:t>
            </a:r>
            <a:endParaRPr kumimoji="1" lang="en-US" altLang="ja-JP" sz="1200"/>
          </a:p>
        </p:txBody>
      </p:sp>
      <p:pic>
        <p:nvPicPr>
          <p:cNvPr id="70" name="図 69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87FC5E6-C3C6-ABDF-8F52-33536D9D8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856" y="5547973"/>
            <a:ext cx="318915" cy="323758"/>
          </a:xfrm>
          <a:prstGeom prst="rect">
            <a:avLst/>
          </a:prstGeom>
        </p:spPr>
      </p:pic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53274BE9-7660-2A5D-4E9E-2D53CC87C0B1}"/>
              </a:ext>
            </a:extLst>
          </p:cNvPr>
          <p:cNvSpPr/>
          <p:nvPr/>
        </p:nvSpPr>
        <p:spPr>
          <a:xfrm>
            <a:off x="5301720" y="3429000"/>
            <a:ext cx="1733747" cy="260032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0E8D80EA-83CB-2054-0DFD-1DA8AD15E6B8}"/>
              </a:ext>
            </a:extLst>
          </p:cNvPr>
          <p:cNvCxnSpPr>
            <a:cxnSpLocks/>
            <a:endCxn id="69" idx="3"/>
          </p:cNvCxnSpPr>
          <p:nvPr/>
        </p:nvCxnSpPr>
        <p:spPr>
          <a:xfrm flipH="1">
            <a:off x="4589065" y="4196348"/>
            <a:ext cx="1256685" cy="10086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74787B4A-4D04-BCB6-EBA0-8CC101D55B3B}"/>
              </a:ext>
            </a:extLst>
          </p:cNvPr>
          <p:cNvSpPr/>
          <p:nvPr/>
        </p:nvSpPr>
        <p:spPr>
          <a:xfrm>
            <a:off x="3703285" y="4745492"/>
            <a:ext cx="1094621" cy="128383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四角形: メモ 90">
            <a:extLst>
              <a:ext uri="{FF2B5EF4-FFF2-40B4-BE49-F238E27FC236}">
                <a16:creationId xmlns:a16="http://schemas.microsoft.com/office/drawing/2014/main" id="{9507C716-1D3B-8D26-9561-1AEF99C3E8A5}"/>
              </a:ext>
            </a:extLst>
          </p:cNvPr>
          <p:cNvSpPr/>
          <p:nvPr/>
        </p:nvSpPr>
        <p:spPr>
          <a:xfrm>
            <a:off x="2028640" y="4807935"/>
            <a:ext cx="709458" cy="600350"/>
          </a:xfrm>
          <a:prstGeom prst="foldedCorner">
            <a:avLst>
              <a:gd name="adj" fmla="val 200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/>
              <a:t>車両仕様</a:t>
            </a:r>
            <a:endParaRPr kumimoji="1" lang="en-US" altLang="ja-JP" sz="1200"/>
          </a:p>
          <a:p>
            <a:pPr algn="ctr"/>
            <a:r>
              <a:rPr lang="en-US" altLang="ja-JP" sz="1200"/>
              <a:t>x </a:t>
            </a:r>
            <a:r>
              <a:rPr lang="ja-JP" altLang="en-US" sz="1200"/>
              <a:t>品番</a:t>
            </a:r>
            <a:endParaRPr lang="en-US" altLang="ja-JP" sz="1200"/>
          </a:p>
          <a:p>
            <a:pPr algn="ctr"/>
            <a:r>
              <a:rPr kumimoji="1" lang="en-US" altLang="ja-JP" sz="1200"/>
              <a:t>x </a:t>
            </a:r>
            <a:r>
              <a:rPr kumimoji="1" lang="ja-JP" altLang="en-US" sz="1200"/>
              <a:t>導入国</a:t>
            </a:r>
            <a:endParaRPr kumimoji="1" lang="en-US" altLang="ja-JP" sz="1200"/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0E5581E8-82AE-1390-ABB6-BD51213E520E}"/>
              </a:ext>
            </a:extLst>
          </p:cNvPr>
          <p:cNvSpPr txBox="1"/>
          <p:nvPr/>
        </p:nvSpPr>
        <p:spPr>
          <a:xfrm>
            <a:off x="2060067" y="446277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/>
              <a:t>汎用検索</a:t>
            </a:r>
          </a:p>
        </p:txBody>
      </p: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BFBA6837-094C-13F8-58A0-502FB8323BD4}"/>
              </a:ext>
            </a:extLst>
          </p:cNvPr>
          <p:cNvCxnSpPr>
            <a:cxnSpLocks/>
          </p:cNvCxnSpPr>
          <p:nvPr/>
        </p:nvCxnSpPr>
        <p:spPr>
          <a:xfrm flipH="1">
            <a:off x="2732207" y="4122310"/>
            <a:ext cx="3048675" cy="7849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09DE1FB7-CF81-762E-B7A2-E4232B9209DA}"/>
              </a:ext>
            </a:extLst>
          </p:cNvPr>
          <p:cNvSpPr/>
          <p:nvPr/>
        </p:nvSpPr>
        <p:spPr>
          <a:xfrm>
            <a:off x="1693337" y="4441246"/>
            <a:ext cx="1453873" cy="145708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0" name="図 99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B6BCF6D-1ADC-C65A-54D2-B1C7B44BC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911" y="5476444"/>
            <a:ext cx="318915" cy="323758"/>
          </a:xfrm>
          <a:prstGeom prst="rect">
            <a:avLst/>
          </a:prstGeom>
        </p:spPr>
      </p:pic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D09F8AFB-5360-4C1D-EDBA-35DDD9442863}"/>
              </a:ext>
            </a:extLst>
          </p:cNvPr>
          <p:cNvSpPr txBox="1"/>
          <p:nvPr/>
        </p:nvSpPr>
        <p:spPr>
          <a:xfrm>
            <a:off x="3558801" y="6065009"/>
            <a:ext cx="1443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まずは自動生成した</a:t>
            </a:r>
            <a:endParaRPr kumimoji="1" lang="en-US" altLang="ja-JP" sz="1200"/>
          </a:p>
          <a:p>
            <a:r>
              <a:rPr lang="en-US" altLang="ja-JP" sz="1200"/>
              <a:t>Excel</a:t>
            </a:r>
            <a:r>
              <a:rPr lang="ja-JP" altLang="en-US" sz="1200"/>
              <a:t>で</a:t>
            </a:r>
            <a:r>
              <a:rPr kumimoji="1" lang="ja-JP" altLang="en-US" sz="1200"/>
              <a:t>業務トライ</a:t>
            </a: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66648F26-FE00-3F98-53E4-05E539B0DBA6}"/>
              </a:ext>
            </a:extLst>
          </p:cNvPr>
          <p:cNvSpPr txBox="1"/>
          <p:nvPr/>
        </p:nvSpPr>
        <p:spPr>
          <a:xfrm>
            <a:off x="6092171" y="4438279"/>
            <a:ext cx="9175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b="1">
                <a:solidFill>
                  <a:prstClr val="black"/>
                </a:solidFill>
                <a:latin typeface="Meiryo UI" panose="020B0604030504040204" pitchFamily="50" charset="-128"/>
              </a:rPr>
              <a:t>API</a:t>
            </a:r>
            <a:r>
              <a:rPr lang="ja-JP" altLang="en-US" sz="1200" b="1">
                <a:solidFill>
                  <a:prstClr val="black"/>
                </a:solidFill>
                <a:latin typeface="Meiryo UI" panose="020B0604030504040204" pitchFamily="50" charset="-128"/>
              </a:rPr>
              <a:t>連携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787F9F3A-4A17-6CB8-4C89-18FA8802B65E}"/>
              </a:ext>
            </a:extLst>
          </p:cNvPr>
          <p:cNvSpPr txBox="1"/>
          <p:nvPr/>
        </p:nvSpPr>
        <p:spPr>
          <a:xfrm>
            <a:off x="8023130" y="482388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自動生成</a:t>
            </a:r>
          </a:p>
        </p:txBody>
      </p:sp>
      <p:pic>
        <p:nvPicPr>
          <p:cNvPr id="108" name="図 107">
            <a:extLst>
              <a:ext uri="{FF2B5EF4-FFF2-40B4-BE49-F238E27FC236}">
                <a16:creationId xmlns:a16="http://schemas.microsoft.com/office/drawing/2014/main" id="{095D3A4C-630D-1A72-EB40-7A034AB232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53" t="2484" r="3691" b="4309"/>
          <a:stretch/>
        </p:blipFill>
        <p:spPr>
          <a:xfrm>
            <a:off x="9797387" y="4330741"/>
            <a:ext cx="2020023" cy="1094752"/>
          </a:xfrm>
          <a:prstGeom prst="rect">
            <a:avLst/>
          </a:prstGeom>
        </p:spPr>
      </p:pic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7ABAC7E-5D2E-A44C-3853-5DF132637AD1}"/>
              </a:ext>
            </a:extLst>
          </p:cNvPr>
          <p:cNvCxnSpPr>
            <a:cxnSpLocks/>
            <a:endCxn id="6" idx="4"/>
          </p:cNvCxnSpPr>
          <p:nvPr/>
        </p:nvCxnSpPr>
        <p:spPr>
          <a:xfrm flipH="1">
            <a:off x="8400515" y="3810610"/>
            <a:ext cx="331799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33F217D3-D901-A16B-5159-7214451EF094}"/>
              </a:ext>
            </a:extLst>
          </p:cNvPr>
          <p:cNvSpPr txBox="1"/>
          <p:nvPr/>
        </p:nvSpPr>
        <p:spPr>
          <a:xfrm>
            <a:off x="6449722" y="706654"/>
            <a:ext cx="57422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*1</a:t>
            </a:r>
            <a:r>
              <a:rPr lang="ja-JP" altLang="en-US" sz="1100"/>
              <a:t>　</a:t>
            </a:r>
            <a:r>
              <a:rPr kumimoji="1" lang="ja-JP" altLang="en-US" sz="1100"/>
              <a:t>回答票：車両の</a:t>
            </a:r>
            <a:r>
              <a:rPr lang="en-US" altLang="ja-JP" sz="1100"/>
              <a:t>ECU</a:t>
            </a:r>
            <a:r>
              <a:rPr lang="ja-JP" altLang="en-US" sz="1100"/>
              <a:t>有無、</a:t>
            </a:r>
            <a:r>
              <a:rPr kumimoji="1" lang="en-US" altLang="ja-JP" sz="1100"/>
              <a:t>SU</a:t>
            </a:r>
            <a:r>
              <a:rPr kumimoji="1" lang="ja-JP" altLang="en-US" sz="1100"/>
              <a:t>対象有無を確認するための帳票。</a:t>
            </a:r>
            <a:endParaRPr kumimoji="1" lang="en-US" altLang="ja-JP" sz="1100"/>
          </a:p>
          <a:p>
            <a:r>
              <a:rPr lang="en-US" altLang="ja-JP" sz="1100"/>
              <a:t>*2</a:t>
            </a:r>
            <a:r>
              <a:rPr lang="ja-JP" altLang="en-US" sz="1100"/>
              <a:t>　部品リスト：</a:t>
            </a:r>
            <a:r>
              <a:rPr lang="en-US" altLang="ja-JP" sz="1100"/>
              <a:t>SU</a:t>
            </a:r>
            <a:r>
              <a:rPr lang="ja-JP" altLang="en-US" sz="1100"/>
              <a:t>認証に必要な、ハード</a:t>
            </a:r>
            <a:r>
              <a:rPr lang="en-US" altLang="ja-JP" sz="1100"/>
              <a:t>/</a:t>
            </a:r>
            <a:r>
              <a:rPr lang="ja-JP" altLang="en-US" sz="1100"/>
              <a:t>ソフト品番、導入国、</a:t>
            </a:r>
            <a:r>
              <a:rPr lang="en-US" altLang="ja-JP" sz="1100"/>
              <a:t>SU</a:t>
            </a:r>
            <a:r>
              <a:rPr lang="ja-JP" altLang="en-US" sz="1100"/>
              <a:t>構造等の情報を記載する帳票。</a:t>
            </a:r>
            <a:endParaRPr lang="en-US" altLang="ja-JP" sz="1100"/>
          </a:p>
          <a:p>
            <a:r>
              <a:rPr kumimoji="1" lang="en-US" altLang="ja-JP" sz="1100"/>
              <a:t>*3</a:t>
            </a:r>
            <a:r>
              <a:rPr kumimoji="1" lang="ja-JP" altLang="en-US" sz="1100"/>
              <a:t>　総点検リスト：認証部署が、申請内容を</a:t>
            </a:r>
            <a:r>
              <a:rPr kumimoji="1" lang="en-US" altLang="ja-JP" sz="1100"/>
              <a:t>ECU</a:t>
            </a:r>
            <a:r>
              <a:rPr kumimoji="1" lang="ja-JP" altLang="en-US" sz="1100"/>
              <a:t>設計に確認するための帳票。</a:t>
            </a:r>
            <a:endParaRPr kumimoji="1" lang="en-US" altLang="ja-JP" sz="1100"/>
          </a:p>
          <a:p>
            <a:r>
              <a:rPr lang="en-US" altLang="ja-JP" sz="1100"/>
              <a:t>*4</a:t>
            </a:r>
            <a:r>
              <a:rPr lang="ja-JP" altLang="en-US" sz="1100"/>
              <a:t>　</a:t>
            </a:r>
            <a:r>
              <a:rPr lang="en-US" altLang="ja-JP" sz="1100"/>
              <a:t>E</a:t>
            </a:r>
            <a:r>
              <a:rPr lang="ja-JP" altLang="en-US" sz="1100"/>
              <a:t>図：</a:t>
            </a:r>
            <a:r>
              <a:rPr lang="en-US" altLang="ja-JP" sz="1100"/>
              <a:t>SU</a:t>
            </a:r>
            <a:r>
              <a:rPr lang="ja-JP" altLang="en-US" sz="1100"/>
              <a:t>認証の申請帳票。</a:t>
            </a:r>
            <a:endParaRPr lang="en-US" altLang="ja-JP" sz="11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A41AF0-B17B-47C0-D912-4BF4825AADA7}"/>
              </a:ext>
            </a:extLst>
          </p:cNvPr>
          <p:cNvSpPr txBox="1"/>
          <p:nvPr/>
        </p:nvSpPr>
        <p:spPr>
          <a:xfrm>
            <a:off x="7547244" y="5884613"/>
            <a:ext cx="4280339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本活動は、</a:t>
            </a:r>
            <a:r>
              <a:rPr kumimoji="1" lang="en-US" altLang="ja-JP" sz="1400" dirty="0"/>
              <a:t>DIT</a:t>
            </a:r>
            <a:r>
              <a:rPr kumimoji="1" lang="ja-JP" altLang="en-US" sz="1400" dirty="0"/>
              <a:t>推進の</a:t>
            </a:r>
            <a:r>
              <a:rPr kumimoji="1" lang="en-US" altLang="ja-JP" sz="1400" dirty="0" err="1"/>
              <a:t>RxSWIN</a:t>
            </a:r>
            <a:r>
              <a:rPr kumimoji="1" lang="ja-JP" altLang="en-US" sz="1400" dirty="0"/>
              <a:t>活動と仕組みを共通化</a:t>
            </a:r>
            <a:endParaRPr kumimoji="1" lang="en-US" altLang="ja-JP" sz="1400" dirty="0"/>
          </a:p>
          <a:p>
            <a:r>
              <a:rPr lang="ja-JP" altLang="en-US" sz="1400" dirty="0"/>
              <a:t>できる可能性があるため、</a:t>
            </a:r>
            <a:r>
              <a:rPr lang="en-US" altLang="ja-JP" sz="1400" dirty="0"/>
              <a:t>PDSX/DIT/TS</a:t>
            </a:r>
            <a:r>
              <a:rPr lang="ja-JP" altLang="en-US" sz="1400" dirty="0"/>
              <a:t>で連携しつつ推進</a:t>
            </a:r>
            <a:endParaRPr kumimoji="1" lang="ja-JP" altLang="en-US" sz="14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C1350AA-F3DD-F8EC-ACFC-E8E121B5652F}"/>
              </a:ext>
            </a:extLst>
          </p:cNvPr>
          <p:cNvSpPr/>
          <p:nvPr/>
        </p:nvSpPr>
        <p:spPr>
          <a:xfrm>
            <a:off x="8929281" y="271953"/>
            <a:ext cx="3006413" cy="4103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rgbClr val="FF0000"/>
                </a:solidFill>
              </a:rPr>
              <a:t>赤字</a:t>
            </a:r>
            <a:r>
              <a:rPr kumimoji="1" lang="ja-JP" altLang="en-US" b="1"/>
              <a:t>が</a:t>
            </a:r>
            <a:r>
              <a:rPr kumimoji="1" lang="en-US" altLang="ja-JP" b="1"/>
              <a:t>1Q</a:t>
            </a:r>
            <a:r>
              <a:rPr kumimoji="1" lang="ja-JP" altLang="en-US" b="1"/>
              <a:t>からの変化点</a:t>
            </a:r>
            <a:endParaRPr kumimoji="1" lang="ja-JP" altLang="en-US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12B6F2-E078-DCD0-475B-97AC4D1EDE68}"/>
              </a:ext>
            </a:extLst>
          </p:cNvPr>
          <p:cNvSpPr txBox="1"/>
          <p:nvPr/>
        </p:nvSpPr>
        <p:spPr>
          <a:xfrm>
            <a:off x="383798" y="5935489"/>
            <a:ext cx="3119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>
                <a:solidFill>
                  <a:srgbClr val="FF0000"/>
                </a:solidFill>
              </a:rPr>
              <a:t>’26/1Q</a:t>
            </a:r>
            <a:r>
              <a:rPr kumimoji="1" lang="ja-JP" altLang="en-US" sz="1400" b="1">
                <a:solidFill>
                  <a:srgbClr val="FF0000"/>
                </a:solidFill>
              </a:rPr>
              <a:t>で</a:t>
            </a:r>
            <a:r>
              <a:rPr kumimoji="1" lang="en-US" altLang="ja-JP" sz="1400" b="1">
                <a:solidFill>
                  <a:srgbClr val="FF0000"/>
                </a:solidFill>
              </a:rPr>
              <a:t>PoC</a:t>
            </a:r>
            <a:r>
              <a:rPr kumimoji="1" lang="ja-JP" altLang="en-US" sz="1400" b="1">
                <a:solidFill>
                  <a:srgbClr val="FF0000"/>
                </a:solidFill>
              </a:rPr>
              <a:t>検討完了。</a:t>
            </a:r>
            <a:endParaRPr kumimoji="1" lang="en-US" altLang="ja-JP" sz="1400" b="1">
              <a:solidFill>
                <a:srgbClr val="FF0000"/>
              </a:solidFill>
            </a:endParaRPr>
          </a:p>
          <a:p>
            <a:r>
              <a:rPr lang="en-US" altLang="ja-JP" sz="1400" b="1">
                <a:solidFill>
                  <a:srgbClr val="FF0000"/>
                </a:solidFill>
              </a:rPr>
              <a:t>2Q</a:t>
            </a:r>
            <a:r>
              <a:rPr lang="ja-JP" altLang="en-US" sz="1400" b="1">
                <a:solidFill>
                  <a:srgbClr val="FF0000"/>
                </a:solidFill>
              </a:rPr>
              <a:t>から、</a:t>
            </a:r>
            <a:r>
              <a:rPr lang="en-US" altLang="ja-JP" sz="1400" b="1">
                <a:solidFill>
                  <a:srgbClr val="FF0000"/>
                </a:solidFill>
              </a:rPr>
              <a:t>DIT</a:t>
            </a:r>
            <a:r>
              <a:rPr lang="ja-JP" altLang="en-US" sz="1400" b="1">
                <a:solidFill>
                  <a:srgbClr val="FF0000"/>
                </a:solidFill>
              </a:rPr>
              <a:t>案件にて号口開発に着手。</a:t>
            </a:r>
            <a:endParaRPr kumimoji="1" lang="en-US" altLang="ja-JP" sz="1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89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49A7-0E85-319E-F025-09AB0959F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465EDD9-5BCE-5283-6267-A7218747FE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２．全体スケジュール</a:t>
            </a:r>
            <a:endParaRPr kumimoji="1" lang="en-US" altLang="ja-JP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26505A0-AB42-A3D2-010B-3A8C499CBB35}"/>
              </a:ext>
            </a:extLst>
          </p:cNvPr>
          <p:cNvSpPr/>
          <p:nvPr/>
        </p:nvSpPr>
        <p:spPr>
          <a:xfrm>
            <a:off x="10204332" y="306239"/>
            <a:ext cx="1597364" cy="30714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今回の提案範囲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A5CF79F-1DB4-2DC0-833E-BDB22B54E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958309"/>
              </p:ext>
            </p:extLst>
          </p:nvPr>
        </p:nvGraphicFramePr>
        <p:xfrm>
          <a:off x="284572" y="1002879"/>
          <a:ext cx="11793405" cy="5472051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261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513">
                  <a:extLst>
                    <a:ext uri="{9D8B030D-6E8A-4147-A177-3AD203B41FA5}">
                      <a16:colId xmlns:a16="http://schemas.microsoft.com/office/drawing/2014/main" val="4155928958"/>
                    </a:ext>
                  </a:extLst>
                </a:gridCol>
                <a:gridCol w="1316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513">
                  <a:extLst>
                    <a:ext uri="{9D8B030D-6E8A-4147-A177-3AD203B41FA5}">
                      <a16:colId xmlns:a16="http://schemas.microsoft.com/office/drawing/2014/main" val="2449632545"/>
                    </a:ext>
                  </a:extLst>
                </a:gridCol>
                <a:gridCol w="1316513">
                  <a:extLst>
                    <a:ext uri="{9D8B030D-6E8A-4147-A177-3AD203B41FA5}">
                      <a16:colId xmlns:a16="http://schemas.microsoft.com/office/drawing/2014/main" val="1166801498"/>
                    </a:ext>
                  </a:extLst>
                </a:gridCol>
                <a:gridCol w="1316513">
                  <a:extLst>
                    <a:ext uri="{9D8B030D-6E8A-4147-A177-3AD203B41FA5}">
                      <a16:colId xmlns:a16="http://schemas.microsoft.com/office/drawing/2014/main" val="467156202"/>
                    </a:ext>
                  </a:extLst>
                </a:gridCol>
                <a:gridCol w="1316513">
                  <a:extLst>
                    <a:ext uri="{9D8B030D-6E8A-4147-A177-3AD203B41FA5}">
                      <a16:colId xmlns:a16="http://schemas.microsoft.com/office/drawing/2014/main" val="607500808"/>
                    </a:ext>
                  </a:extLst>
                </a:gridCol>
                <a:gridCol w="1316513">
                  <a:extLst>
                    <a:ext uri="{9D8B030D-6E8A-4147-A177-3AD203B41FA5}">
                      <a16:colId xmlns:a16="http://schemas.microsoft.com/office/drawing/2014/main" val="2637378495"/>
                    </a:ext>
                  </a:extLst>
                </a:gridCol>
                <a:gridCol w="1316513">
                  <a:extLst>
                    <a:ext uri="{9D8B030D-6E8A-4147-A177-3AD203B41FA5}">
                      <a16:colId xmlns:a16="http://schemas.microsoft.com/office/drawing/2014/main" val="3405229248"/>
                    </a:ext>
                  </a:extLst>
                </a:gridCol>
              </a:tblGrid>
              <a:tr h="380894"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600" b="1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1"/>
                        <a:t>2025</a:t>
                      </a:r>
                      <a:r>
                        <a:rPr kumimoji="1" lang="ja-JP" altLang="en-US" sz="1600" b="1"/>
                        <a:t>年度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b="1"/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600" b="1"/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600" b="1"/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1"/>
                        <a:t>2026</a:t>
                      </a:r>
                      <a:r>
                        <a:rPr kumimoji="1" lang="ja-JP" altLang="en-US" sz="1600" b="1"/>
                        <a:t>年度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600" b="1"/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600" b="1"/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600" b="1"/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11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1Q</a:t>
                      </a:r>
                      <a:endParaRPr kumimoji="1" lang="ja-JP" alt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2Q</a:t>
                      </a:r>
                      <a:endParaRPr kumimoji="1" lang="ja-JP" alt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3Q</a:t>
                      </a:r>
                      <a:endParaRPr kumimoji="1" lang="ja-JP" alt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4Q</a:t>
                      </a:r>
                      <a:endParaRPr kumimoji="1" lang="ja-JP" alt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1Q</a:t>
                      </a:r>
                      <a:endParaRPr kumimoji="1" lang="ja-JP" alt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2Q</a:t>
                      </a:r>
                      <a:endParaRPr kumimoji="1" lang="ja-JP" alt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3Q</a:t>
                      </a:r>
                      <a:endParaRPr kumimoji="1" lang="ja-JP" alt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4Q</a:t>
                      </a:r>
                      <a:endParaRPr kumimoji="1" lang="ja-JP" alt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266895"/>
                  </a:ext>
                </a:extLst>
              </a:tr>
              <a:tr h="1169071"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400" b="1">
                          <a:solidFill>
                            <a:schemeClr val="bg1"/>
                          </a:solidFill>
                        </a:rPr>
                        <a:t>①</a:t>
                      </a:r>
                      <a:endParaRPr kumimoji="1" lang="en-US" altLang="zh-TW" sz="1400" b="1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1" lang="zh-TW" altLang="en-US" sz="1400" b="1">
                          <a:solidFill>
                            <a:schemeClr val="bg1"/>
                          </a:solidFill>
                        </a:rPr>
                        <a:t>制御仕様書</a:t>
                      </a:r>
                      <a:endParaRPr kumimoji="1" lang="en-US" altLang="zh-TW" sz="1400" b="1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OMUSVI</a:t>
                      </a:r>
                      <a:endParaRPr kumimoji="1" lang="en-US" altLang="ja-JP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098515"/>
                  </a:ext>
                </a:extLst>
              </a:tr>
              <a:tr h="226800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>
                          <a:solidFill>
                            <a:schemeClr val="bg1"/>
                          </a:solidFill>
                        </a:rPr>
                        <a:t>②</a:t>
                      </a:r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-1.</a:t>
                      </a:r>
                    </a:p>
                    <a:p>
                      <a:pPr algn="ctr"/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 ADAS</a:t>
                      </a:r>
                      <a:r>
                        <a:rPr kumimoji="1" lang="ja-JP" altLang="en-US" sz="1400" b="1">
                          <a:solidFill>
                            <a:schemeClr val="bg1"/>
                          </a:solidFill>
                        </a:rPr>
                        <a:t>認証に</a:t>
                      </a:r>
                      <a:endParaRPr kumimoji="1" lang="en-US" altLang="ja-JP" sz="1400" b="1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400" b="1">
                          <a:solidFill>
                            <a:schemeClr val="bg1"/>
                          </a:solidFill>
                        </a:rPr>
                        <a:t>関する活動</a:t>
                      </a:r>
                      <a:endParaRPr kumimoji="1" lang="en-US" altLang="ja-JP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846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>
                          <a:solidFill>
                            <a:schemeClr val="bg1"/>
                          </a:solidFill>
                        </a:rPr>
                        <a:t>②</a:t>
                      </a:r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-2. </a:t>
                      </a:r>
                    </a:p>
                    <a:p>
                      <a:pPr algn="ctr"/>
                      <a:r>
                        <a:rPr kumimoji="1" lang="en-US" altLang="ja-JP" sz="1400" b="1">
                          <a:solidFill>
                            <a:schemeClr val="bg1"/>
                          </a:solidFill>
                        </a:rPr>
                        <a:t>SU</a:t>
                      </a:r>
                      <a:r>
                        <a:rPr kumimoji="1" lang="ja-JP" altLang="en-US" sz="1400" b="1">
                          <a:solidFill>
                            <a:schemeClr val="bg1"/>
                          </a:solidFill>
                        </a:rPr>
                        <a:t>認証に</a:t>
                      </a:r>
                      <a:endParaRPr kumimoji="1" lang="en-US" altLang="ja-JP" sz="1400" b="1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400" b="1">
                          <a:solidFill>
                            <a:schemeClr val="bg1"/>
                          </a:solidFill>
                        </a:rPr>
                        <a:t>関する活動</a:t>
                      </a:r>
                      <a:endParaRPr kumimoji="1" lang="en-US" altLang="ja-JP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600"/>
                    </a:p>
                  </a:txBody>
                  <a:tcPr>
                    <a:solidFill>
                      <a:srgbClr val="FD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110328"/>
                  </a:ext>
                </a:extLst>
              </a:tr>
            </a:tbl>
          </a:graphicData>
        </a:graphic>
      </p:graphicFrame>
      <p:sp>
        <p:nvSpPr>
          <p:cNvPr id="4" name="ホームベース 123">
            <a:extLst>
              <a:ext uri="{FF2B5EF4-FFF2-40B4-BE49-F238E27FC236}">
                <a16:creationId xmlns:a16="http://schemas.microsoft.com/office/drawing/2014/main" id="{3BB7A2B3-924C-327C-6D73-1C4F003863E0}"/>
              </a:ext>
            </a:extLst>
          </p:cNvPr>
          <p:cNvSpPr/>
          <p:nvPr/>
        </p:nvSpPr>
        <p:spPr>
          <a:xfrm>
            <a:off x="1540051" y="3005029"/>
            <a:ext cx="1324171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要件定義</a:t>
            </a:r>
            <a:endParaRPr kumimoji="1" lang="en-US" altLang="ja-JP" sz="9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（車両仕様チェック）</a:t>
            </a:r>
          </a:p>
        </p:txBody>
      </p:sp>
      <p:sp>
        <p:nvSpPr>
          <p:cNvPr id="5" name="ホームベース 123">
            <a:extLst>
              <a:ext uri="{FF2B5EF4-FFF2-40B4-BE49-F238E27FC236}">
                <a16:creationId xmlns:a16="http://schemas.microsoft.com/office/drawing/2014/main" id="{8DB4E3AE-0110-DBAE-F048-82955D355FDF}"/>
              </a:ext>
            </a:extLst>
          </p:cNvPr>
          <p:cNvSpPr/>
          <p:nvPr/>
        </p:nvSpPr>
        <p:spPr>
          <a:xfrm>
            <a:off x="1985551" y="3355806"/>
            <a:ext cx="441314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モック検討</a:t>
            </a:r>
            <a:endParaRPr kumimoji="1" lang="en-US" altLang="ja-JP" sz="900">
              <a:solidFill>
                <a:schemeClr val="tx1"/>
              </a:solidFill>
            </a:endParaRPr>
          </a:p>
        </p:txBody>
      </p:sp>
      <p:sp>
        <p:nvSpPr>
          <p:cNvPr id="7" name="ホームベース 123">
            <a:extLst>
              <a:ext uri="{FF2B5EF4-FFF2-40B4-BE49-F238E27FC236}">
                <a16:creationId xmlns:a16="http://schemas.microsoft.com/office/drawing/2014/main" id="{C9A32A20-B380-D552-903D-A0AA15861B57}"/>
              </a:ext>
            </a:extLst>
          </p:cNvPr>
          <p:cNvSpPr/>
          <p:nvPr/>
        </p:nvSpPr>
        <p:spPr>
          <a:xfrm>
            <a:off x="2426865" y="3361240"/>
            <a:ext cx="876735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STEP1</a:t>
            </a:r>
            <a:r>
              <a:rPr kumimoji="1" lang="ja-JP" altLang="en-US" sz="900">
                <a:solidFill>
                  <a:schemeClr val="tx1"/>
                </a:solidFill>
              </a:rPr>
              <a:t>開発</a:t>
            </a:r>
            <a:endParaRPr kumimoji="1" lang="en-US" altLang="ja-JP" sz="900">
              <a:solidFill>
                <a:schemeClr val="tx1"/>
              </a:solidFill>
            </a:endParaRPr>
          </a:p>
        </p:txBody>
      </p:sp>
      <p:sp>
        <p:nvSpPr>
          <p:cNvPr id="10" name="ホームベース 123">
            <a:extLst>
              <a:ext uri="{FF2B5EF4-FFF2-40B4-BE49-F238E27FC236}">
                <a16:creationId xmlns:a16="http://schemas.microsoft.com/office/drawing/2014/main" id="{94E64A2E-80A8-FBC2-D913-0AF0952E1677}"/>
              </a:ext>
            </a:extLst>
          </p:cNvPr>
          <p:cNvSpPr/>
          <p:nvPr/>
        </p:nvSpPr>
        <p:spPr>
          <a:xfrm>
            <a:off x="3315621" y="3372508"/>
            <a:ext cx="1334020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STEP2</a:t>
            </a:r>
            <a:r>
              <a:rPr kumimoji="1" lang="ja-JP" altLang="en-US" sz="900">
                <a:solidFill>
                  <a:schemeClr val="tx1"/>
                </a:solidFill>
              </a:rPr>
              <a:t>開発</a:t>
            </a:r>
            <a:endParaRPr kumimoji="1" lang="en-US" altLang="ja-JP" sz="900">
              <a:solidFill>
                <a:schemeClr val="tx1"/>
              </a:solidFill>
            </a:endParaRPr>
          </a:p>
        </p:txBody>
      </p:sp>
      <p:sp>
        <p:nvSpPr>
          <p:cNvPr id="12" name="ホームベース 123">
            <a:extLst>
              <a:ext uri="{FF2B5EF4-FFF2-40B4-BE49-F238E27FC236}">
                <a16:creationId xmlns:a16="http://schemas.microsoft.com/office/drawing/2014/main" id="{4ED83446-257F-68AC-EF50-4A5A8D0ACD0A}"/>
              </a:ext>
            </a:extLst>
          </p:cNvPr>
          <p:cNvSpPr/>
          <p:nvPr/>
        </p:nvSpPr>
        <p:spPr>
          <a:xfrm>
            <a:off x="3970549" y="3736966"/>
            <a:ext cx="661693" cy="284855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bg1"/>
                </a:solidFill>
              </a:rPr>
              <a:t>ユーザトライ</a:t>
            </a:r>
            <a:endParaRPr kumimoji="1" lang="en-US" altLang="ja-JP" sz="900">
              <a:solidFill>
                <a:schemeClr val="bg1"/>
              </a:solidFill>
            </a:endParaRPr>
          </a:p>
        </p:txBody>
      </p:sp>
      <p:sp>
        <p:nvSpPr>
          <p:cNvPr id="14" name="ホームベース 123">
            <a:extLst>
              <a:ext uri="{FF2B5EF4-FFF2-40B4-BE49-F238E27FC236}">
                <a16:creationId xmlns:a16="http://schemas.microsoft.com/office/drawing/2014/main" id="{46D1A7F6-740E-4DB7-B54C-4C008BBBB39D}"/>
              </a:ext>
            </a:extLst>
          </p:cNvPr>
          <p:cNvSpPr/>
          <p:nvPr/>
        </p:nvSpPr>
        <p:spPr>
          <a:xfrm>
            <a:off x="4641134" y="3742529"/>
            <a:ext cx="7385410" cy="267778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bg1"/>
                </a:solidFill>
              </a:rPr>
              <a:t>ユーザ</a:t>
            </a:r>
            <a:r>
              <a:rPr lang="ja-JP" altLang="en-US" sz="900">
                <a:solidFill>
                  <a:schemeClr val="bg1"/>
                </a:solidFill>
              </a:rPr>
              <a:t>号口トライ</a:t>
            </a:r>
            <a:endParaRPr kumimoji="1" lang="en-US" altLang="ja-JP" sz="900">
              <a:solidFill>
                <a:schemeClr val="bg1"/>
              </a:solidFill>
            </a:endParaRPr>
          </a:p>
        </p:txBody>
      </p:sp>
      <p:sp>
        <p:nvSpPr>
          <p:cNvPr id="15" name="ホームベース 123">
            <a:extLst>
              <a:ext uri="{FF2B5EF4-FFF2-40B4-BE49-F238E27FC236}">
                <a16:creationId xmlns:a16="http://schemas.microsoft.com/office/drawing/2014/main" id="{7B0719DF-A654-5058-48BC-3EA180764D16}"/>
              </a:ext>
            </a:extLst>
          </p:cNvPr>
          <p:cNvSpPr/>
          <p:nvPr/>
        </p:nvSpPr>
        <p:spPr>
          <a:xfrm>
            <a:off x="4632241" y="3380459"/>
            <a:ext cx="2177467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STEP3</a:t>
            </a:r>
            <a:r>
              <a:rPr kumimoji="1" lang="ja-JP" altLang="en-US" sz="900">
                <a:solidFill>
                  <a:schemeClr val="tx1"/>
                </a:solidFill>
              </a:rPr>
              <a:t>開発、トライに応じ</a:t>
            </a:r>
            <a:r>
              <a:rPr lang="ja-JP" altLang="en-US" sz="900">
                <a:solidFill>
                  <a:schemeClr val="tx1"/>
                </a:solidFill>
              </a:rPr>
              <a:t>た改善</a:t>
            </a:r>
            <a:endParaRPr kumimoji="1" lang="en-US" altLang="ja-JP" sz="900">
              <a:solidFill>
                <a:schemeClr val="tx1"/>
              </a:solidFill>
            </a:endParaRPr>
          </a:p>
        </p:txBody>
      </p:sp>
      <p:sp>
        <p:nvSpPr>
          <p:cNvPr id="21" name="ホームベース 123">
            <a:extLst>
              <a:ext uri="{FF2B5EF4-FFF2-40B4-BE49-F238E27FC236}">
                <a16:creationId xmlns:a16="http://schemas.microsoft.com/office/drawing/2014/main" id="{B0D54635-AC08-6988-45C7-2F7262925924}"/>
              </a:ext>
            </a:extLst>
          </p:cNvPr>
          <p:cNvSpPr/>
          <p:nvPr/>
        </p:nvSpPr>
        <p:spPr>
          <a:xfrm>
            <a:off x="1540053" y="1823189"/>
            <a:ext cx="658009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</a:rPr>
              <a:t>DTC U</a:t>
            </a:r>
            <a:endParaRPr kumimoji="1" lang="en-US" altLang="ja-JP" sz="9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車両引当検討</a:t>
            </a:r>
          </a:p>
        </p:txBody>
      </p:sp>
      <p:sp>
        <p:nvSpPr>
          <p:cNvPr id="26" name="ホームベース 123">
            <a:extLst>
              <a:ext uri="{FF2B5EF4-FFF2-40B4-BE49-F238E27FC236}">
                <a16:creationId xmlns:a16="http://schemas.microsoft.com/office/drawing/2014/main" id="{EA755A87-5324-FEAE-8D1D-49BC0E3C6CEF}"/>
              </a:ext>
            </a:extLst>
          </p:cNvPr>
          <p:cNvSpPr/>
          <p:nvPr/>
        </p:nvSpPr>
        <p:spPr>
          <a:xfrm>
            <a:off x="3749350" y="1836630"/>
            <a:ext cx="435483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PoC</a:t>
            </a:r>
            <a:r>
              <a:rPr kumimoji="1" lang="ja-JP" altLang="en-US" sz="900">
                <a:solidFill>
                  <a:schemeClr val="tx1"/>
                </a:solidFill>
              </a:rPr>
              <a:t>改善</a:t>
            </a:r>
          </a:p>
        </p:txBody>
      </p:sp>
      <p:sp>
        <p:nvSpPr>
          <p:cNvPr id="27" name="ホームベース 123">
            <a:extLst>
              <a:ext uri="{FF2B5EF4-FFF2-40B4-BE49-F238E27FC236}">
                <a16:creationId xmlns:a16="http://schemas.microsoft.com/office/drawing/2014/main" id="{46E21C0C-FF18-9FED-27D3-C0BDE7C9BF59}"/>
              </a:ext>
            </a:extLst>
          </p:cNvPr>
          <p:cNvSpPr/>
          <p:nvPr/>
        </p:nvSpPr>
        <p:spPr>
          <a:xfrm>
            <a:off x="3749350" y="2540683"/>
            <a:ext cx="4335989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50">
                <a:solidFill>
                  <a:schemeClr val="tx1"/>
                </a:solidFill>
              </a:rPr>
              <a:t>DTC U</a:t>
            </a:r>
            <a:r>
              <a:rPr kumimoji="1" lang="ja-JP" altLang="en-US" sz="1050">
                <a:solidFill>
                  <a:schemeClr val="tx1"/>
                </a:solidFill>
              </a:rPr>
              <a:t>運用</a:t>
            </a:r>
            <a:r>
              <a:rPr kumimoji="1" lang="ja-JP" altLang="en-US" sz="1050" dirty="0">
                <a:solidFill>
                  <a:schemeClr val="tx1"/>
                </a:solidFill>
              </a:rPr>
              <a:t>案検討（</a:t>
            </a:r>
            <a:r>
              <a:rPr kumimoji="1" lang="en-US" altLang="ja-JP" sz="1050" dirty="0">
                <a:solidFill>
                  <a:schemeClr val="tx1"/>
                </a:solidFill>
              </a:rPr>
              <a:t>w/</a:t>
            </a:r>
            <a:r>
              <a:rPr kumimoji="1" lang="ja-JP" altLang="en-US" sz="1050" dirty="0">
                <a:solidFill>
                  <a:schemeClr val="tx1"/>
                </a:solidFill>
              </a:rPr>
              <a:t>サービス部）</a:t>
            </a:r>
          </a:p>
        </p:txBody>
      </p:sp>
      <p:sp>
        <p:nvSpPr>
          <p:cNvPr id="29" name="ホームベース 123">
            <a:extLst>
              <a:ext uri="{FF2B5EF4-FFF2-40B4-BE49-F238E27FC236}">
                <a16:creationId xmlns:a16="http://schemas.microsoft.com/office/drawing/2014/main" id="{E71A6D78-B622-16B1-006B-1F4BCA055AB3}"/>
              </a:ext>
            </a:extLst>
          </p:cNvPr>
          <p:cNvSpPr/>
          <p:nvPr/>
        </p:nvSpPr>
        <p:spPr>
          <a:xfrm>
            <a:off x="2869642" y="5327235"/>
            <a:ext cx="1325325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要求</a:t>
            </a:r>
            <a:r>
              <a:rPr lang="ja-JP" altLang="en-US" sz="900">
                <a:solidFill>
                  <a:schemeClr val="tx1"/>
                </a:solidFill>
              </a:rPr>
              <a:t>定義</a:t>
            </a:r>
            <a:endParaRPr kumimoji="1" lang="ja-JP" altLang="en-US" sz="900">
              <a:solidFill>
                <a:schemeClr val="tx1"/>
              </a:solidFill>
            </a:endParaRPr>
          </a:p>
        </p:txBody>
      </p:sp>
      <p:sp>
        <p:nvSpPr>
          <p:cNvPr id="34" name="ホームベース 123">
            <a:extLst>
              <a:ext uri="{FF2B5EF4-FFF2-40B4-BE49-F238E27FC236}">
                <a16:creationId xmlns:a16="http://schemas.microsoft.com/office/drawing/2014/main" id="{2004F6A9-0255-DC3D-2725-FDAC24EBC24A}"/>
              </a:ext>
            </a:extLst>
          </p:cNvPr>
          <p:cNvSpPr/>
          <p:nvPr/>
        </p:nvSpPr>
        <p:spPr>
          <a:xfrm>
            <a:off x="5464672" y="6058920"/>
            <a:ext cx="6530477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900">
                <a:solidFill>
                  <a:schemeClr val="bg1"/>
                </a:solidFill>
              </a:rPr>
              <a:t>ツールトライ</a:t>
            </a:r>
          </a:p>
        </p:txBody>
      </p:sp>
      <p:sp>
        <p:nvSpPr>
          <p:cNvPr id="36" name="ホームベース 123">
            <a:extLst>
              <a:ext uri="{FF2B5EF4-FFF2-40B4-BE49-F238E27FC236}">
                <a16:creationId xmlns:a16="http://schemas.microsoft.com/office/drawing/2014/main" id="{FAA73CDD-FBCD-FA6E-A6F1-114D7E79F710}"/>
              </a:ext>
            </a:extLst>
          </p:cNvPr>
          <p:cNvSpPr/>
          <p:nvPr/>
        </p:nvSpPr>
        <p:spPr>
          <a:xfrm>
            <a:off x="4202971" y="1822099"/>
            <a:ext cx="1318114" cy="311501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900">
                <a:solidFill>
                  <a:schemeClr val="bg1"/>
                </a:solidFill>
              </a:rPr>
              <a:t>Phase5</a:t>
            </a:r>
            <a:r>
              <a:rPr lang="ja-JP" altLang="en-US" sz="900">
                <a:solidFill>
                  <a:schemeClr val="bg1"/>
                </a:solidFill>
              </a:rPr>
              <a:t>トライ</a:t>
            </a:r>
            <a:endParaRPr lang="en-US" altLang="ja-JP" sz="900">
              <a:solidFill>
                <a:schemeClr val="bg1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D1BB04D-5A6D-147B-A0DE-102C55DFA6D9}"/>
              </a:ext>
            </a:extLst>
          </p:cNvPr>
          <p:cNvSpPr txBox="1"/>
          <p:nvPr/>
        </p:nvSpPr>
        <p:spPr>
          <a:xfrm>
            <a:off x="3861814" y="2929389"/>
            <a:ext cx="1770993" cy="261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/>
              <a:t>▲</a:t>
            </a:r>
            <a:r>
              <a:rPr kumimoji="1" lang="en-US" altLang="ja-JP" sz="900"/>
              <a:t>9</a:t>
            </a:r>
            <a:r>
              <a:rPr kumimoji="1" lang="ja-JP" altLang="en-US" sz="900"/>
              <a:t>央 ユーザトライ（号口データ）</a:t>
            </a:r>
          </a:p>
        </p:txBody>
      </p:sp>
      <p:sp>
        <p:nvSpPr>
          <p:cNvPr id="46" name="ホームベース 123">
            <a:extLst>
              <a:ext uri="{FF2B5EF4-FFF2-40B4-BE49-F238E27FC236}">
                <a16:creationId xmlns:a16="http://schemas.microsoft.com/office/drawing/2014/main" id="{0A647399-29D6-7DA7-CA58-BFCE7559FEBD}"/>
              </a:ext>
            </a:extLst>
          </p:cNvPr>
          <p:cNvSpPr/>
          <p:nvPr/>
        </p:nvSpPr>
        <p:spPr>
          <a:xfrm>
            <a:off x="5924929" y="2172081"/>
            <a:ext cx="884780" cy="311501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900">
                <a:solidFill>
                  <a:schemeClr val="bg1"/>
                </a:solidFill>
              </a:rPr>
              <a:t>Phase6</a:t>
            </a:r>
            <a:r>
              <a:rPr lang="ja-JP" altLang="en-US" sz="900">
                <a:solidFill>
                  <a:schemeClr val="bg1"/>
                </a:solidFill>
              </a:rPr>
              <a:t>トライ</a:t>
            </a:r>
            <a:endParaRPr lang="en-US" altLang="ja-JP" sz="900">
              <a:solidFill>
                <a:schemeClr val="bg1"/>
              </a:solidFill>
            </a:endParaRPr>
          </a:p>
        </p:txBody>
      </p:sp>
      <p:sp>
        <p:nvSpPr>
          <p:cNvPr id="49" name="ホームベース 123">
            <a:extLst>
              <a:ext uri="{FF2B5EF4-FFF2-40B4-BE49-F238E27FC236}">
                <a16:creationId xmlns:a16="http://schemas.microsoft.com/office/drawing/2014/main" id="{6BDB1563-61FF-22C2-E79F-65A6DB64CF29}"/>
              </a:ext>
            </a:extLst>
          </p:cNvPr>
          <p:cNvSpPr/>
          <p:nvPr/>
        </p:nvSpPr>
        <p:spPr>
          <a:xfrm>
            <a:off x="5464672" y="4085407"/>
            <a:ext cx="1983682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要件</a:t>
            </a:r>
            <a:r>
              <a:rPr lang="ja-JP" altLang="en-US" sz="900">
                <a:solidFill>
                  <a:schemeClr val="tx1"/>
                </a:solidFill>
              </a:rPr>
              <a:t>定義（</a:t>
            </a:r>
            <a:r>
              <a:rPr lang="en-US" altLang="ja-JP" sz="900">
                <a:solidFill>
                  <a:schemeClr val="tx1"/>
                </a:solidFill>
              </a:rPr>
              <a:t>G-CIS</a:t>
            </a:r>
            <a:r>
              <a:rPr lang="ja-JP" altLang="en-US" sz="900">
                <a:solidFill>
                  <a:schemeClr val="tx1"/>
                </a:solidFill>
              </a:rPr>
              <a:t>連携）</a:t>
            </a:r>
            <a:endParaRPr kumimoji="1" lang="ja-JP" altLang="en-US" sz="900">
              <a:solidFill>
                <a:schemeClr val="tx1"/>
              </a:solidFill>
            </a:endParaRPr>
          </a:p>
        </p:txBody>
      </p:sp>
      <p:sp>
        <p:nvSpPr>
          <p:cNvPr id="50" name="ホームベース 123">
            <a:extLst>
              <a:ext uri="{FF2B5EF4-FFF2-40B4-BE49-F238E27FC236}">
                <a16:creationId xmlns:a16="http://schemas.microsoft.com/office/drawing/2014/main" id="{A1B40839-82CD-6FC4-8601-51953C504D61}"/>
              </a:ext>
            </a:extLst>
          </p:cNvPr>
          <p:cNvSpPr/>
          <p:nvPr/>
        </p:nvSpPr>
        <p:spPr>
          <a:xfrm>
            <a:off x="7448354" y="4084889"/>
            <a:ext cx="1950161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50" b="1" dirty="0">
                <a:solidFill>
                  <a:schemeClr val="tx1"/>
                </a:solidFill>
              </a:rPr>
              <a:t>PoC</a:t>
            </a:r>
            <a:r>
              <a:rPr kumimoji="1" lang="ja-JP" altLang="en-US" sz="1050" b="1" dirty="0">
                <a:solidFill>
                  <a:schemeClr val="tx1"/>
                </a:solidFill>
              </a:rPr>
              <a:t>開発</a:t>
            </a:r>
            <a:r>
              <a:rPr lang="ja-JP" altLang="en-US" sz="1050" b="1" dirty="0">
                <a:solidFill>
                  <a:schemeClr val="tx1"/>
                </a:solidFill>
              </a:rPr>
              <a:t>（</a:t>
            </a:r>
            <a:r>
              <a:rPr lang="en-US" altLang="ja-JP" sz="1050" b="1" dirty="0">
                <a:solidFill>
                  <a:schemeClr val="tx1"/>
                </a:solidFill>
              </a:rPr>
              <a:t>G-CIS</a:t>
            </a:r>
            <a:r>
              <a:rPr lang="ja-JP" altLang="en-US" sz="1050" b="1" dirty="0">
                <a:solidFill>
                  <a:schemeClr val="tx1"/>
                </a:solidFill>
              </a:rPr>
              <a:t>連携）</a:t>
            </a:r>
            <a:endParaRPr kumimoji="1" lang="ja-JP" altLang="en-US" sz="1050" b="1" dirty="0">
              <a:solidFill>
                <a:schemeClr val="tx1"/>
              </a:solidFill>
            </a:endParaRPr>
          </a:p>
        </p:txBody>
      </p:sp>
      <p:sp>
        <p:nvSpPr>
          <p:cNvPr id="51" name="ホームベース 123">
            <a:extLst>
              <a:ext uri="{FF2B5EF4-FFF2-40B4-BE49-F238E27FC236}">
                <a16:creationId xmlns:a16="http://schemas.microsoft.com/office/drawing/2014/main" id="{54D54B2D-2FB6-DCE4-4857-D3DDAFF86DF6}"/>
              </a:ext>
            </a:extLst>
          </p:cNvPr>
          <p:cNvSpPr/>
          <p:nvPr/>
        </p:nvSpPr>
        <p:spPr>
          <a:xfrm>
            <a:off x="8143143" y="4456706"/>
            <a:ext cx="3898122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bg1"/>
                </a:solidFill>
              </a:rPr>
              <a:t>ユーザトライ</a:t>
            </a:r>
            <a:endParaRPr kumimoji="1" lang="en-US" altLang="ja-JP" sz="900">
              <a:solidFill>
                <a:schemeClr val="bg1"/>
              </a:solidFill>
            </a:endParaRPr>
          </a:p>
        </p:txBody>
      </p:sp>
      <p:sp>
        <p:nvSpPr>
          <p:cNvPr id="54" name="ホームベース 123">
            <a:extLst>
              <a:ext uri="{FF2B5EF4-FFF2-40B4-BE49-F238E27FC236}">
                <a16:creationId xmlns:a16="http://schemas.microsoft.com/office/drawing/2014/main" id="{7407B71D-3D6C-1419-B4B0-559C6FB0F67D}"/>
              </a:ext>
            </a:extLst>
          </p:cNvPr>
          <p:cNvSpPr/>
          <p:nvPr/>
        </p:nvSpPr>
        <p:spPr>
          <a:xfrm>
            <a:off x="9429908" y="4084371"/>
            <a:ext cx="2585627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ツール改善</a:t>
            </a:r>
            <a:r>
              <a:rPr kumimoji="1" lang="en-US" altLang="ja-JP" sz="900">
                <a:solidFill>
                  <a:schemeClr val="tx1"/>
                </a:solidFill>
              </a:rPr>
              <a:t>/</a:t>
            </a:r>
            <a:r>
              <a:rPr kumimoji="1" lang="ja-JP" altLang="en-US" sz="900">
                <a:solidFill>
                  <a:schemeClr val="tx1"/>
                </a:solidFill>
              </a:rPr>
              <a:t>横展検討</a:t>
            </a:r>
            <a:r>
              <a:rPr kumimoji="1" lang="ja-JP" altLang="en-US" sz="900" dirty="0">
                <a:solidFill>
                  <a:schemeClr val="tx1"/>
                </a:solidFill>
              </a:rPr>
              <a:t>（</a:t>
            </a:r>
            <a:r>
              <a:rPr kumimoji="1" lang="en-US" altLang="ja-JP" sz="900" dirty="0">
                <a:solidFill>
                  <a:schemeClr val="tx1"/>
                </a:solidFill>
              </a:rPr>
              <a:t>G-CIS</a:t>
            </a:r>
            <a:r>
              <a:rPr kumimoji="1" lang="ja-JP" altLang="en-US" sz="900" dirty="0">
                <a:solidFill>
                  <a:schemeClr val="tx1"/>
                </a:solidFill>
              </a:rPr>
              <a:t>連携）</a:t>
            </a:r>
            <a:endParaRPr kumimoji="1" lang="ja-JP" altLang="en-US" sz="900">
              <a:solidFill>
                <a:schemeClr val="tx1"/>
              </a:solidFill>
            </a:endParaRPr>
          </a:p>
        </p:txBody>
      </p:sp>
      <p:sp>
        <p:nvSpPr>
          <p:cNvPr id="58" name="ホームベース 123">
            <a:extLst>
              <a:ext uri="{FF2B5EF4-FFF2-40B4-BE49-F238E27FC236}">
                <a16:creationId xmlns:a16="http://schemas.microsoft.com/office/drawing/2014/main" id="{254B2F99-27A3-4C48-2E41-12DD8967BC40}"/>
              </a:ext>
            </a:extLst>
          </p:cNvPr>
          <p:cNvSpPr/>
          <p:nvPr/>
        </p:nvSpPr>
        <p:spPr>
          <a:xfrm>
            <a:off x="5529843" y="1818531"/>
            <a:ext cx="1294234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</a:rPr>
              <a:t>課題整理</a:t>
            </a:r>
            <a:r>
              <a:rPr lang="en-US" altLang="ja-JP" sz="900">
                <a:solidFill>
                  <a:schemeClr val="tx1"/>
                </a:solidFill>
              </a:rPr>
              <a:t>&amp;</a:t>
            </a:r>
            <a:r>
              <a:rPr lang="ja-JP" altLang="en-US" sz="900">
                <a:solidFill>
                  <a:schemeClr val="tx1"/>
                </a:solidFill>
              </a:rPr>
              <a:t>対策検討</a:t>
            </a:r>
            <a:endParaRPr kumimoji="1" lang="ja-JP" altLang="en-US" sz="900">
              <a:solidFill>
                <a:schemeClr val="tx1"/>
              </a:solidFill>
            </a:endParaRPr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B0C8E085-7869-4B65-7D7F-1EAB736E3430}"/>
              </a:ext>
            </a:extLst>
          </p:cNvPr>
          <p:cNvCxnSpPr/>
          <p:nvPr/>
        </p:nvCxnSpPr>
        <p:spPr>
          <a:xfrm>
            <a:off x="5727474" y="2153786"/>
            <a:ext cx="0" cy="3297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ホームベース 123">
            <a:extLst>
              <a:ext uri="{FF2B5EF4-FFF2-40B4-BE49-F238E27FC236}">
                <a16:creationId xmlns:a16="http://schemas.microsoft.com/office/drawing/2014/main" id="{CF2F20EE-9128-59A6-FBEB-527FF8F088F1}"/>
              </a:ext>
            </a:extLst>
          </p:cNvPr>
          <p:cNvSpPr/>
          <p:nvPr/>
        </p:nvSpPr>
        <p:spPr>
          <a:xfrm>
            <a:off x="8093145" y="2544740"/>
            <a:ext cx="3984832" cy="298272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号口トライ検討（</a:t>
            </a:r>
            <a:r>
              <a:rPr kumimoji="1" lang="en-US" altLang="ja-JP" sz="1050" b="1">
                <a:solidFill>
                  <a:schemeClr val="bg1"/>
                </a:solidFill>
              </a:rPr>
              <a:t>w/</a:t>
            </a:r>
            <a:r>
              <a:rPr lang="en-US" altLang="ja-JP" sz="1050" b="1">
                <a:solidFill>
                  <a:schemeClr val="bg1"/>
                </a:solidFill>
              </a:rPr>
              <a:t>PDSX</a:t>
            </a:r>
            <a:r>
              <a:rPr lang="ja-JP" altLang="en-US" sz="1050" b="1">
                <a:solidFill>
                  <a:schemeClr val="bg1"/>
                </a:solidFill>
              </a:rPr>
              <a:t>、</a:t>
            </a:r>
            <a:r>
              <a:rPr lang="en-US" altLang="ja-JP" sz="1050" b="1">
                <a:solidFill>
                  <a:schemeClr val="bg1"/>
                </a:solidFill>
              </a:rPr>
              <a:t>DIT</a:t>
            </a:r>
            <a:r>
              <a:rPr kumimoji="1" lang="ja-JP" altLang="en-US" sz="1050" b="1">
                <a:solidFill>
                  <a:schemeClr val="bg1"/>
                </a:solidFill>
              </a:rPr>
              <a:t>）</a:t>
            </a:r>
            <a:endParaRPr kumimoji="1" lang="en-US" altLang="ja-JP" sz="1050" b="1" dirty="0">
              <a:solidFill>
                <a:schemeClr val="bg1"/>
              </a:solidFill>
            </a:endParaRPr>
          </a:p>
        </p:txBody>
      </p:sp>
      <p:sp>
        <p:nvSpPr>
          <p:cNvPr id="63" name="ホームベース 123">
            <a:extLst>
              <a:ext uri="{FF2B5EF4-FFF2-40B4-BE49-F238E27FC236}">
                <a16:creationId xmlns:a16="http://schemas.microsoft.com/office/drawing/2014/main" id="{32D0B1BC-934A-41A7-8329-49F060BF9705}"/>
              </a:ext>
            </a:extLst>
          </p:cNvPr>
          <p:cNvSpPr/>
          <p:nvPr/>
        </p:nvSpPr>
        <p:spPr>
          <a:xfrm>
            <a:off x="6830941" y="1833279"/>
            <a:ext cx="1789530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50" b="1">
                <a:solidFill>
                  <a:schemeClr val="tx1"/>
                </a:solidFill>
              </a:rPr>
              <a:t>DTC B,C,P</a:t>
            </a:r>
          </a:p>
          <a:p>
            <a:pPr algn="ctr"/>
            <a:r>
              <a:rPr kumimoji="1" lang="ja-JP" altLang="en-US" sz="1050" b="1">
                <a:solidFill>
                  <a:schemeClr val="tx1"/>
                </a:solidFill>
              </a:rPr>
              <a:t>車両引当検討・</a:t>
            </a:r>
            <a:r>
              <a:rPr kumimoji="1" lang="en-US" altLang="ja-JP" sz="1050" b="1">
                <a:solidFill>
                  <a:schemeClr val="tx1"/>
                </a:solidFill>
              </a:rPr>
              <a:t>PoC</a:t>
            </a:r>
            <a:r>
              <a:rPr kumimoji="1" lang="ja-JP" altLang="en-US" sz="1050" b="1">
                <a:solidFill>
                  <a:schemeClr val="tx1"/>
                </a:solidFill>
              </a:rPr>
              <a:t>開発・トライ</a:t>
            </a:r>
            <a:endParaRPr kumimoji="1" lang="ja-JP" altLang="en-US" sz="1050" b="1" dirty="0">
              <a:solidFill>
                <a:schemeClr val="tx1"/>
              </a:solidFill>
            </a:endParaRPr>
          </a:p>
        </p:txBody>
      </p:sp>
      <p:sp>
        <p:nvSpPr>
          <p:cNvPr id="1024" name="ホームベース 123">
            <a:extLst>
              <a:ext uri="{FF2B5EF4-FFF2-40B4-BE49-F238E27FC236}">
                <a16:creationId xmlns:a16="http://schemas.microsoft.com/office/drawing/2014/main" id="{8A29B82C-09D8-712C-6248-EF82ACE21276}"/>
              </a:ext>
            </a:extLst>
          </p:cNvPr>
          <p:cNvSpPr/>
          <p:nvPr/>
        </p:nvSpPr>
        <p:spPr>
          <a:xfrm>
            <a:off x="9447963" y="1825484"/>
            <a:ext cx="2598968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運用サポート</a:t>
            </a:r>
            <a:r>
              <a:rPr kumimoji="1" lang="en-US" altLang="ja-JP" sz="900">
                <a:solidFill>
                  <a:schemeClr val="tx1"/>
                </a:solidFill>
              </a:rPr>
              <a:t>&amp;</a:t>
            </a:r>
            <a:r>
              <a:rPr kumimoji="1" lang="ja-JP" altLang="en-US" sz="900">
                <a:solidFill>
                  <a:schemeClr val="tx1"/>
                </a:solidFill>
              </a:rPr>
              <a:t>ツール改善</a:t>
            </a:r>
          </a:p>
        </p:txBody>
      </p:sp>
      <p:sp>
        <p:nvSpPr>
          <p:cNvPr id="30" name="ホームベース 123">
            <a:extLst>
              <a:ext uri="{FF2B5EF4-FFF2-40B4-BE49-F238E27FC236}">
                <a16:creationId xmlns:a16="http://schemas.microsoft.com/office/drawing/2014/main" id="{6F58635D-3CB6-0669-69BE-A055CB5B518F}"/>
              </a:ext>
            </a:extLst>
          </p:cNvPr>
          <p:cNvSpPr/>
          <p:nvPr/>
        </p:nvSpPr>
        <p:spPr>
          <a:xfrm>
            <a:off x="9467139" y="5327235"/>
            <a:ext cx="1307338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PoC</a:t>
            </a:r>
            <a:r>
              <a:rPr kumimoji="1" lang="ja-JP" altLang="en-US" sz="900">
                <a:solidFill>
                  <a:schemeClr val="tx1"/>
                </a:solidFill>
              </a:rPr>
              <a:t>開発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 </a:t>
            </a:r>
            <a:r>
              <a:rPr kumimoji="1" lang="en-US" altLang="ja-JP" sz="900">
                <a:solidFill>
                  <a:schemeClr val="tx1"/>
                </a:solidFill>
              </a:rPr>
              <a:t>(</a:t>
            </a:r>
            <a:r>
              <a:rPr kumimoji="1" lang="ja-JP" altLang="en-US" sz="900" dirty="0">
                <a:solidFill>
                  <a:schemeClr val="tx1"/>
                </a:solidFill>
              </a:rPr>
              <a:t>回答票</a:t>
            </a:r>
            <a:r>
              <a:rPr lang="en-US" altLang="ja-JP" sz="900">
                <a:solidFill>
                  <a:schemeClr val="tx1"/>
                </a:solidFill>
              </a:rPr>
              <a:t>)</a:t>
            </a:r>
            <a:endParaRPr kumimoji="1" lang="ja-JP" altLang="en-US" sz="900">
              <a:solidFill>
                <a:schemeClr val="tx1"/>
              </a:solidFill>
            </a:endParaRPr>
          </a:p>
        </p:txBody>
      </p:sp>
      <p:sp>
        <p:nvSpPr>
          <p:cNvPr id="42" name="ホームベース 123">
            <a:extLst>
              <a:ext uri="{FF2B5EF4-FFF2-40B4-BE49-F238E27FC236}">
                <a16:creationId xmlns:a16="http://schemas.microsoft.com/office/drawing/2014/main" id="{53BC5159-1675-E2EF-4767-6BA529C1DDC0}"/>
              </a:ext>
            </a:extLst>
          </p:cNvPr>
          <p:cNvSpPr/>
          <p:nvPr/>
        </p:nvSpPr>
        <p:spPr>
          <a:xfrm>
            <a:off x="10760338" y="5327235"/>
            <a:ext cx="1290487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PoC</a:t>
            </a:r>
            <a:r>
              <a:rPr kumimoji="1" lang="ja-JP" altLang="en-US" sz="900">
                <a:solidFill>
                  <a:schemeClr val="tx1"/>
                </a:solidFill>
              </a:rPr>
              <a:t>開発 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(</a:t>
            </a:r>
            <a:r>
              <a:rPr kumimoji="1" lang="ja-JP" altLang="en-US" sz="900">
                <a:solidFill>
                  <a:schemeClr val="tx1"/>
                </a:solidFill>
              </a:rPr>
              <a:t>総点検リスト</a:t>
            </a:r>
            <a:r>
              <a:rPr kumimoji="1" lang="ja-JP" altLang="en-US" sz="900" dirty="0">
                <a:solidFill>
                  <a:schemeClr val="tx1"/>
                </a:solidFill>
              </a:rPr>
              <a:t>、</a:t>
            </a:r>
            <a:r>
              <a:rPr lang="en-US" altLang="ja-JP" sz="900" dirty="0">
                <a:solidFill>
                  <a:schemeClr val="tx1"/>
                </a:solidFill>
              </a:rPr>
              <a:t>E</a:t>
            </a:r>
            <a:r>
              <a:rPr lang="ja-JP" altLang="en-US" sz="900" dirty="0">
                <a:solidFill>
                  <a:schemeClr val="tx1"/>
                </a:solidFill>
              </a:rPr>
              <a:t>図出力</a:t>
            </a:r>
            <a:r>
              <a:rPr lang="en-US" altLang="ja-JP" sz="900">
                <a:solidFill>
                  <a:schemeClr val="tx1"/>
                </a:solidFill>
              </a:rPr>
              <a:t>)</a:t>
            </a:r>
            <a:endParaRPr kumimoji="1" lang="ja-JP" altLang="en-US" sz="900">
              <a:solidFill>
                <a:schemeClr val="tx1"/>
              </a:solidFill>
            </a:endParaRPr>
          </a:p>
        </p:txBody>
      </p:sp>
      <p:sp>
        <p:nvSpPr>
          <p:cNvPr id="43" name="ホームベース 123">
            <a:extLst>
              <a:ext uri="{FF2B5EF4-FFF2-40B4-BE49-F238E27FC236}">
                <a16:creationId xmlns:a16="http://schemas.microsoft.com/office/drawing/2014/main" id="{44A9629A-79D0-079F-0DD4-AF44D571BA7D}"/>
              </a:ext>
            </a:extLst>
          </p:cNvPr>
          <p:cNvSpPr/>
          <p:nvPr/>
        </p:nvSpPr>
        <p:spPr>
          <a:xfrm>
            <a:off x="5465178" y="5683263"/>
            <a:ext cx="1328011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要件定義（汎用検索）</a:t>
            </a:r>
          </a:p>
        </p:txBody>
      </p:sp>
      <p:sp>
        <p:nvSpPr>
          <p:cNvPr id="44" name="ホームベース 123">
            <a:extLst>
              <a:ext uri="{FF2B5EF4-FFF2-40B4-BE49-F238E27FC236}">
                <a16:creationId xmlns:a16="http://schemas.microsoft.com/office/drawing/2014/main" id="{782C8DF3-2C55-9273-0991-8A7F368175E0}"/>
              </a:ext>
            </a:extLst>
          </p:cNvPr>
          <p:cNvSpPr/>
          <p:nvPr/>
        </p:nvSpPr>
        <p:spPr>
          <a:xfrm>
            <a:off x="6815132" y="5683263"/>
            <a:ext cx="1328011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</a:rPr>
              <a:t>PoC</a:t>
            </a:r>
            <a:r>
              <a:rPr kumimoji="1" lang="ja-JP" altLang="en-US" sz="1050" dirty="0">
                <a:solidFill>
                  <a:schemeClr val="tx1"/>
                </a:solidFill>
              </a:rPr>
              <a:t>開発（</a:t>
            </a:r>
            <a:r>
              <a:rPr kumimoji="1" lang="ja-JP" altLang="en-US" sz="1050">
                <a:solidFill>
                  <a:schemeClr val="tx1"/>
                </a:solidFill>
              </a:rPr>
              <a:t>汎用検索）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6FECD96-B394-52AD-3DBD-5E7D348B7CCB}"/>
              </a:ext>
            </a:extLst>
          </p:cNvPr>
          <p:cNvSpPr txBox="1"/>
          <p:nvPr/>
        </p:nvSpPr>
        <p:spPr>
          <a:xfrm>
            <a:off x="4498475" y="3107451"/>
            <a:ext cx="13340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/>
              <a:t>▲</a:t>
            </a:r>
            <a:r>
              <a:rPr lang="en-US" altLang="ja-JP" sz="900"/>
              <a:t>10/29</a:t>
            </a:r>
            <a:r>
              <a:rPr kumimoji="1" lang="ja-JP" altLang="en-US" sz="900"/>
              <a:t> 号口</a:t>
            </a:r>
            <a:r>
              <a:rPr lang="ja-JP" altLang="en-US" sz="900"/>
              <a:t>トライ</a:t>
            </a:r>
            <a:r>
              <a:rPr kumimoji="1" lang="ja-JP" altLang="en-US" sz="900"/>
              <a:t>開始</a:t>
            </a:r>
          </a:p>
        </p:txBody>
      </p:sp>
      <p:sp>
        <p:nvSpPr>
          <p:cNvPr id="1030" name="ホームベース 123">
            <a:extLst>
              <a:ext uri="{FF2B5EF4-FFF2-40B4-BE49-F238E27FC236}">
                <a16:creationId xmlns:a16="http://schemas.microsoft.com/office/drawing/2014/main" id="{5CD48316-5EE4-A999-D6EA-83B4799F52B4}"/>
              </a:ext>
            </a:extLst>
          </p:cNvPr>
          <p:cNvSpPr/>
          <p:nvPr/>
        </p:nvSpPr>
        <p:spPr>
          <a:xfrm>
            <a:off x="2419904" y="2189501"/>
            <a:ext cx="1774151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過去車両検証（</a:t>
            </a:r>
            <a:r>
              <a:rPr kumimoji="1" lang="en-US" altLang="ja-JP" sz="900">
                <a:solidFill>
                  <a:schemeClr val="tx1"/>
                </a:solidFill>
              </a:rPr>
              <a:t>3</a:t>
            </a:r>
            <a:r>
              <a:rPr kumimoji="1" lang="ja-JP" altLang="en-US" sz="900">
                <a:solidFill>
                  <a:schemeClr val="tx1"/>
                </a:solidFill>
              </a:rPr>
              <a:t>車両）</a:t>
            </a:r>
          </a:p>
        </p:txBody>
      </p:sp>
      <p:sp>
        <p:nvSpPr>
          <p:cNvPr id="1031" name="ホームベース 123">
            <a:extLst>
              <a:ext uri="{FF2B5EF4-FFF2-40B4-BE49-F238E27FC236}">
                <a16:creationId xmlns:a16="http://schemas.microsoft.com/office/drawing/2014/main" id="{FC6E1972-75D8-D154-7D06-1046E8675281}"/>
              </a:ext>
            </a:extLst>
          </p:cNvPr>
          <p:cNvSpPr/>
          <p:nvPr/>
        </p:nvSpPr>
        <p:spPr>
          <a:xfrm>
            <a:off x="2203175" y="1831388"/>
            <a:ext cx="658009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PoC</a:t>
            </a:r>
            <a:r>
              <a:rPr kumimoji="1" lang="ja-JP" altLang="en-US" sz="900">
                <a:solidFill>
                  <a:schemeClr val="tx1"/>
                </a:solidFill>
              </a:rPr>
              <a:t>開発</a:t>
            </a:r>
          </a:p>
        </p:txBody>
      </p:sp>
      <p:sp>
        <p:nvSpPr>
          <p:cNvPr id="1032" name="ホームベース 123">
            <a:extLst>
              <a:ext uri="{FF2B5EF4-FFF2-40B4-BE49-F238E27FC236}">
                <a16:creationId xmlns:a16="http://schemas.microsoft.com/office/drawing/2014/main" id="{D9EEC88B-B8F0-AE28-555C-488EF5F67AC1}"/>
              </a:ext>
            </a:extLst>
          </p:cNvPr>
          <p:cNvSpPr/>
          <p:nvPr/>
        </p:nvSpPr>
        <p:spPr>
          <a:xfrm>
            <a:off x="6638336" y="308006"/>
            <a:ext cx="965975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PDSX/TS</a:t>
            </a:r>
            <a:r>
              <a:rPr kumimoji="1" lang="ja-JP" altLang="en-US" sz="900">
                <a:solidFill>
                  <a:schemeClr val="tx1"/>
                </a:solidFill>
              </a:rPr>
              <a:t>主体</a:t>
            </a:r>
          </a:p>
        </p:txBody>
      </p:sp>
      <p:sp>
        <p:nvSpPr>
          <p:cNvPr id="1033" name="ホームベース 123">
            <a:extLst>
              <a:ext uri="{FF2B5EF4-FFF2-40B4-BE49-F238E27FC236}">
                <a16:creationId xmlns:a16="http://schemas.microsoft.com/office/drawing/2014/main" id="{69169434-B3D5-67A3-792D-A5819A631D1E}"/>
              </a:ext>
            </a:extLst>
          </p:cNvPr>
          <p:cNvSpPr/>
          <p:nvPr/>
        </p:nvSpPr>
        <p:spPr>
          <a:xfrm>
            <a:off x="7677971" y="308006"/>
            <a:ext cx="965975" cy="298272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bg1"/>
                </a:solidFill>
              </a:rPr>
              <a:t>ユーザ主体</a:t>
            </a:r>
            <a:endParaRPr kumimoji="1" lang="en-US" altLang="ja-JP" sz="90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7B1AD3D-66E7-ED3D-9EA9-76D20CAECEEC}"/>
              </a:ext>
            </a:extLst>
          </p:cNvPr>
          <p:cNvSpPr txBox="1"/>
          <p:nvPr/>
        </p:nvSpPr>
        <p:spPr>
          <a:xfrm>
            <a:off x="2391329" y="5719146"/>
            <a:ext cx="29665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/>
              <a:t>汎用検索：</a:t>
            </a:r>
            <a:r>
              <a:rPr lang="en-US" altLang="ja-JP" sz="1100"/>
              <a:t> </a:t>
            </a:r>
            <a:r>
              <a:rPr lang="en-US" altLang="ja-JP" sz="1100" dirty="0"/>
              <a:t>HW x SW x </a:t>
            </a:r>
            <a:r>
              <a:rPr lang="ja-JP" altLang="en-US" sz="1100" dirty="0"/>
              <a:t>国</a:t>
            </a:r>
            <a:r>
              <a:rPr lang="ja-JP" altLang="en-US" sz="1100"/>
              <a:t>情報検索</a:t>
            </a:r>
            <a:endParaRPr kumimoji="1" lang="en-US" altLang="ja-JP" sz="1100" dirty="0"/>
          </a:p>
        </p:txBody>
      </p:sp>
      <p:sp>
        <p:nvSpPr>
          <p:cNvPr id="8" name="ホームベース 123">
            <a:extLst>
              <a:ext uri="{FF2B5EF4-FFF2-40B4-BE49-F238E27FC236}">
                <a16:creationId xmlns:a16="http://schemas.microsoft.com/office/drawing/2014/main" id="{C23FAB2A-4200-9B50-4968-B8E6BE6C82DB}"/>
              </a:ext>
            </a:extLst>
          </p:cNvPr>
          <p:cNvSpPr/>
          <p:nvPr/>
        </p:nvSpPr>
        <p:spPr>
          <a:xfrm>
            <a:off x="6819208" y="3385169"/>
            <a:ext cx="5207335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050" b="1" dirty="0">
                <a:solidFill>
                  <a:schemeClr val="tx1"/>
                </a:solidFill>
              </a:rPr>
              <a:t>ユーザー</a:t>
            </a:r>
            <a:r>
              <a:rPr kumimoji="1" lang="en-US" altLang="ja-JP" sz="1050" b="1" dirty="0">
                <a:solidFill>
                  <a:schemeClr val="tx1"/>
                </a:solidFill>
              </a:rPr>
              <a:t>FB</a:t>
            </a:r>
            <a:r>
              <a:rPr kumimoji="1" lang="ja-JP" altLang="en-US" sz="1050" b="1" dirty="0">
                <a:solidFill>
                  <a:schemeClr val="tx1"/>
                </a:solidFill>
              </a:rPr>
              <a:t>対応</a:t>
            </a:r>
            <a:r>
              <a:rPr lang="ja-JP" altLang="en-US" sz="1050" b="1" dirty="0">
                <a:solidFill>
                  <a:schemeClr val="tx1"/>
                </a:solidFill>
              </a:rPr>
              <a:t>、</a:t>
            </a:r>
            <a:r>
              <a:rPr kumimoji="1" lang="ja-JP" altLang="en-US" sz="1050" b="1" dirty="0">
                <a:solidFill>
                  <a:schemeClr val="tx1"/>
                </a:solidFill>
              </a:rPr>
              <a:t>号口トライ支援</a:t>
            </a:r>
            <a:endParaRPr kumimoji="1" lang="en-US" altLang="ja-JP" sz="1050" b="1" dirty="0">
              <a:solidFill>
                <a:schemeClr val="tx1"/>
              </a:solidFill>
            </a:endParaRPr>
          </a:p>
        </p:txBody>
      </p:sp>
      <p:sp>
        <p:nvSpPr>
          <p:cNvPr id="16" name="ホームベース 123">
            <a:extLst>
              <a:ext uri="{FF2B5EF4-FFF2-40B4-BE49-F238E27FC236}">
                <a16:creationId xmlns:a16="http://schemas.microsoft.com/office/drawing/2014/main" id="{67501A31-787E-5625-C14B-92792DB49CBE}"/>
              </a:ext>
            </a:extLst>
          </p:cNvPr>
          <p:cNvSpPr/>
          <p:nvPr/>
        </p:nvSpPr>
        <p:spPr>
          <a:xfrm>
            <a:off x="8621075" y="2194295"/>
            <a:ext cx="834690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50" b="1">
                <a:solidFill>
                  <a:schemeClr val="tx1"/>
                </a:solidFill>
              </a:rPr>
              <a:t>PoC</a:t>
            </a:r>
            <a:r>
              <a:rPr kumimoji="1" lang="ja-JP" altLang="en-US" sz="1050" b="1">
                <a:solidFill>
                  <a:schemeClr val="tx1"/>
                </a:solidFill>
              </a:rPr>
              <a:t>開発</a:t>
            </a:r>
            <a:endParaRPr kumimoji="1" lang="ja-JP" altLang="en-US" sz="1050" b="1" dirty="0">
              <a:solidFill>
                <a:schemeClr val="tx1"/>
              </a:solidFill>
            </a:endParaRPr>
          </a:p>
        </p:txBody>
      </p:sp>
      <p:sp>
        <p:nvSpPr>
          <p:cNvPr id="17" name="ホームベース 123">
            <a:extLst>
              <a:ext uri="{FF2B5EF4-FFF2-40B4-BE49-F238E27FC236}">
                <a16:creationId xmlns:a16="http://schemas.microsoft.com/office/drawing/2014/main" id="{815829C1-565C-FFC9-FCE5-C8E4391D0664}"/>
              </a:ext>
            </a:extLst>
          </p:cNvPr>
          <p:cNvSpPr/>
          <p:nvPr/>
        </p:nvSpPr>
        <p:spPr>
          <a:xfrm>
            <a:off x="8620471" y="1833279"/>
            <a:ext cx="823247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050" b="1">
                <a:solidFill>
                  <a:schemeClr val="tx1"/>
                </a:solidFill>
              </a:rPr>
              <a:t>効果確認・</a:t>
            </a:r>
            <a:endParaRPr kumimoji="1" lang="en-US" altLang="ja-JP" sz="1050" b="1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050" b="1">
                <a:solidFill>
                  <a:schemeClr val="tx1"/>
                </a:solidFill>
              </a:rPr>
              <a:t>対策準備</a:t>
            </a:r>
            <a:endParaRPr kumimoji="1" lang="ja-JP" altLang="en-US" sz="1050" b="1" dirty="0">
              <a:solidFill>
                <a:schemeClr val="tx1"/>
              </a:solidFill>
            </a:endParaRPr>
          </a:p>
        </p:txBody>
      </p:sp>
      <p:sp>
        <p:nvSpPr>
          <p:cNvPr id="19" name="ホームベース 123">
            <a:extLst>
              <a:ext uri="{FF2B5EF4-FFF2-40B4-BE49-F238E27FC236}">
                <a16:creationId xmlns:a16="http://schemas.microsoft.com/office/drawing/2014/main" id="{B53AA058-A9EC-BB3D-423D-1EECFE8B1709}"/>
              </a:ext>
            </a:extLst>
          </p:cNvPr>
          <p:cNvSpPr/>
          <p:nvPr/>
        </p:nvSpPr>
        <p:spPr>
          <a:xfrm>
            <a:off x="10778721" y="2197188"/>
            <a:ext cx="1299256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</a:rPr>
              <a:t>運用サポート</a:t>
            </a:r>
            <a:r>
              <a:rPr kumimoji="1" lang="en-US" altLang="ja-JP" sz="900">
                <a:solidFill>
                  <a:schemeClr val="tx1"/>
                </a:solidFill>
              </a:rPr>
              <a:t>&amp;</a:t>
            </a:r>
            <a:r>
              <a:rPr kumimoji="1" lang="ja-JP" altLang="en-US" sz="900">
                <a:solidFill>
                  <a:schemeClr val="tx1"/>
                </a:solidFill>
              </a:rPr>
              <a:t>ツール改善</a:t>
            </a:r>
          </a:p>
        </p:txBody>
      </p:sp>
      <p:sp>
        <p:nvSpPr>
          <p:cNvPr id="20" name="ホームベース 123">
            <a:extLst>
              <a:ext uri="{FF2B5EF4-FFF2-40B4-BE49-F238E27FC236}">
                <a16:creationId xmlns:a16="http://schemas.microsoft.com/office/drawing/2014/main" id="{07E9F950-1689-4647-BE6E-19CC34C840B8}"/>
              </a:ext>
            </a:extLst>
          </p:cNvPr>
          <p:cNvSpPr/>
          <p:nvPr/>
        </p:nvSpPr>
        <p:spPr>
          <a:xfrm>
            <a:off x="9456363" y="2188049"/>
            <a:ext cx="1318114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</a:rPr>
              <a:t>効果確認・対策準備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2" name="ホームベース 123">
            <a:extLst>
              <a:ext uri="{FF2B5EF4-FFF2-40B4-BE49-F238E27FC236}">
                <a16:creationId xmlns:a16="http://schemas.microsoft.com/office/drawing/2014/main" id="{4A17C0D8-8A7D-A3F1-4577-4CF07AA653F2}"/>
              </a:ext>
            </a:extLst>
          </p:cNvPr>
          <p:cNvSpPr/>
          <p:nvPr/>
        </p:nvSpPr>
        <p:spPr>
          <a:xfrm>
            <a:off x="7298118" y="2194125"/>
            <a:ext cx="1322353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50" b="1">
                <a:solidFill>
                  <a:schemeClr val="tx1"/>
                </a:solidFill>
              </a:rPr>
              <a:t>GTS</a:t>
            </a:r>
            <a:r>
              <a:rPr kumimoji="1" lang="ja-JP" altLang="en-US" sz="1050" b="1">
                <a:solidFill>
                  <a:schemeClr val="tx1"/>
                </a:solidFill>
              </a:rPr>
              <a:t>カスタマイズ</a:t>
            </a:r>
            <a:endParaRPr kumimoji="1" lang="en-US" altLang="ja-JP" sz="1050" b="1">
              <a:solidFill>
                <a:schemeClr val="tx1"/>
              </a:solidFill>
            </a:endParaRPr>
          </a:p>
          <a:p>
            <a:pPr algn="ctr"/>
            <a:r>
              <a:rPr lang="ja-JP" altLang="en-US" sz="1050" b="1">
                <a:solidFill>
                  <a:schemeClr val="tx1"/>
                </a:solidFill>
              </a:rPr>
              <a:t>車両引当検討</a:t>
            </a:r>
            <a:endParaRPr kumimoji="1" lang="ja-JP" altLang="en-US" sz="1050" b="1" dirty="0">
              <a:solidFill>
                <a:schemeClr val="tx1"/>
              </a:solidFill>
            </a:endParaRPr>
          </a:p>
        </p:txBody>
      </p:sp>
      <p:sp>
        <p:nvSpPr>
          <p:cNvPr id="23" name="ホームベース 123">
            <a:extLst>
              <a:ext uri="{FF2B5EF4-FFF2-40B4-BE49-F238E27FC236}">
                <a16:creationId xmlns:a16="http://schemas.microsoft.com/office/drawing/2014/main" id="{833462DD-C35D-FD7B-C065-2C740A38347A}"/>
              </a:ext>
            </a:extLst>
          </p:cNvPr>
          <p:cNvSpPr/>
          <p:nvPr/>
        </p:nvSpPr>
        <p:spPr>
          <a:xfrm>
            <a:off x="8717606" y="300365"/>
            <a:ext cx="965975" cy="298272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bg1"/>
                </a:solidFill>
              </a:rPr>
              <a:t>DIT</a:t>
            </a:r>
            <a:r>
              <a:rPr kumimoji="1" lang="ja-JP" altLang="en-US" sz="900">
                <a:solidFill>
                  <a:schemeClr val="bg1"/>
                </a:solidFill>
              </a:rPr>
              <a:t>案件で号口化</a:t>
            </a:r>
            <a:endParaRPr kumimoji="1" lang="en-US" altLang="ja-JP" sz="900">
              <a:solidFill>
                <a:schemeClr val="bg1"/>
              </a:solidFill>
            </a:endParaRPr>
          </a:p>
        </p:txBody>
      </p:sp>
      <p:sp>
        <p:nvSpPr>
          <p:cNvPr id="24" name="ホームベース 123">
            <a:extLst>
              <a:ext uri="{FF2B5EF4-FFF2-40B4-BE49-F238E27FC236}">
                <a16:creationId xmlns:a16="http://schemas.microsoft.com/office/drawing/2014/main" id="{4FF2E5CC-BFB1-0D98-2346-FD853B912D7A}"/>
              </a:ext>
            </a:extLst>
          </p:cNvPr>
          <p:cNvSpPr/>
          <p:nvPr/>
        </p:nvSpPr>
        <p:spPr>
          <a:xfrm>
            <a:off x="8143143" y="5674921"/>
            <a:ext cx="1312622" cy="298272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bg1"/>
                </a:solidFill>
              </a:rPr>
              <a:t>DIT</a:t>
            </a:r>
            <a:r>
              <a:rPr kumimoji="1" lang="ja-JP" altLang="en-US" sz="900">
                <a:solidFill>
                  <a:schemeClr val="bg1"/>
                </a:solidFill>
              </a:rPr>
              <a:t>案件で号口化</a:t>
            </a:r>
            <a:endParaRPr kumimoji="1" lang="en-US" altLang="ja-JP" sz="900">
              <a:solidFill>
                <a:schemeClr val="bg1"/>
              </a:solidFill>
            </a:endParaRPr>
          </a:p>
        </p:txBody>
      </p:sp>
      <p:sp>
        <p:nvSpPr>
          <p:cNvPr id="25" name="ホームベース 123">
            <a:extLst>
              <a:ext uri="{FF2B5EF4-FFF2-40B4-BE49-F238E27FC236}">
                <a16:creationId xmlns:a16="http://schemas.microsoft.com/office/drawing/2014/main" id="{6BA3BB42-4E90-3586-B0E0-FC0CDAF909F6}"/>
              </a:ext>
            </a:extLst>
          </p:cNvPr>
          <p:cNvSpPr/>
          <p:nvPr/>
        </p:nvSpPr>
        <p:spPr>
          <a:xfrm>
            <a:off x="8142837" y="4819044"/>
            <a:ext cx="1312623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900" b="1">
                <a:solidFill>
                  <a:schemeClr val="tx1"/>
                </a:solidFill>
              </a:rPr>
              <a:t>要件定義</a:t>
            </a:r>
            <a:endParaRPr lang="en-US" altLang="ja-JP" sz="900" b="1">
              <a:solidFill>
                <a:schemeClr val="tx1"/>
              </a:solidFill>
            </a:endParaRPr>
          </a:p>
          <a:p>
            <a:pPr algn="ctr"/>
            <a:r>
              <a:rPr lang="ja-JP" altLang="en-US" sz="900" b="1">
                <a:solidFill>
                  <a:schemeClr val="tx1"/>
                </a:solidFill>
              </a:rPr>
              <a:t>（</a:t>
            </a:r>
            <a:r>
              <a:rPr lang="en-US" altLang="ja-JP" sz="900" b="1">
                <a:solidFill>
                  <a:schemeClr val="tx1"/>
                </a:solidFill>
              </a:rPr>
              <a:t>ADAS</a:t>
            </a:r>
            <a:r>
              <a:rPr lang="ja-JP" altLang="en-US" sz="900" b="1">
                <a:solidFill>
                  <a:schemeClr val="tx1"/>
                </a:solidFill>
              </a:rPr>
              <a:t>機能評価）</a:t>
            </a:r>
            <a:endParaRPr kumimoji="1" lang="ja-JP" altLang="en-US" sz="900" b="1">
              <a:solidFill>
                <a:schemeClr val="tx1"/>
              </a:solidFill>
            </a:endParaRPr>
          </a:p>
        </p:txBody>
      </p:sp>
      <p:sp>
        <p:nvSpPr>
          <p:cNvPr id="28" name="ホームベース 123">
            <a:extLst>
              <a:ext uri="{FF2B5EF4-FFF2-40B4-BE49-F238E27FC236}">
                <a16:creationId xmlns:a16="http://schemas.microsoft.com/office/drawing/2014/main" id="{5C733BFF-9342-6DD9-E028-7CD73FAF4BB6}"/>
              </a:ext>
            </a:extLst>
          </p:cNvPr>
          <p:cNvSpPr/>
          <p:nvPr/>
        </p:nvSpPr>
        <p:spPr>
          <a:xfrm>
            <a:off x="9464275" y="4819044"/>
            <a:ext cx="2586550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</a:rPr>
              <a:t>PoC</a:t>
            </a:r>
            <a:r>
              <a:rPr lang="ja-JP" altLang="en-US" sz="900">
                <a:solidFill>
                  <a:schemeClr val="tx1"/>
                </a:solidFill>
              </a:rPr>
              <a:t>開発（</a:t>
            </a:r>
            <a:r>
              <a:rPr lang="en-US" altLang="ja-JP" sz="900">
                <a:solidFill>
                  <a:schemeClr val="tx1"/>
                </a:solidFill>
              </a:rPr>
              <a:t>ADAS</a:t>
            </a:r>
            <a:r>
              <a:rPr lang="ja-JP" altLang="en-US" sz="900">
                <a:solidFill>
                  <a:schemeClr val="tx1"/>
                </a:solidFill>
              </a:rPr>
              <a:t>機能評価）</a:t>
            </a:r>
            <a:endParaRPr kumimoji="1" lang="ja-JP" altLang="en-US" sz="900">
              <a:solidFill>
                <a:schemeClr val="tx1"/>
              </a:solidFill>
            </a:endParaRPr>
          </a:p>
        </p:txBody>
      </p:sp>
      <p:sp>
        <p:nvSpPr>
          <p:cNvPr id="9" name="ホームベース 123">
            <a:extLst>
              <a:ext uri="{FF2B5EF4-FFF2-40B4-BE49-F238E27FC236}">
                <a16:creationId xmlns:a16="http://schemas.microsoft.com/office/drawing/2014/main" id="{112BE35E-1D62-FAAC-EE36-CF61F94B94EB}"/>
              </a:ext>
            </a:extLst>
          </p:cNvPr>
          <p:cNvSpPr/>
          <p:nvPr/>
        </p:nvSpPr>
        <p:spPr>
          <a:xfrm>
            <a:off x="4201036" y="5327235"/>
            <a:ext cx="3258587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PoC</a:t>
            </a:r>
            <a:r>
              <a:rPr kumimoji="1" lang="ja-JP" altLang="en-US" sz="900">
                <a:solidFill>
                  <a:schemeClr val="tx1"/>
                </a:solidFill>
              </a:rPr>
              <a:t>開発 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(</a:t>
            </a:r>
            <a:r>
              <a:rPr kumimoji="1" lang="ja-JP" altLang="en-US" sz="900">
                <a:solidFill>
                  <a:schemeClr val="tx1"/>
                </a:solidFill>
              </a:rPr>
              <a:t>部品リスト出力</a:t>
            </a:r>
            <a:r>
              <a:rPr lang="en-US" altLang="ja-JP" sz="900">
                <a:solidFill>
                  <a:schemeClr val="tx1"/>
                </a:solidFill>
              </a:rPr>
              <a:t>)</a:t>
            </a:r>
            <a:endParaRPr kumimoji="1" lang="ja-JP" altLang="en-US" sz="900">
              <a:solidFill>
                <a:schemeClr val="tx1"/>
              </a:solidFill>
            </a:endParaRPr>
          </a:p>
        </p:txBody>
      </p:sp>
      <p:sp>
        <p:nvSpPr>
          <p:cNvPr id="18" name="ホームベース 123">
            <a:extLst>
              <a:ext uri="{FF2B5EF4-FFF2-40B4-BE49-F238E27FC236}">
                <a16:creationId xmlns:a16="http://schemas.microsoft.com/office/drawing/2014/main" id="{05FFB803-2B43-02C3-BEFA-2904959CBEE3}"/>
              </a:ext>
            </a:extLst>
          </p:cNvPr>
          <p:cNvSpPr/>
          <p:nvPr/>
        </p:nvSpPr>
        <p:spPr>
          <a:xfrm>
            <a:off x="8120560" y="5327235"/>
            <a:ext cx="1328011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50" b="1" dirty="0">
                <a:solidFill>
                  <a:schemeClr val="tx1"/>
                </a:solidFill>
              </a:rPr>
              <a:t>PoC</a:t>
            </a:r>
            <a:r>
              <a:rPr kumimoji="1" lang="ja-JP" altLang="en-US" sz="1050" b="1" dirty="0">
                <a:solidFill>
                  <a:schemeClr val="tx1"/>
                </a:solidFill>
              </a:rPr>
              <a:t>開発</a:t>
            </a:r>
            <a:endParaRPr kumimoji="1" lang="en-US" altLang="ja-JP" sz="1050" b="1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050" b="1">
                <a:solidFill>
                  <a:schemeClr val="tx1"/>
                </a:solidFill>
              </a:rPr>
              <a:t> </a:t>
            </a:r>
            <a:r>
              <a:rPr kumimoji="1" lang="en-US" altLang="ja-JP" sz="1050" b="1">
                <a:solidFill>
                  <a:schemeClr val="tx1"/>
                </a:solidFill>
              </a:rPr>
              <a:t>(</a:t>
            </a:r>
            <a:r>
              <a:rPr lang="en-US" altLang="ja-JP" sz="1050" b="1">
                <a:solidFill>
                  <a:schemeClr val="tx1"/>
                </a:solidFill>
              </a:rPr>
              <a:t>RC</a:t>
            </a:r>
            <a:r>
              <a:rPr lang="ja-JP" altLang="en-US" sz="1050" b="1" dirty="0">
                <a:solidFill>
                  <a:schemeClr val="tx1"/>
                </a:solidFill>
              </a:rPr>
              <a:t>フェーズ</a:t>
            </a:r>
            <a:r>
              <a:rPr lang="en-US" altLang="ja-JP" sz="1050" b="1" dirty="0">
                <a:solidFill>
                  <a:schemeClr val="tx1"/>
                </a:solidFill>
              </a:rPr>
              <a:t>)</a:t>
            </a:r>
            <a:endParaRPr kumimoji="1" lang="ja-JP" altLang="en-US" sz="1050" b="1" dirty="0">
              <a:solidFill>
                <a:schemeClr val="tx1"/>
              </a:solidFill>
            </a:endParaRPr>
          </a:p>
        </p:txBody>
      </p:sp>
      <p:sp>
        <p:nvSpPr>
          <p:cNvPr id="31" name="ホームベース 123">
            <a:extLst>
              <a:ext uri="{FF2B5EF4-FFF2-40B4-BE49-F238E27FC236}">
                <a16:creationId xmlns:a16="http://schemas.microsoft.com/office/drawing/2014/main" id="{612511A6-28AD-5ACB-6A08-2344384E4442}"/>
              </a:ext>
            </a:extLst>
          </p:cNvPr>
          <p:cNvSpPr/>
          <p:nvPr/>
        </p:nvSpPr>
        <p:spPr>
          <a:xfrm>
            <a:off x="7459623" y="5327235"/>
            <a:ext cx="673405" cy="294884"/>
          </a:xfrm>
          <a:prstGeom prst="homePlate">
            <a:avLst>
              <a:gd name="adj" fmla="val 3494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PoC</a:t>
            </a:r>
            <a:r>
              <a:rPr kumimoji="1" lang="ja-JP" altLang="en-US" sz="900">
                <a:solidFill>
                  <a:schemeClr val="tx1"/>
                </a:solidFill>
              </a:rPr>
              <a:t>開発 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(</a:t>
            </a:r>
            <a:r>
              <a:rPr kumimoji="1" lang="ja-JP" altLang="en-US" sz="900">
                <a:solidFill>
                  <a:schemeClr val="tx1"/>
                </a:solidFill>
              </a:rPr>
              <a:t>前モデル流用</a:t>
            </a:r>
            <a:r>
              <a:rPr lang="en-US" altLang="ja-JP" sz="900">
                <a:solidFill>
                  <a:schemeClr val="tx1"/>
                </a:solidFill>
              </a:rPr>
              <a:t>)</a:t>
            </a:r>
            <a:endParaRPr kumimoji="1" lang="ja-JP" altLang="en-US" sz="900">
              <a:solidFill>
                <a:schemeClr val="tx1"/>
              </a:solidFill>
            </a:endParaRPr>
          </a:p>
        </p:txBody>
      </p:sp>
      <p:sp>
        <p:nvSpPr>
          <p:cNvPr id="1025" name="正方形/長方形 1024">
            <a:extLst>
              <a:ext uri="{FF2B5EF4-FFF2-40B4-BE49-F238E27FC236}">
                <a16:creationId xmlns:a16="http://schemas.microsoft.com/office/drawing/2014/main" id="{9BC7FA3E-8C45-9740-82EA-B6A052449F85}"/>
              </a:ext>
            </a:extLst>
          </p:cNvPr>
          <p:cNvSpPr/>
          <p:nvPr/>
        </p:nvSpPr>
        <p:spPr>
          <a:xfrm>
            <a:off x="8122894" y="1388666"/>
            <a:ext cx="1326122" cy="508626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934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6BE7-A858-DB8B-4FDB-4F117D249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4C2CC62-DB5E-BDB9-D839-E95604B238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 dirty="0"/>
              <a:t>３．</a:t>
            </a:r>
            <a:r>
              <a:rPr kumimoji="1" lang="ja-JP" altLang="en-US" dirty="0"/>
              <a:t>活動内容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451BF215-A27E-90F8-8593-26AF47F97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252271"/>
              </p:ext>
            </p:extLst>
          </p:nvPr>
        </p:nvGraphicFramePr>
        <p:xfrm>
          <a:off x="704142" y="1123025"/>
          <a:ext cx="10954265" cy="4967081"/>
        </p:xfrm>
        <a:graphic>
          <a:graphicData uri="http://schemas.openxmlformats.org/drawingml/2006/table">
            <a:tbl>
              <a:tblPr firstRow="1" lastRow="1" bandRow="1">
                <a:tableStyleId>{93296810-A885-4BE3-A3E7-6D5BEEA58F35}</a:tableStyleId>
              </a:tblPr>
              <a:tblGrid>
                <a:gridCol w="438088">
                  <a:extLst>
                    <a:ext uri="{9D8B030D-6E8A-4147-A177-3AD203B41FA5}">
                      <a16:colId xmlns:a16="http://schemas.microsoft.com/office/drawing/2014/main" val="213112904"/>
                    </a:ext>
                  </a:extLst>
                </a:gridCol>
                <a:gridCol w="2081468">
                  <a:extLst>
                    <a:ext uri="{9D8B030D-6E8A-4147-A177-3AD203B41FA5}">
                      <a16:colId xmlns:a16="http://schemas.microsoft.com/office/drawing/2014/main" val="4193504277"/>
                    </a:ext>
                  </a:extLst>
                </a:gridCol>
                <a:gridCol w="5683696">
                  <a:extLst>
                    <a:ext uri="{9D8B030D-6E8A-4147-A177-3AD203B41FA5}">
                      <a16:colId xmlns:a16="http://schemas.microsoft.com/office/drawing/2014/main" val="1984160816"/>
                    </a:ext>
                  </a:extLst>
                </a:gridCol>
                <a:gridCol w="1639825">
                  <a:extLst>
                    <a:ext uri="{9D8B030D-6E8A-4147-A177-3AD203B41FA5}">
                      <a16:colId xmlns:a16="http://schemas.microsoft.com/office/drawing/2014/main" val="2555585654"/>
                    </a:ext>
                  </a:extLst>
                </a:gridCol>
                <a:gridCol w="1111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14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No.</a:t>
                      </a:r>
                      <a:endParaRPr kumimoji="1" lang="ja-JP" altLang="en-US" sz="1400" dirty="0"/>
                    </a:p>
                  </a:txBody>
                  <a:tcPr marL="46800" marR="468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分類</a:t>
                      </a:r>
                      <a:endParaRPr kumimoji="1" lang="ja-JP" altLang="en-US" sz="1400" dirty="0"/>
                    </a:p>
                  </a:txBody>
                  <a:tcPr marL="46800" marR="468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実施内容</a:t>
                      </a:r>
                      <a:endParaRPr kumimoji="1" lang="ja-JP" altLang="en-US" sz="1400" dirty="0"/>
                    </a:p>
                  </a:txBody>
                  <a:tcPr marL="46800" marR="468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成果物</a:t>
                      </a:r>
                    </a:p>
                  </a:txBody>
                  <a:tcPr marL="46800" marR="468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工数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人月</a:t>
                      </a:r>
                      <a:r>
                        <a:rPr kumimoji="1" lang="en-US" altLang="ja-JP" sz="1400" dirty="0"/>
                        <a:t>)</a:t>
                      </a:r>
                      <a:endParaRPr kumimoji="1" lang="ja-JP" altLang="en-US" sz="1400" dirty="0"/>
                    </a:p>
                  </a:txBody>
                  <a:tcPr marL="46800" marR="468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076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400" dirty="0">
                          <a:solidFill>
                            <a:srgbClr val="1A1A1A"/>
                          </a:solidFill>
                          <a:effectLst/>
                          <a:latin typeface="OpenSans"/>
                        </a:rPr>
                        <a:t>1</a:t>
                      </a:r>
                      <a:endParaRPr lang="ja-JP" altLang="en-US" sz="140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kumimoji="1" lang="ja-JP" altLang="en-US" sz="1400" b="0" dirty="0"/>
                        <a:t>①</a:t>
                      </a:r>
                      <a:r>
                        <a:rPr lang="ja-JP" altLang="en-US" sz="1400" b="0" dirty="0"/>
                        <a:t>制御仕様書</a:t>
                      </a:r>
                      <a:r>
                        <a:rPr lang="en-US" altLang="ja-JP" sz="1400" b="0" dirty="0"/>
                        <a:t>OMUSVI</a:t>
                      </a:r>
                      <a:endParaRPr lang="ja-JP" altLang="en-US" sz="1400" b="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400" b="1" strike="noStrike" dirty="0">
                          <a:solidFill>
                            <a:schemeClr val="tx1"/>
                          </a:solidFill>
                        </a:rPr>
                        <a:t>DTC U</a:t>
                      </a:r>
                      <a:r>
                        <a:rPr kumimoji="1" lang="ja-JP" altLang="en-US" sz="1400" b="1" strike="noStrike" dirty="0">
                          <a:solidFill>
                            <a:schemeClr val="tx1"/>
                          </a:solidFill>
                        </a:rPr>
                        <a:t>コード車両引当</a:t>
                      </a:r>
                      <a:endParaRPr kumimoji="1" lang="en-US" altLang="ja-JP" sz="1400" b="1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400" strike="noStrike">
                          <a:solidFill>
                            <a:srgbClr val="FF0000"/>
                          </a:solidFill>
                        </a:rPr>
                        <a:t>・サービス部の号口トライ準備支援（</a:t>
                      </a:r>
                      <a:r>
                        <a:rPr kumimoji="1" lang="en-US" altLang="ja-JP" sz="1400" strike="noStrike">
                          <a:solidFill>
                            <a:srgbClr val="FF0000"/>
                          </a:solidFill>
                        </a:rPr>
                        <a:t>w/</a:t>
                      </a:r>
                      <a:r>
                        <a:rPr kumimoji="1" lang="ja-JP" altLang="en-US" sz="1400" strike="noStrike">
                          <a:solidFill>
                            <a:srgbClr val="FF0000"/>
                          </a:solidFill>
                        </a:rPr>
                        <a:t>サービス部、</a:t>
                      </a:r>
                      <a:r>
                        <a:rPr kumimoji="1" lang="en-US" altLang="ja-JP" sz="1400" strike="noStrike">
                          <a:solidFill>
                            <a:srgbClr val="FF0000"/>
                          </a:solidFill>
                        </a:rPr>
                        <a:t>DIT</a:t>
                      </a:r>
                      <a:r>
                        <a:rPr kumimoji="1" lang="ja-JP" altLang="en-US" sz="1400" strike="noStrike">
                          <a:solidFill>
                            <a:srgbClr val="FF0000"/>
                          </a:solidFill>
                        </a:rPr>
                        <a:t>）</a:t>
                      </a:r>
                      <a:endParaRPr kumimoji="1" lang="en-US" altLang="ja-JP" sz="1400" strike="noStrike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400" b="1" strike="noStrike">
                          <a:solidFill>
                            <a:srgbClr val="FF0000"/>
                          </a:solidFill>
                        </a:rPr>
                        <a:t>DTC B,C,P</a:t>
                      </a:r>
                      <a:r>
                        <a:rPr kumimoji="1" lang="ja-JP" altLang="en-US" sz="1400" b="1" strike="noStrike">
                          <a:solidFill>
                            <a:srgbClr val="FF0000"/>
                          </a:solidFill>
                        </a:rPr>
                        <a:t>コード車両引当</a:t>
                      </a:r>
                      <a:endParaRPr kumimoji="1" lang="en-US" altLang="ja-JP" sz="1400" b="1" strike="noStrike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400" b="0" strike="noStrike">
                          <a:solidFill>
                            <a:srgbClr val="FF0000"/>
                          </a:solidFill>
                        </a:rPr>
                        <a:t>・トライ、効果確認、対策準備</a:t>
                      </a:r>
                      <a:endParaRPr kumimoji="1" lang="en-US" altLang="ja-JP" sz="1400" b="0" strike="noStrike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400" b="1" strike="noStrike">
                          <a:solidFill>
                            <a:srgbClr val="FF0000"/>
                          </a:solidFill>
                        </a:rPr>
                        <a:t>GTS</a:t>
                      </a:r>
                      <a:r>
                        <a:rPr kumimoji="1" lang="ja-JP" altLang="en-US" sz="1400" b="1" strike="noStrike">
                          <a:solidFill>
                            <a:srgbClr val="FF0000"/>
                          </a:solidFill>
                        </a:rPr>
                        <a:t>カスタマイズ車両引当</a:t>
                      </a:r>
                      <a:endParaRPr kumimoji="1" lang="en-US" altLang="ja-JP" sz="1400" b="1" strike="noStrike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400" b="0" strike="noStrike">
                          <a:solidFill>
                            <a:srgbClr val="FF0000"/>
                          </a:solidFill>
                        </a:rPr>
                        <a:t>・</a:t>
                      </a:r>
                      <a:r>
                        <a:rPr kumimoji="1" lang="ja-JP" altLang="en-US" sz="1400">
                          <a:solidFill>
                            <a:srgbClr val="FF0000"/>
                          </a:solidFill>
                        </a:rPr>
                        <a:t>課題</a:t>
                      </a:r>
                      <a:r>
                        <a:rPr kumimoji="1" lang="ja-JP" altLang="en-US" sz="1400" dirty="0">
                          <a:solidFill>
                            <a:srgbClr val="FF0000"/>
                          </a:solidFill>
                        </a:rPr>
                        <a:t>把握、対策</a:t>
                      </a:r>
                      <a:r>
                        <a:rPr kumimoji="1" lang="ja-JP" altLang="en-US" sz="1400">
                          <a:solidFill>
                            <a:srgbClr val="FF0000"/>
                          </a:solidFill>
                        </a:rPr>
                        <a:t>案検討、効果試算、</a:t>
                      </a:r>
                      <a:r>
                        <a:rPr kumimoji="1" lang="en-US" altLang="ja-JP" sz="1400">
                          <a:solidFill>
                            <a:srgbClr val="FF0000"/>
                          </a:solidFill>
                        </a:rPr>
                        <a:t>PoC</a:t>
                      </a:r>
                      <a:r>
                        <a:rPr kumimoji="1" lang="ja-JP" altLang="en-US" sz="1400">
                          <a:solidFill>
                            <a:srgbClr val="FF0000"/>
                          </a:solidFill>
                        </a:rPr>
                        <a:t>開発、トライ</a:t>
                      </a:r>
                      <a:endParaRPr kumimoji="1" lang="en-US" altLang="ja-JP" sz="1400" dirty="0">
                        <a:solidFill>
                          <a:srgbClr val="FF0000"/>
                        </a:solidFill>
                      </a:endParaRPr>
                    </a:p>
                  </a:txBody>
                  <a:tcPr marL="46800" marR="46800" marT="36000" marB="36000" anchor="ctr"/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・実施報告書及び</a:t>
                      </a:r>
                      <a:b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各種付随資料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</a:endParaRPr>
                    </a:p>
                  </a:txBody>
                  <a:tcPr marL="46800" marR="46800" marT="36000" marB="36000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strike="noStrike" dirty="0">
                          <a:solidFill>
                            <a:schemeClr val="tx1"/>
                          </a:solidFill>
                        </a:rPr>
                        <a:t>5.00</a:t>
                      </a:r>
                    </a:p>
                  </a:txBody>
                  <a:tcPr marL="46800" marR="46800" marT="36000" marB="36000" anchor="ctr"/>
                </a:tc>
                <a:extLst>
                  <a:ext uri="{0D108BD9-81ED-4DB2-BD59-A6C34878D82A}">
                    <a16:rowId xmlns:a16="http://schemas.microsoft.com/office/drawing/2014/main" val="136377531"/>
                  </a:ext>
                </a:extLst>
              </a:tr>
              <a:tr h="505511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400">
                          <a:solidFill>
                            <a:srgbClr val="1A1A1A"/>
                          </a:solidFill>
                          <a:effectLst/>
                          <a:latin typeface="OpenSans"/>
                        </a:rPr>
                        <a:t>2</a:t>
                      </a:r>
                      <a:endParaRPr lang="ja-JP" altLang="en-US" sz="140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 anchor="ctr"/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kumimoji="1" lang="zh-TW" altLang="en-US" sz="1400" dirty="0">
                          <a:solidFill>
                            <a:schemeClr val="tx1"/>
                          </a:solidFill>
                        </a:rPr>
                        <a:t>②法規認証</a:t>
                      </a:r>
                      <a:r>
                        <a:rPr kumimoji="1" lang="en-US" altLang="zh-TW" sz="1400" dirty="0">
                          <a:solidFill>
                            <a:schemeClr val="tx1"/>
                          </a:solidFill>
                        </a:rPr>
                        <a:t>TPS</a:t>
                      </a:r>
                      <a:r>
                        <a:rPr kumimoji="1" lang="zh-TW" altLang="en-US" sz="1400" dirty="0">
                          <a:solidFill>
                            <a:schemeClr val="tx1"/>
                          </a:solidFill>
                        </a:rPr>
                        <a:t>活動</a:t>
                      </a:r>
                      <a:endParaRPr kumimoji="1"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pPr algn="l" fontAlgn="t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  <a:effectLst/>
                          <a:latin typeface="OpenSans"/>
                        </a:rPr>
                        <a:t>　②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effectLst/>
                          <a:latin typeface="OpenSans"/>
                        </a:rPr>
                        <a:t>-1.</a:t>
                      </a:r>
                      <a:r>
                        <a:rPr lang="en-US" altLang="ja-JP" sz="1400" b="1" dirty="0"/>
                        <a:t> </a:t>
                      </a:r>
                      <a:r>
                        <a:rPr lang="en-US" altLang="ja-JP" sz="1400" b="0" dirty="0"/>
                        <a:t>ADAS</a:t>
                      </a:r>
                      <a:r>
                        <a:rPr lang="ja-JP" altLang="en-US" sz="1400" b="0" dirty="0"/>
                        <a:t>認証に関する</a:t>
                      </a:r>
                      <a:endParaRPr lang="en-US" altLang="ja-JP" sz="1400" b="0" dirty="0"/>
                    </a:p>
                    <a:p>
                      <a:pPr algn="l" fontAlgn="t"/>
                      <a:r>
                        <a:rPr lang="ja-JP" altLang="en-US" sz="1400" b="0" dirty="0"/>
                        <a:t>　　　　　活動</a:t>
                      </a:r>
                      <a:endParaRPr lang="ja-JP" altLang="en-US" sz="1400" b="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400" b="1" dirty="0">
                          <a:solidFill>
                            <a:schemeClr val="tx1"/>
                          </a:solidFill>
                        </a:rPr>
                        <a:t>車両仕様チェック</a:t>
                      </a:r>
                      <a:endParaRPr kumimoji="1" lang="en-US" altLang="ja-JP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400" strike="noStrike" dirty="0">
                          <a:solidFill>
                            <a:schemeClr val="tx1"/>
                          </a:solidFill>
                        </a:rPr>
                        <a:t>・ユーザー</a:t>
                      </a:r>
                      <a:r>
                        <a:rPr kumimoji="1" lang="en-US" altLang="ja-JP" sz="1400" strike="noStrike" dirty="0">
                          <a:solidFill>
                            <a:schemeClr val="tx1"/>
                          </a:solidFill>
                        </a:rPr>
                        <a:t>FB</a:t>
                      </a:r>
                      <a:r>
                        <a:rPr kumimoji="1" lang="ja-JP" altLang="en-US" sz="1400" strike="noStrike" dirty="0">
                          <a:solidFill>
                            <a:schemeClr val="tx1"/>
                          </a:solidFill>
                        </a:rPr>
                        <a:t>対応</a:t>
                      </a:r>
                      <a:endParaRPr kumimoji="1" lang="en-US" altLang="ja-JP" sz="140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400" strike="noStrike" dirty="0">
                          <a:solidFill>
                            <a:schemeClr val="tx1"/>
                          </a:solidFill>
                        </a:rPr>
                        <a:t>・号口トライ運用支援</a:t>
                      </a:r>
                    </a:p>
                  </a:txBody>
                  <a:tcPr marL="46800" marR="46800" marT="36000" marB="36000" anchor="ctr"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strike="noStrike" dirty="0">
                          <a:solidFill>
                            <a:schemeClr val="tx1"/>
                          </a:solidFill>
                        </a:rPr>
                        <a:t>2.00</a:t>
                      </a:r>
                      <a:endParaRPr lang="en-US" altLang="ja-JP" sz="160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marL="46800" marR="46800" marT="36000" marB="36000" anchor="ctr"/>
                </a:tc>
                <a:extLst>
                  <a:ext uri="{0D108BD9-81ED-4DB2-BD59-A6C34878D82A}">
                    <a16:rowId xmlns:a16="http://schemas.microsoft.com/office/drawing/2014/main" val="2541488785"/>
                  </a:ext>
                </a:extLst>
              </a:tr>
              <a:tr h="469628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400">
                          <a:solidFill>
                            <a:srgbClr val="1A1A1A"/>
                          </a:solidFill>
                          <a:effectLst/>
                          <a:latin typeface="OpenSans"/>
                        </a:rPr>
                        <a:t>3</a:t>
                      </a:r>
                      <a:endParaRPr lang="ja-JP" altLang="en-US" sz="140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 anchor="ctr"/>
                </a:tc>
                <a:tc vMerge="1">
                  <a:txBody>
                    <a:bodyPr/>
                    <a:lstStyle/>
                    <a:p>
                      <a:pPr algn="l" fontAlgn="t"/>
                      <a:endParaRPr lang="ja-JP" altLang="en-US" sz="1400" strike="sngStrike" dirty="0">
                        <a:solidFill>
                          <a:srgbClr val="FF0000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400" b="1" strike="noStrike" dirty="0">
                          <a:solidFill>
                            <a:schemeClr val="tx1"/>
                          </a:solidFill>
                        </a:rPr>
                        <a:t>G-CIS</a:t>
                      </a:r>
                      <a:r>
                        <a:rPr kumimoji="1" lang="ja-JP" altLang="en-US" sz="1400" b="1" strike="noStrike" dirty="0">
                          <a:solidFill>
                            <a:schemeClr val="tx1"/>
                          </a:solidFill>
                        </a:rPr>
                        <a:t>連携</a:t>
                      </a:r>
                      <a:endParaRPr kumimoji="1" lang="en-US" altLang="ja-JP" sz="1400" b="1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400" strike="noStrike">
                          <a:solidFill>
                            <a:srgbClr val="FF0000"/>
                          </a:solidFill>
                        </a:rPr>
                        <a:t>・</a:t>
                      </a:r>
                      <a:r>
                        <a:rPr kumimoji="1" lang="en-US" altLang="ja-JP" sz="1400" strike="noStrike">
                          <a:solidFill>
                            <a:srgbClr val="FF0000"/>
                          </a:solidFill>
                        </a:rPr>
                        <a:t>PoC</a:t>
                      </a:r>
                      <a:r>
                        <a:rPr kumimoji="1" lang="ja-JP" altLang="en-US" sz="1400" strike="noStrike">
                          <a:solidFill>
                            <a:srgbClr val="FF0000"/>
                          </a:solidFill>
                        </a:rPr>
                        <a:t>開発、トライ</a:t>
                      </a:r>
                      <a:endParaRPr kumimoji="1" lang="en-US" altLang="ja-JP" sz="1400" strike="noStrike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400" strike="noStrike">
                          <a:solidFill>
                            <a:srgbClr val="FF0000"/>
                          </a:solidFill>
                        </a:rPr>
                        <a:t>※AI</a:t>
                      </a:r>
                      <a:r>
                        <a:rPr kumimoji="1" lang="ja-JP" altLang="en-US" sz="1400" strike="noStrike">
                          <a:solidFill>
                            <a:srgbClr val="FF0000"/>
                          </a:solidFill>
                        </a:rPr>
                        <a:t>によるモックで要件整理することで検討工数低減（約</a:t>
                      </a:r>
                      <a:r>
                        <a:rPr kumimoji="1" lang="en-US" altLang="ja-JP" sz="1400" strike="noStrike">
                          <a:solidFill>
                            <a:srgbClr val="FF0000"/>
                          </a:solidFill>
                        </a:rPr>
                        <a:t>-1</a:t>
                      </a:r>
                      <a:r>
                        <a:rPr kumimoji="1" lang="ja-JP" altLang="en-US" sz="1400" strike="noStrike">
                          <a:solidFill>
                            <a:srgbClr val="FF0000"/>
                          </a:solidFill>
                        </a:rPr>
                        <a:t>人月）</a:t>
                      </a:r>
                      <a:endParaRPr kumimoji="1" lang="en-US" altLang="ja-JP" sz="1400" strike="noStrike" dirty="0">
                        <a:solidFill>
                          <a:srgbClr val="FF0000"/>
                        </a:solidFill>
                      </a:endParaRPr>
                    </a:p>
                  </a:txBody>
                  <a:tcPr marL="46800" marR="46800" marT="36000" marB="36000" anchor="ctr"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strike="sngStrike">
                          <a:solidFill>
                            <a:srgbClr val="FF0000"/>
                          </a:solidFill>
                        </a:rPr>
                        <a:t>9.50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strike="noStrike">
                          <a:solidFill>
                            <a:srgbClr val="FF0000"/>
                          </a:solidFill>
                        </a:rPr>
                        <a:t>→</a:t>
                      </a:r>
                      <a:endParaRPr lang="en-US" altLang="ja-JP" sz="1600" strike="noStrike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strike="noStrike">
                          <a:solidFill>
                            <a:srgbClr val="FF0000"/>
                          </a:solidFill>
                        </a:rPr>
                        <a:t>8.00</a:t>
                      </a:r>
                      <a:endParaRPr lang="en-US" altLang="ja-JP" sz="1600" strike="noStrike" dirty="0">
                        <a:solidFill>
                          <a:srgbClr val="FF0000"/>
                        </a:solidFill>
                      </a:endParaRPr>
                    </a:p>
                  </a:txBody>
                  <a:tcPr marL="46800" marR="46800" marT="36000" marB="36000" anchor="ctr"/>
                </a:tc>
                <a:extLst>
                  <a:ext uri="{0D108BD9-81ED-4DB2-BD59-A6C34878D82A}">
                    <a16:rowId xmlns:a16="http://schemas.microsoft.com/office/drawing/2014/main" val="359384394"/>
                  </a:ext>
                </a:extLst>
              </a:tr>
              <a:tr h="469628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400">
                          <a:solidFill>
                            <a:srgbClr val="1A1A1A"/>
                          </a:solidFill>
                          <a:effectLst/>
                          <a:latin typeface="OpenSans"/>
                        </a:rPr>
                        <a:t>4</a:t>
                      </a:r>
                      <a:endParaRPr lang="ja-JP" altLang="en-US" sz="140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 anchor="ctr"/>
                </a:tc>
                <a:tc vMerge="1">
                  <a:txBody>
                    <a:bodyPr/>
                    <a:lstStyle/>
                    <a:p>
                      <a:pPr algn="l" fontAlgn="t"/>
                      <a:endParaRPr lang="ja-JP" altLang="en-US" sz="1400" b="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400" b="1" strike="noStrike">
                          <a:solidFill>
                            <a:srgbClr val="FF0000"/>
                          </a:solidFill>
                        </a:rPr>
                        <a:t>ADAS</a:t>
                      </a:r>
                      <a:r>
                        <a:rPr kumimoji="1" lang="ja-JP" altLang="en-US" sz="1400" b="1" strike="noStrike">
                          <a:solidFill>
                            <a:srgbClr val="FF0000"/>
                          </a:solidFill>
                        </a:rPr>
                        <a:t>機能評価</a:t>
                      </a:r>
                      <a:endParaRPr kumimoji="1" lang="en-US" altLang="ja-JP" sz="1400" b="1" strike="noStrike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400" b="0" strike="noStrike">
                          <a:solidFill>
                            <a:srgbClr val="FF0000"/>
                          </a:solidFill>
                        </a:rPr>
                        <a:t>・要件定義、モック作成</a:t>
                      </a:r>
                      <a:endParaRPr kumimoji="1" lang="en-US" altLang="ja-JP" sz="1400" b="0" strike="noStrike" dirty="0">
                        <a:solidFill>
                          <a:srgbClr val="FF0000"/>
                        </a:solidFill>
                      </a:endParaRPr>
                    </a:p>
                  </a:txBody>
                  <a:tcPr marL="46800" marR="46800" marT="36000" marB="36000" anchor="ctr"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strike="noStrike">
                          <a:solidFill>
                            <a:srgbClr val="FF0000"/>
                          </a:solidFill>
                        </a:rPr>
                        <a:t>2.20</a:t>
                      </a:r>
                      <a:endParaRPr lang="en-US" altLang="ja-JP" sz="1600" strike="noStrike" dirty="0">
                        <a:solidFill>
                          <a:srgbClr val="FF0000"/>
                        </a:solidFill>
                      </a:endParaRPr>
                    </a:p>
                  </a:txBody>
                  <a:tcPr marL="46800" marR="46800" marT="36000" marB="36000" anchor="ctr"/>
                </a:tc>
                <a:extLst>
                  <a:ext uri="{0D108BD9-81ED-4DB2-BD59-A6C34878D82A}">
                    <a16:rowId xmlns:a16="http://schemas.microsoft.com/office/drawing/2014/main" val="207037570"/>
                  </a:ext>
                </a:extLst>
              </a:tr>
              <a:tr h="269488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400">
                          <a:solidFill>
                            <a:schemeClr val="tx1"/>
                          </a:solidFill>
                          <a:effectLst/>
                          <a:latin typeface="OpenSans"/>
                        </a:rPr>
                        <a:t>5</a:t>
                      </a:r>
                      <a:endParaRPr lang="ja-JP" altLang="en-US" sz="140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  <a:effectLst/>
                          <a:latin typeface="OpenSans"/>
                        </a:rPr>
                        <a:t>　②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effectLst/>
                          <a:latin typeface="OpenSans"/>
                        </a:rPr>
                        <a:t>-2.</a:t>
                      </a:r>
                      <a:r>
                        <a:rPr lang="en-US" altLang="ja-JP" sz="1400" b="0" dirty="0"/>
                        <a:t> SU</a:t>
                      </a:r>
                      <a:r>
                        <a:rPr lang="ja-JP" altLang="en-US" sz="1400" b="0" dirty="0"/>
                        <a:t>認証に関する</a:t>
                      </a:r>
                      <a:endParaRPr lang="en-US" altLang="ja-JP" sz="1400" b="0" dirty="0"/>
                    </a:p>
                    <a:p>
                      <a:r>
                        <a:rPr lang="ja-JP" altLang="en-US" sz="1400" b="0" dirty="0"/>
                        <a:t>　　　　　活動</a:t>
                      </a:r>
                      <a:endParaRPr lang="ja-JP" altLang="en-US" sz="1400" b="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400" b="1" strike="noStrike">
                          <a:solidFill>
                            <a:schemeClr val="tx1"/>
                          </a:solidFill>
                        </a:rPr>
                        <a:t>SU</a:t>
                      </a:r>
                      <a:r>
                        <a:rPr kumimoji="1" lang="ja-JP" altLang="en-US" sz="1400" b="1" strike="noStrike">
                          <a:solidFill>
                            <a:schemeClr val="tx1"/>
                          </a:solidFill>
                        </a:rPr>
                        <a:t>認証</a:t>
                      </a:r>
                      <a:endParaRPr kumimoji="1" lang="en-US" altLang="ja-JP" sz="1400" b="1" strike="noStrike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400" strike="noStrike">
                          <a:solidFill>
                            <a:srgbClr val="FF0000"/>
                          </a:solidFill>
                        </a:rPr>
                        <a:t>・</a:t>
                      </a:r>
                      <a:r>
                        <a:rPr kumimoji="1" lang="en-US" altLang="ja-JP" sz="1400" strike="noStrike">
                          <a:solidFill>
                            <a:srgbClr val="FF0000"/>
                          </a:solidFill>
                        </a:rPr>
                        <a:t>PoC</a:t>
                      </a:r>
                      <a:r>
                        <a:rPr kumimoji="1" lang="ja-JP" altLang="en-US" sz="1400" strike="noStrike">
                          <a:solidFill>
                            <a:srgbClr val="FF0000"/>
                          </a:solidFill>
                        </a:rPr>
                        <a:t>開発（</a:t>
                      </a:r>
                      <a:r>
                        <a:rPr kumimoji="1" lang="en-US" altLang="ja-JP" sz="1400" strike="noStrike">
                          <a:solidFill>
                            <a:srgbClr val="FF0000"/>
                          </a:solidFill>
                        </a:rPr>
                        <a:t>RC</a:t>
                      </a:r>
                      <a:r>
                        <a:rPr kumimoji="1" lang="ja-JP" altLang="en-US" sz="1400" strike="noStrike">
                          <a:solidFill>
                            <a:srgbClr val="FF0000"/>
                          </a:solidFill>
                        </a:rPr>
                        <a:t>フェーズ機能）</a:t>
                      </a:r>
                      <a:endParaRPr kumimoji="1" lang="en-US" altLang="ja-JP" sz="1400" strike="noStrike" dirty="0">
                        <a:solidFill>
                          <a:srgbClr val="FF0000"/>
                        </a:solidFill>
                      </a:endParaRPr>
                    </a:p>
                  </a:txBody>
                  <a:tcPr marL="46800" marR="46800" marT="36000" marB="36000" anchor="ctr"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strike="noStrike">
                          <a:solidFill>
                            <a:srgbClr val="FF0000"/>
                          </a:solidFill>
                        </a:rPr>
                        <a:t>9.30</a:t>
                      </a:r>
                      <a:endParaRPr lang="en-US" altLang="ja-JP" sz="1600" strike="noStrike" dirty="0">
                        <a:solidFill>
                          <a:srgbClr val="FF0000"/>
                        </a:solidFill>
                      </a:endParaRPr>
                    </a:p>
                  </a:txBody>
                  <a:tcPr marL="46800" marR="46800" marT="36000" marB="36000" anchor="ctr"/>
                </a:tc>
                <a:extLst>
                  <a:ext uri="{0D108BD9-81ED-4DB2-BD59-A6C34878D82A}">
                    <a16:rowId xmlns:a16="http://schemas.microsoft.com/office/drawing/2014/main" val="1007926504"/>
                  </a:ext>
                </a:extLst>
              </a:tr>
              <a:tr h="500681">
                <a:tc>
                  <a:txBody>
                    <a:bodyPr/>
                    <a:lstStyle/>
                    <a:p>
                      <a:pPr algn="l" fontAlgn="t"/>
                      <a:r>
                        <a:rPr kumimoji="1" lang="en-US" altLang="ja-JP" sz="1400">
                          <a:solidFill>
                            <a:schemeClr val="tx1"/>
                          </a:solidFill>
                          <a:effectLst/>
                          <a:latin typeface="OpenSans"/>
                        </a:rPr>
                        <a:t>6</a:t>
                      </a:r>
                      <a:endParaRPr lang="ja-JP" altLang="en-US" sz="140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 anchor="ctr"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1A1A1A"/>
                          </a:solidFill>
                          <a:effectLst/>
                          <a:latin typeface="OpenSans"/>
                        </a:rPr>
                        <a:t>管理</a:t>
                      </a:r>
                      <a:endParaRPr lang="ja-JP" altLang="en-US" sz="1400" b="0" dirty="0">
                        <a:solidFill>
                          <a:srgbClr val="1A1A1A"/>
                        </a:solidFill>
                        <a:effectLst/>
                        <a:latin typeface="OpenSans"/>
                      </a:endParaRPr>
                    </a:p>
                  </a:txBody>
                  <a:tcPr marL="46800" marR="468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ja-JP" altLang="en-US" sz="1400" dirty="0">
                          <a:solidFill>
                            <a:schemeClr val="tx1"/>
                          </a:solidFill>
                        </a:rPr>
                        <a:t>・進捗および課題管理</a:t>
                      </a:r>
                      <a:endParaRPr kumimoji="1" lang="en-US" altLang="ja-JP" sz="140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marL="46800" marR="46800" marT="36000" marB="36000" anchor="ctr"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strike="noStrike" dirty="0">
                          <a:solidFill>
                            <a:schemeClr val="tx1"/>
                          </a:solidFill>
                        </a:rPr>
                        <a:t>2.22</a:t>
                      </a:r>
                    </a:p>
                  </a:txBody>
                  <a:tcPr marL="46800" marR="46800" marT="36000" marB="36000" anchor="ctr"/>
                </a:tc>
                <a:extLst>
                  <a:ext uri="{0D108BD9-81ED-4DB2-BD59-A6C34878D82A}">
                    <a16:rowId xmlns:a16="http://schemas.microsoft.com/office/drawing/2014/main" val="1993442004"/>
                  </a:ext>
                </a:extLst>
              </a:tr>
              <a:tr h="205673">
                <a:tc gridSpan="4">
                  <a:txBody>
                    <a:bodyPr/>
                    <a:lstStyle/>
                    <a:p>
                      <a:pPr algn="r"/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工数合計</a:t>
                      </a:r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人月</a:t>
                      </a:r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46800" marR="46800" marT="36000" marB="3600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600" b="1" dirty="0">
                          <a:solidFill>
                            <a:schemeClr val="tx1"/>
                          </a:solidFill>
                        </a:rPr>
                        <a:t>28.72</a:t>
                      </a:r>
                    </a:p>
                  </a:txBody>
                  <a:tcPr marL="46800" marR="46800" marT="36000" marB="36000" anchor="ctr"/>
                </a:tc>
                <a:extLst>
                  <a:ext uri="{0D108BD9-81ED-4DB2-BD59-A6C34878D82A}">
                    <a16:rowId xmlns:a16="http://schemas.microsoft.com/office/drawing/2014/main" val="2760097112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B2DC487-D20D-08AB-0B5C-8B72EC55B377}"/>
              </a:ext>
            </a:extLst>
          </p:cNvPr>
          <p:cNvSpPr/>
          <p:nvPr/>
        </p:nvSpPr>
        <p:spPr>
          <a:xfrm>
            <a:off x="8929281" y="271953"/>
            <a:ext cx="3006413" cy="4103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rgbClr val="FF0000"/>
                </a:solidFill>
              </a:rPr>
              <a:t>赤字</a:t>
            </a:r>
            <a:r>
              <a:rPr kumimoji="1" lang="ja-JP" altLang="en-US" b="1"/>
              <a:t>が</a:t>
            </a:r>
            <a:r>
              <a:rPr kumimoji="1" lang="en-US" altLang="ja-JP" b="1"/>
              <a:t>1Q</a:t>
            </a:r>
            <a:r>
              <a:rPr kumimoji="1" lang="ja-JP" altLang="en-US" b="1"/>
              <a:t>からの変化点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4059953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68302-9AD5-2F1B-4763-5635CC0F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6FAFF97-635E-22BD-2853-DB09EFB7B827}"/>
              </a:ext>
            </a:extLst>
          </p:cNvPr>
          <p:cNvSpPr/>
          <p:nvPr/>
        </p:nvSpPr>
        <p:spPr>
          <a:xfrm>
            <a:off x="5512802" y="1357530"/>
            <a:ext cx="6452474" cy="20086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kumimoji="1" lang="ja-JP" altLang="en-US" b="1" u="sng" dirty="0"/>
              <a:t>制御仕様書</a:t>
            </a:r>
            <a:r>
              <a:rPr kumimoji="1" lang="en-US" altLang="ja-JP" b="1" u="sng" dirty="0"/>
              <a:t>OMUSVI</a:t>
            </a:r>
            <a:endParaRPr kumimoji="1" lang="ja-JP" altLang="en-US" b="1" u="sng" dirty="0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601C4BD2-A4B3-8E87-5FE0-294AAEFF4EDF}"/>
              </a:ext>
            </a:extLst>
          </p:cNvPr>
          <p:cNvSpPr/>
          <p:nvPr/>
        </p:nvSpPr>
        <p:spPr>
          <a:xfrm>
            <a:off x="5512802" y="3445822"/>
            <a:ext cx="6452474" cy="1665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kumimoji="1" lang="en-US" altLang="ja-JP" b="1" u="sng"/>
              <a:t>ADAS</a:t>
            </a:r>
            <a:r>
              <a:rPr kumimoji="1" lang="ja-JP" altLang="en-US" b="1" u="sng"/>
              <a:t>認証</a:t>
            </a:r>
            <a:endParaRPr kumimoji="1" lang="ja-JP" altLang="en-US" b="1" u="sng" dirty="0">
              <a:solidFill>
                <a:srgbClr val="FF0000"/>
              </a:solidFill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0419C8DB-4D98-8A6A-4964-4F34D3688CD5}"/>
              </a:ext>
            </a:extLst>
          </p:cNvPr>
          <p:cNvSpPr/>
          <p:nvPr/>
        </p:nvSpPr>
        <p:spPr>
          <a:xfrm>
            <a:off x="5490874" y="5214170"/>
            <a:ext cx="6452474" cy="1298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kumimoji="1" lang="en-US" altLang="ja-JP" b="1" u="sng" dirty="0"/>
              <a:t>SU</a:t>
            </a:r>
            <a:r>
              <a:rPr kumimoji="1" lang="ja-JP" altLang="en-US" b="1" u="sng" dirty="0"/>
              <a:t>認証</a:t>
            </a: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AF8D8B-3D0D-9597-B965-2B1C51EC44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４．体制</a:t>
            </a:r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9D4CD340-6199-4C54-F40E-08E0516A14A6}"/>
              </a:ext>
            </a:extLst>
          </p:cNvPr>
          <p:cNvSpPr/>
          <p:nvPr/>
        </p:nvSpPr>
        <p:spPr>
          <a:xfrm>
            <a:off x="6657302" y="263699"/>
            <a:ext cx="2046097" cy="43576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今回の提案範囲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13BB35F-A551-8392-8D5F-26D2399CDB08}"/>
              </a:ext>
            </a:extLst>
          </p:cNvPr>
          <p:cNvSpPr/>
          <p:nvPr/>
        </p:nvSpPr>
        <p:spPr>
          <a:xfrm>
            <a:off x="386725" y="974973"/>
            <a:ext cx="4994981" cy="5544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kumimoji="1" lang="en-US" altLang="ja-JP" b="1" u="sng"/>
              <a:t>PDSX/TS</a:t>
            </a:r>
            <a:endParaRPr kumimoji="1" lang="ja-JP" altLang="en-US" b="1" u="sng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B8BA276-C407-F9C3-738E-F36CF064F02B}"/>
              </a:ext>
            </a:extLst>
          </p:cNvPr>
          <p:cNvSpPr/>
          <p:nvPr/>
        </p:nvSpPr>
        <p:spPr>
          <a:xfrm>
            <a:off x="523138" y="1590505"/>
            <a:ext cx="1166749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/>
              <a:t>PDSX</a:t>
            </a:r>
            <a:r>
              <a:rPr kumimoji="1" lang="ja-JP" altLang="en-US" sz="1400"/>
              <a:t>榊原</a:t>
            </a:r>
            <a:r>
              <a:rPr kumimoji="1" lang="en-US" altLang="ja-JP" sz="1400" dirty="0"/>
              <a:t>SN</a:t>
            </a:r>
            <a:endParaRPr kumimoji="1" lang="ja-JP" altLang="en-US" sz="1400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68D7E02-241F-993C-A56F-2A1CD45D4AAD}"/>
              </a:ext>
            </a:extLst>
          </p:cNvPr>
          <p:cNvSpPr/>
          <p:nvPr/>
        </p:nvSpPr>
        <p:spPr>
          <a:xfrm>
            <a:off x="1882739" y="1592701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/>
              <a:t>TS</a:t>
            </a:r>
            <a:r>
              <a:rPr lang="ja-JP" altLang="en-US" sz="1400" b="1"/>
              <a:t>山崎</a:t>
            </a:r>
            <a:endParaRPr kumimoji="1" lang="ja-JP" altLang="en-US" sz="1400" b="1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79EDE4AE-BB83-A1AC-D314-FF0E490A7E2B}"/>
              </a:ext>
            </a:extLst>
          </p:cNvPr>
          <p:cNvSpPr/>
          <p:nvPr/>
        </p:nvSpPr>
        <p:spPr>
          <a:xfrm>
            <a:off x="2758624" y="5087168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/>
              <a:t>TS</a:t>
            </a:r>
            <a:r>
              <a:rPr kumimoji="1" lang="ja-JP" altLang="en-US" sz="1400" b="1" dirty="0"/>
              <a:t>横山</a:t>
            </a:r>
            <a:endParaRPr kumimoji="1" lang="en-US" altLang="ja-JP" sz="1400" b="1" dirty="0"/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96CE52AD-0600-24FA-4DDA-66FFC5BF35B9}"/>
              </a:ext>
            </a:extLst>
          </p:cNvPr>
          <p:cNvCxnSpPr>
            <a:cxnSpLocks/>
            <a:stCxn id="9" idx="2"/>
            <a:endCxn id="21" idx="1"/>
          </p:cNvCxnSpPr>
          <p:nvPr/>
        </p:nvCxnSpPr>
        <p:spPr>
          <a:xfrm rot="16200000" flipH="1">
            <a:off x="876132" y="3348675"/>
            <a:ext cx="3350467" cy="414518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F51C6978-DA03-657B-DA8E-EBB92D37DA05}"/>
              </a:ext>
            </a:extLst>
          </p:cNvPr>
          <p:cNvSpPr/>
          <p:nvPr/>
        </p:nvSpPr>
        <p:spPr>
          <a:xfrm>
            <a:off x="2758624" y="1971607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/>
              <a:t>TS</a:t>
            </a:r>
            <a:r>
              <a:rPr kumimoji="1" lang="ja-JP" altLang="en-US" sz="1400" b="1" dirty="0"/>
              <a:t>山崎</a:t>
            </a:r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38868979-147B-3EB0-C377-31D2DCEB1494}"/>
              </a:ext>
            </a:extLst>
          </p:cNvPr>
          <p:cNvCxnSpPr>
            <a:cxnSpLocks/>
            <a:stCxn id="9" idx="2"/>
            <a:endCxn id="23" idx="1"/>
          </p:cNvCxnSpPr>
          <p:nvPr/>
        </p:nvCxnSpPr>
        <p:spPr>
          <a:xfrm rot="16200000" flipH="1">
            <a:off x="2433912" y="1790895"/>
            <a:ext cx="234906" cy="414518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ED9CF41-5CB0-AAC0-4528-B89921A06504}"/>
              </a:ext>
            </a:extLst>
          </p:cNvPr>
          <p:cNvSpPr txBox="1"/>
          <p:nvPr/>
        </p:nvSpPr>
        <p:spPr>
          <a:xfrm>
            <a:off x="2805472" y="1566184"/>
            <a:ext cx="447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PM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E855186-99E3-A7C2-C731-9325DD2108FC}"/>
              </a:ext>
            </a:extLst>
          </p:cNvPr>
          <p:cNvSpPr txBox="1"/>
          <p:nvPr/>
        </p:nvSpPr>
        <p:spPr>
          <a:xfrm>
            <a:off x="3673694" y="1950350"/>
            <a:ext cx="1758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制御仕様書</a:t>
            </a:r>
            <a:r>
              <a:rPr kumimoji="1" lang="en-US" altLang="ja-JP" sz="1400" dirty="0"/>
              <a:t>OMUSVI</a:t>
            </a:r>
          </a:p>
          <a:p>
            <a:r>
              <a:rPr kumimoji="1" lang="en-US" altLang="ja-JP" sz="1400" dirty="0"/>
              <a:t>TS</a:t>
            </a:r>
            <a:r>
              <a:rPr kumimoji="1" lang="ja-JP" altLang="en-US" sz="1400" dirty="0"/>
              <a:t>リーダ</a:t>
            </a:r>
            <a:endParaRPr kumimoji="1" lang="en-US" altLang="ja-JP" sz="1400" dirty="0"/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26D056D4-4739-5506-0C16-33B26889F13E}"/>
              </a:ext>
            </a:extLst>
          </p:cNvPr>
          <p:cNvSpPr/>
          <p:nvPr/>
        </p:nvSpPr>
        <p:spPr>
          <a:xfrm>
            <a:off x="2758624" y="3313799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/>
              <a:t>TS</a:t>
            </a:r>
            <a:r>
              <a:rPr lang="ja-JP" altLang="en-US" sz="1400" b="1" dirty="0"/>
              <a:t>山崎</a:t>
            </a:r>
            <a:endParaRPr kumimoji="1" lang="ja-JP" altLang="en-US" sz="1400" b="1" dirty="0"/>
          </a:p>
        </p:txBody>
      </p: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FB4F7D06-4821-45B8-B6BA-112742A6D46A}"/>
              </a:ext>
            </a:extLst>
          </p:cNvPr>
          <p:cNvCxnSpPr>
            <a:cxnSpLocks/>
            <a:stCxn id="9" idx="2"/>
            <a:endCxn id="53" idx="1"/>
          </p:cNvCxnSpPr>
          <p:nvPr/>
        </p:nvCxnSpPr>
        <p:spPr>
          <a:xfrm rot="16200000" flipH="1">
            <a:off x="1762816" y="2461991"/>
            <a:ext cx="1577098" cy="414518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472CB0F4-2F84-E375-D6D7-F91EF15B1331}"/>
              </a:ext>
            </a:extLst>
          </p:cNvPr>
          <p:cNvSpPr txBox="1"/>
          <p:nvPr/>
        </p:nvSpPr>
        <p:spPr>
          <a:xfrm>
            <a:off x="3659899" y="3289926"/>
            <a:ext cx="162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ADAS</a:t>
            </a:r>
            <a:r>
              <a:rPr kumimoji="1" lang="ja-JP" altLang="en-US" sz="1400" dirty="0"/>
              <a:t>認証</a:t>
            </a:r>
            <a:r>
              <a:rPr kumimoji="1" lang="en-US" altLang="ja-JP" sz="1400" dirty="0"/>
              <a:t>TS</a:t>
            </a:r>
            <a:r>
              <a:rPr kumimoji="1" lang="ja-JP" altLang="en-US" sz="1400" dirty="0"/>
              <a:t>リーダ</a:t>
            </a:r>
            <a:endParaRPr lang="en-US" altLang="ja-JP" sz="14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891B092A-5E2D-2E98-1EB6-F60B989DA8AA}"/>
              </a:ext>
            </a:extLst>
          </p:cNvPr>
          <p:cNvSpPr txBox="1"/>
          <p:nvPr/>
        </p:nvSpPr>
        <p:spPr>
          <a:xfrm>
            <a:off x="3670504" y="5075829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SU</a:t>
            </a:r>
            <a:r>
              <a:rPr kumimoji="1" lang="ja-JP" altLang="en-US" sz="1400" dirty="0"/>
              <a:t>認証</a:t>
            </a:r>
            <a:r>
              <a:rPr kumimoji="1" lang="en-US" altLang="ja-JP" sz="1400" dirty="0"/>
              <a:t>TS</a:t>
            </a:r>
            <a:r>
              <a:rPr kumimoji="1" lang="ja-JP" altLang="en-US" sz="1400" dirty="0"/>
              <a:t>リーダ</a:t>
            </a:r>
            <a:endParaRPr lang="en-US" altLang="ja-JP" sz="1400" dirty="0"/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E7136852-CF20-A53C-33DB-65B7BAF5CBA8}"/>
              </a:ext>
            </a:extLst>
          </p:cNvPr>
          <p:cNvSpPr/>
          <p:nvPr/>
        </p:nvSpPr>
        <p:spPr>
          <a:xfrm>
            <a:off x="3410420" y="5561513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NBX</a:t>
            </a:r>
            <a:endParaRPr kumimoji="1" lang="ja-JP" altLang="en-US" sz="1400" b="1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C9419DF-9F6F-7666-3934-19984B209A35}"/>
              </a:ext>
            </a:extLst>
          </p:cNvPr>
          <p:cNvSpPr txBox="1"/>
          <p:nvPr/>
        </p:nvSpPr>
        <p:spPr>
          <a:xfrm>
            <a:off x="4341278" y="555112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要件整理</a:t>
            </a:r>
            <a:endParaRPr lang="en-US" altLang="ja-JP" sz="1400" dirty="0"/>
          </a:p>
        </p:txBody>
      </p: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227E2C7C-14D2-3F95-00AD-2AD5C222BEE6}"/>
              </a:ext>
            </a:extLst>
          </p:cNvPr>
          <p:cNvCxnSpPr>
            <a:cxnSpLocks/>
            <a:stCxn id="21" idx="2"/>
            <a:endCxn id="58" idx="1"/>
          </p:cNvCxnSpPr>
          <p:nvPr/>
        </p:nvCxnSpPr>
        <p:spPr>
          <a:xfrm rot="16200000" flipH="1">
            <a:off x="3150033" y="5445125"/>
            <a:ext cx="330345" cy="190429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C322494F-C54E-8510-E049-9CEC8B64A7EB}"/>
              </a:ext>
            </a:extLst>
          </p:cNvPr>
          <p:cNvCxnSpPr>
            <a:cxnSpLocks/>
            <a:stCxn id="8" idx="0"/>
            <a:endCxn id="10" idx="2"/>
          </p:cNvCxnSpPr>
          <p:nvPr/>
        </p:nvCxnSpPr>
        <p:spPr>
          <a:xfrm flipH="1" flipV="1">
            <a:off x="1105552" y="1378012"/>
            <a:ext cx="961" cy="2124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1ECD535B-B7DD-4281-0DA3-66F19D0AE1FA}"/>
              </a:ext>
            </a:extLst>
          </p:cNvPr>
          <p:cNvSpPr/>
          <p:nvPr/>
        </p:nvSpPr>
        <p:spPr>
          <a:xfrm>
            <a:off x="1784023" y="1467600"/>
            <a:ext cx="3537360" cy="491607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FA11D40-4403-225D-2B01-236048159B7E}"/>
              </a:ext>
            </a:extLst>
          </p:cNvPr>
          <p:cNvSpPr/>
          <p:nvPr/>
        </p:nvSpPr>
        <p:spPr>
          <a:xfrm>
            <a:off x="3415448" y="6003886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TISA</a:t>
            </a:r>
            <a:endParaRPr kumimoji="1" lang="ja-JP" altLang="en-US" sz="1400" b="1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1B1B861-2016-0622-F901-7B8630FAA3FA}"/>
              </a:ext>
            </a:extLst>
          </p:cNvPr>
          <p:cNvSpPr/>
          <p:nvPr/>
        </p:nvSpPr>
        <p:spPr>
          <a:xfrm>
            <a:off x="522177" y="1090012"/>
            <a:ext cx="1166749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PDSX</a:t>
            </a:r>
            <a:r>
              <a:rPr kumimoji="1" lang="ja-JP" altLang="en-US" sz="1400" dirty="0"/>
              <a:t>長屋</a:t>
            </a:r>
            <a:r>
              <a:rPr kumimoji="1" lang="en-US" altLang="ja-JP" sz="1400" dirty="0"/>
              <a:t>GM</a:t>
            </a:r>
            <a:endParaRPr kumimoji="1" lang="ja-JP" altLang="en-US" sz="14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03480D9-0902-1A44-4715-AED5E792AB31}"/>
              </a:ext>
            </a:extLst>
          </p:cNvPr>
          <p:cNvSpPr txBox="1"/>
          <p:nvPr/>
        </p:nvSpPr>
        <p:spPr>
          <a:xfrm>
            <a:off x="4356358" y="6001346"/>
            <a:ext cx="854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PoC</a:t>
            </a:r>
            <a:r>
              <a:rPr kumimoji="1" lang="ja-JP" altLang="en-US" sz="1400" dirty="0"/>
              <a:t>開発</a:t>
            </a:r>
            <a:endParaRPr lang="en-US" altLang="ja-JP" sz="1400" dirty="0"/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192BA1CF-3887-29A4-2505-EC2ABF4141E9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 flipV="1">
            <a:off x="1689887" y="1734505"/>
            <a:ext cx="192852" cy="21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7AA1C7BA-D0A0-4F50-F955-8C2894745E2B}"/>
              </a:ext>
            </a:extLst>
          </p:cNvPr>
          <p:cNvCxnSpPr>
            <a:cxnSpLocks/>
            <a:stCxn id="21" idx="2"/>
            <a:endCxn id="5" idx="1"/>
          </p:cNvCxnSpPr>
          <p:nvPr/>
        </p:nvCxnSpPr>
        <p:spPr>
          <a:xfrm rot="16200000" flipH="1">
            <a:off x="2931360" y="5663798"/>
            <a:ext cx="772718" cy="195457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四角形: 角を丸くする 68">
            <a:extLst>
              <a:ext uri="{FF2B5EF4-FFF2-40B4-BE49-F238E27FC236}">
                <a16:creationId xmlns:a16="http://schemas.microsoft.com/office/drawing/2014/main" id="{8B8856AE-4DF0-43CD-C0AE-5E7ADB2F18C4}"/>
              </a:ext>
            </a:extLst>
          </p:cNvPr>
          <p:cNvSpPr/>
          <p:nvPr/>
        </p:nvSpPr>
        <p:spPr>
          <a:xfrm>
            <a:off x="3405392" y="3770738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NBX</a:t>
            </a:r>
            <a:endParaRPr kumimoji="1" lang="ja-JP" altLang="en-US" sz="1400" b="1" dirty="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11A052E-ADCB-655C-D06F-772707047B49}"/>
              </a:ext>
            </a:extLst>
          </p:cNvPr>
          <p:cNvSpPr txBox="1"/>
          <p:nvPr/>
        </p:nvSpPr>
        <p:spPr>
          <a:xfrm>
            <a:off x="4336250" y="376035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要件整理</a:t>
            </a:r>
            <a:endParaRPr lang="en-US" altLang="ja-JP" sz="1400" dirty="0"/>
          </a:p>
        </p:txBody>
      </p:sp>
      <p:cxnSp>
        <p:nvCxnSpPr>
          <p:cNvPr id="71" name="コネクタ: カギ線 70">
            <a:extLst>
              <a:ext uri="{FF2B5EF4-FFF2-40B4-BE49-F238E27FC236}">
                <a16:creationId xmlns:a16="http://schemas.microsoft.com/office/drawing/2014/main" id="{573FE85C-BC72-98DE-908A-A227C102F88D}"/>
              </a:ext>
            </a:extLst>
          </p:cNvPr>
          <p:cNvCxnSpPr>
            <a:cxnSpLocks/>
            <a:stCxn id="53" idx="2"/>
            <a:endCxn id="69" idx="1"/>
          </p:cNvCxnSpPr>
          <p:nvPr/>
        </p:nvCxnSpPr>
        <p:spPr>
          <a:xfrm rot="16200000" flipH="1">
            <a:off x="3156222" y="3665567"/>
            <a:ext cx="312939" cy="185401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779C95B8-9241-6408-3364-EEBBA2CF2B0A}"/>
              </a:ext>
            </a:extLst>
          </p:cNvPr>
          <p:cNvSpPr/>
          <p:nvPr/>
        </p:nvSpPr>
        <p:spPr>
          <a:xfrm>
            <a:off x="3410420" y="4196177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TISA</a:t>
            </a:r>
            <a:endParaRPr kumimoji="1" lang="ja-JP" altLang="en-US" sz="1400" b="1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AF11BF9F-BEE5-BCE0-6921-00A3F168E27C}"/>
              </a:ext>
            </a:extLst>
          </p:cNvPr>
          <p:cNvSpPr txBox="1"/>
          <p:nvPr/>
        </p:nvSpPr>
        <p:spPr>
          <a:xfrm>
            <a:off x="4351330" y="4193637"/>
            <a:ext cx="854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PoC</a:t>
            </a:r>
            <a:r>
              <a:rPr kumimoji="1" lang="ja-JP" altLang="en-US" sz="1400" dirty="0"/>
              <a:t>開発</a:t>
            </a:r>
            <a:endParaRPr lang="en-US" altLang="ja-JP" sz="1400" dirty="0"/>
          </a:p>
        </p:txBody>
      </p: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8B922C07-5C93-2EE4-9547-2935F6EEB0B8}"/>
              </a:ext>
            </a:extLst>
          </p:cNvPr>
          <p:cNvCxnSpPr>
            <a:cxnSpLocks/>
            <a:stCxn id="53" idx="2"/>
            <a:endCxn id="72" idx="1"/>
          </p:cNvCxnSpPr>
          <p:nvPr/>
        </p:nvCxnSpPr>
        <p:spPr>
          <a:xfrm rot="16200000" flipH="1">
            <a:off x="2946016" y="3875773"/>
            <a:ext cx="738378" cy="190429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1816A3A5-101E-FC40-0B08-ADFCB1E75404}"/>
              </a:ext>
            </a:extLst>
          </p:cNvPr>
          <p:cNvSpPr/>
          <p:nvPr/>
        </p:nvSpPr>
        <p:spPr>
          <a:xfrm>
            <a:off x="3355795" y="2431149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CMC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694FFE2A-FF2E-4C53-F863-63DE8B03E6EA}"/>
              </a:ext>
            </a:extLst>
          </p:cNvPr>
          <p:cNvSpPr txBox="1"/>
          <p:nvPr/>
        </p:nvSpPr>
        <p:spPr>
          <a:xfrm>
            <a:off x="4286653" y="242076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業務分析</a:t>
            </a:r>
            <a:endParaRPr lang="en-US" altLang="ja-JP" sz="1400" dirty="0"/>
          </a:p>
        </p:txBody>
      </p: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01B11CC8-10F4-372A-25D5-C3B4F683C4D7}"/>
              </a:ext>
            </a:extLst>
          </p:cNvPr>
          <p:cNvCxnSpPr>
            <a:cxnSpLocks/>
            <a:stCxn id="23" idx="2"/>
            <a:endCxn id="77" idx="1"/>
          </p:cNvCxnSpPr>
          <p:nvPr/>
        </p:nvCxnSpPr>
        <p:spPr>
          <a:xfrm rot="16200000" flipH="1">
            <a:off x="3130122" y="2349476"/>
            <a:ext cx="315542" cy="135804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6DCE6755-FE4C-6086-9850-0FD437F4354D}"/>
              </a:ext>
            </a:extLst>
          </p:cNvPr>
          <p:cNvSpPr/>
          <p:nvPr/>
        </p:nvSpPr>
        <p:spPr>
          <a:xfrm>
            <a:off x="3360823" y="2873522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TISA</a:t>
            </a:r>
            <a:endParaRPr kumimoji="1" lang="ja-JP" altLang="en-US" sz="1400" b="1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04D7F950-C070-4899-9055-1C46B2F5C19D}"/>
              </a:ext>
            </a:extLst>
          </p:cNvPr>
          <p:cNvSpPr txBox="1"/>
          <p:nvPr/>
        </p:nvSpPr>
        <p:spPr>
          <a:xfrm>
            <a:off x="4301733" y="2870982"/>
            <a:ext cx="854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PoC</a:t>
            </a:r>
            <a:r>
              <a:rPr kumimoji="1" lang="ja-JP" altLang="en-US" sz="1400" dirty="0"/>
              <a:t>開発</a:t>
            </a:r>
            <a:endParaRPr lang="en-US" altLang="ja-JP" sz="1400" dirty="0"/>
          </a:p>
        </p:txBody>
      </p: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56486404-5D64-C964-0858-B840D3CBE214}"/>
              </a:ext>
            </a:extLst>
          </p:cNvPr>
          <p:cNvCxnSpPr>
            <a:cxnSpLocks/>
            <a:stCxn id="23" idx="2"/>
            <a:endCxn id="80" idx="1"/>
          </p:cNvCxnSpPr>
          <p:nvPr/>
        </p:nvCxnSpPr>
        <p:spPr>
          <a:xfrm rot="16200000" flipH="1">
            <a:off x="2911450" y="2568148"/>
            <a:ext cx="757915" cy="140832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E8F656F5-9891-8AAA-91E2-98E290F5FA9B}"/>
              </a:ext>
            </a:extLst>
          </p:cNvPr>
          <p:cNvSpPr txBox="1"/>
          <p:nvPr/>
        </p:nvSpPr>
        <p:spPr>
          <a:xfrm>
            <a:off x="7183973" y="14167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設計</a:t>
            </a:r>
            <a:endParaRPr kumimoji="1" lang="en-US" altLang="ja-JP" sz="1400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131F4A9B-B0C9-1A48-7A3C-645701ED4E93}"/>
              </a:ext>
            </a:extLst>
          </p:cNvPr>
          <p:cNvSpPr txBox="1"/>
          <p:nvPr/>
        </p:nvSpPr>
        <p:spPr>
          <a:xfrm>
            <a:off x="8767756" y="1387150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関連部署</a:t>
            </a:r>
            <a:endParaRPr kumimoji="1" lang="en-US" altLang="ja-JP" sz="1400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DBD00A5D-681F-799C-F408-0C35DF74078E}"/>
              </a:ext>
            </a:extLst>
          </p:cNvPr>
          <p:cNvSpPr txBox="1"/>
          <p:nvPr/>
        </p:nvSpPr>
        <p:spPr>
          <a:xfrm>
            <a:off x="5834298" y="139653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後工程</a:t>
            </a:r>
            <a:endParaRPr kumimoji="1" lang="en-US" altLang="ja-JP" sz="1400" dirty="0"/>
          </a:p>
        </p:txBody>
      </p:sp>
      <p:sp>
        <p:nvSpPr>
          <p:cNvPr id="95" name="四角形: 角を丸くする 94">
            <a:extLst>
              <a:ext uri="{FF2B5EF4-FFF2-40B4-BE49-F238E27FC236}">
                <a16:creationId xmlns:a16="http://schemas.microsoft.com/office/drawing/2014/main" id="{C1DE0629-E135-BE72-197E-6836F23FB4E6}"/>
              </a:ext>
            </a:extLst>
          </p:cNvPr>
          <p:cNvSpPr/>
          <p:nvPr/>
        </p:nvSpPr>
        <p:spPr>
          <a:xfrm>
            <a:off x="6994476" y="1785599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メータ設計</a:t>
            </a:r>
            <a:endParaRPr kumimoji="1" lang="ja-JP" altLang="en-US" sz="1400" dirty="0"/>
          </a:p>
        </p:txBody>
      </p:sp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6E759DE6-041F-E5A2-ED47-76C4B0EC3740}"/>
              </a:ext>
            </a:extLst>
          </p:cNvPr>
          <p:cNvSpPr/>
          <p:nvPr/>
        </p:nvSpPr>
        <p:spPr>
          <a:xfrm>
            <a:off x="6994476" y="2154035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マルチメディア設計</a:t>
            </a:r>
            <a:endParaRPr kumimoji="1" lang="ja-JP" altLang="en-US" sz="1400" dirty="0"/>
          </a:p>
        </p:txBody>
      </p:sp>
      <p:sp>
        <p:nvSpPr>
          <p:cNvPr id="97" name="四角形: 角を丸くする 96">
            <a:extLst>
              <a:ext uri="{FF2B5EF4-FFF2-40B4-BE49-F238E27FC236}">
                <a16:creationId xmlns:a16="http://schemas.microsoft.com/office/drawing/2014/main" id="{D0B39E7C-6E82-9F3D-1AA6-821419D7BF43}"/>
              </a:ext>
            </a:extLst>
          </p:cNvPr>
          <p:cNvSpPr/>
          <p:nvPr/>
        </p:nvSpPr>
        <p:spPr>
          <a:xfrm>
            <a:off x="6994476" y="2539763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ボデー設計</a:t>
            </a:r>
            <a:endParaRPr kumimoji="1" lang="ja-JP" altLang="en-US" sz="1400" dirty="0"/>
          </a:p>
        </p:txBody>
      </p:sp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062285A6-B0EB-8A68-E7C4-F3371EC21C0F}"/>
              </a:ext>
            </a:extLst>
          </p:cNvPr>
          <p:cNvSpPr/>
          <p:nvPr/>
        </p:nvSpPr>
        <p:spPr>
          <a:xfrm>
            <a:off x="5734569" y="1785599"/>
            <a:ext cx="922733" cy="28800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サービス部</a:t>
            </a:r>
            <a:endParaRPr kumimoji="1" lang="ja-JP" altLang="en-US" sz="1400" dirty="0"/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136B58B4-9677-BCCC-4F90-8E3FC5C49885}"/>
              </a:ext>
            </a:extLst>
          </p:cNvPr>
          <p:cNvSpPr/>
          <p:nvPr/>
        </p:nvSpPr>
        <p:spPr>
          <a:xfrm>
            <a:off x="5734569" y="2154035"/>
            <a:ext cx="922733" cy="28800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車両品質部</a:t>
            </a:r>
            <a:endParaRPr kumimoji="1" lang="ja-JP" altLang="en-US" sz="1400" dirty="0"/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B380EB97-F626-DE52-DEC5-D53B3B3B4BF2}"/>
              </a:ext>
            </a:extLst>
          </p:cNvPr>
          <p:cNvSpPr/>
          <p:nvPr/>
        </p:nvSpPr>
        <p:spPr>
          <a:xfrm>
            <a:off x="5734569" y="2539763"/>
            <a:ext cx="922733" cy="28800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お客様関連部</a:t>
            </a:r>
            <a:endParaRPr kumimoji="1" lang="ja-JP" altLang="en-US" sz="1400" dirty="0"/>
          </a:p>
        </p:txBody>
      </p:sp>
      <p:sp>
        <p:nvSpPr>
          <p:cNvPr id="101" name="四角形: 角を丸くする 100">
            <a:extLst>
              <a:ext uri="{FF2B5EF4-FFF2-40B4-BE49-F238E27FC236}">
                <a16:creationId xmlns:a16="http://schemas.microsoft.com/office/drawing/2014/main" id="{E995CC23-87C8-27CE-13DF-43C1BC33D7C5}"/>
              </a:ext>
            </a:extLst>
          </p:cNvPr>
          <p:cNvSpPr/>
          <p:nvPr/>
        </p:nvSpPr>
        <p:spPr>
          <a:xfrm>
            <a:off x="8876723" y="2154035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TS CSS</a:t>
            </a:r>
            <a:r>
              <a:rPr lang="ja-JP" altLang="en-US" sz="1400" dirty="0"/>
              <a:t>部</a:t>
            </a:r>
            <a:endParaRPr kumimoji="1" lang="ja-JP" altLang="en-US" sz="1400" dirty="0"/>
          </a:p>
        </p:txBody>
      </p: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E491C83F-20B2-0788-22D0-4D938CFF3FE8}"/>
              </a:ext>
            </a:extLst>
          </p:cNvPr>
          <p:cNvSpPr/>
          <p:nvPr/>
        </p:nvSpPr>
        <p:spPr>
          <a:xfrm>
            <a:off x="8876723" y="2539763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TS DS</a:t>
            </a:r>
            <a:r>
              <a:rPr lang="ja-JP" altLang="en-US" sz="1400" dirty="0"/>
              <a:t>部</a:t>
            </a:r>
            <a:endParaRPr kumimoji="1" lang="ja-JP" altLang="en-US" sz="1400" dirty="0"/>
          </a:p>
        </p:txBody>
      </p:sp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74875594-83DF-197A-5D97-53B1E3FCA570}"/>
              </a:ext>
            </a:extLst>
          </p:cNvPr>
          <p:cNvSpPr/>
          <p:nvPr/>
        </p:nvSpPr>
        <p:spPr>
          <a:xfrm>
            <a:off x="8876723" y="2930368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TS ALM</a:t>
            </a:r>
            <a:r>
              <a:rPr lang="ja-JP" altLang="en-US" sz="1400" dirty="0"/>
              <a:t>部</a:t>
            </a:r>
            <a:endParaRPr kumimoji="1" lang="ja-JP" altLang="en-US" sz="1400" dirty="0"/>
          </a:p>
        </p:txBody>
      </p:sp>
      <p:sp>
        <p:nvSpPr>
          <p:cNvPr id="104" name="四角形: 角を丸くする 103">
            <a:extLst>
              <a:ext uri="{FF2B5EF4-FFF2-40B4-BE49-F238E27FC236}">
                <a16:creationId xmlns:a16="http://schemas.microsoft.com/office/drawing/2014/main" id="{F350B77B-F903-F0BA-69E8-7EA3CFF0B8AC}"/>
              </a:ext>
            </a:extLst>
          </p:cNvPr>
          <p:cNvSpPr/>
          <p:nvPr/>
        </p:nvSpPr>
        <p:spPr>
          <a:xfrm>
            <a:off x="8876723" y="1785599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MS</a:t>
            </a:r>
            <a:r>
              <a:rPr lang="ja-JP" altLang="en-US" sz="1400" dirty="0"/>
              <a:t>統括部</a:t>
            </a:r>
            <a:endParaRPr kumimoji="1" lang="ja-JP" altLang="en-US" sz="1400" dirty="0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E0DA6172-ABF6-8868-61D9-6732303DE4AD}"/>
              </a:ext>
            </a:extLst>
          </p:cNvPr>
          <p:cNvSpPr txBox="1"/>
          <p:nvPr/>
        </p:nvSpPr>
        <p:spPr>
          <a:xfrm>
            <a:off x="9788210" y="1775711"/>
            <a:ext cx="1579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制御</a:t>
            </a:r>
            <a:r>
              <a:rPr kumimoji="1" lang="en-US" altLang="ja-JP" sz="1400" dirty="0"/>
              <a:t>OMUSVI</a:t>
            </a:r>
            <a:r>
              <a:rPr kumimoji="1" lang="ja-JP" altLang="en-US" sz="1400" dirty="0"/>
              <a:t>関連</a:t>
            </a:r>
            <a:endParaRPr kumimoji="1" lang="en-US" altLang="ja-JP" sz="1400" dirty="0"/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C40CE27C-2E25-840D-D147-5CC5C51C7BE1}"/>
              </a:ext>
            </a:extLst>
          </p:cNvPr>
          <p:cNvSpPr txBox="1"/>
          <p:nvPr/>
        </p:nvSpPr>
        <p:spPr>
          <a:xfrm>
            <a:off x="9788210" y="2144147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修理書</a:t>
            </a:r>
            <a:r>
              <a:rPr kumimoji="1" lang="en-US" altLang="ja-JP" sz="1400"/>
              <a:t>(SIAS)</a:t>
            </a:r>
            <a:r>
              <a:rPr kumimoji="1" lang="ja-JP" altLang="en-US" sz="1400"/>
              <a:t>関連</a:t>
            </a:r>
            <a:endParaRPr kumimoji="1" lang="en-US" altLang="ja-JP" sz="1400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7DA8A53-9ABC-AF78-FB21-1B986CBF6C37}"/>
              </a:ext>
            </a:extLst>
          </p:cNvPr>
          <p:cNvSpPr txBox="1"/>
          <p:nvPr/>
        </p:nvSpPr>
        <p:spPr>
          <a:xfrm>
            <a:off x="9788210" y="2529875"/>
            <a:ext cx="2082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GTS</a:t>
            </a:r>
            <a:r>
              <a:rPr kumimoji="1" lang="ja-JP" altLang="en-US" sz="1400"/>
              <a:t>関連</a:t>
            </a:r>
            <a:r>
              <a:rPr lang="ja-JP" altLang="en-US" sz="1400"/>
              <a:t>、</a:t>
            </a:r>
            <a:r>
              <a:rPr lang="en-US" altLang="ja-JP" sz="1400">
                <a:solidFill>
                  <a:srgbClr val="FF0000"/>
                </a:solidFill>
              </a:rPr>
              <a:t>GTS+OMUSVI</a:t>
            </a:r>
            <a:endParaRPr kumimoji="1" lang="en-US" altLang="ja-JP" sz="1400" dirty="0">
              <a:solidFill>
                <a:srgbClr val="FF0000"/>
              </a:solidFill>
            </a:endParaRP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977FFDE0-A833-0F6A-B595-B368ED326BD4}"/>
              </a:ext>
            </a:extLst>
          </p:cNvPr>
          <p:cNvSpPr txBox="1"/>
          <p:nvPr/>
        </p:nvSpPr>
        <p:spPr>
          <a:xfrm>
            <a:off x="9788210" y="2812758"/>
            <a:ext cx="1200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CodeBeamer</a:t>
            </a:r>
            <a:endParaRPr kumimoji="1" lang="en-US" altLang="ja-JP" sz="1400" dirty="0"/>
          </a:p>
          <a:p>
            <a:r>
              <a:rPr lang="en-US" altLang="ja-JP" sz="1400" dirty="0"/>
              <a:t>STRDST</a:t>
            </a:r>
            <a:endParaRPr kumimoji="1" lang="en-US" altLang="ja-JP" sz="1400" dirty="0"/>
          </a:p>
        </p:txBody>
      </p:sp>
      <p:sp>
        <p:nvSpPr>
          <p:cNvPr id="109" name="四角形: 角を丸くする 108">
            <a:extLst>
              <a:ext uri="{FF2B5EF4-FFF2-40B4-BE49-F238E27FC236}">
                <a16:creationId xmlns:a16="http://schemas.microsoft.com/office/drawing/2014/main" id="{CEA86B44-463D-F31C-2C7C-877549C4DCCB}"/>
              </a:ext>
            </a:extLst>
          </p:cNvPr>
          <p:cNvSpPr/>
          <p:nvPr/>
        </p:nvSpPr>
        <p:spPr>
          <a:xfrm>
            <a:off x="5800926" y="3873041"/>
            <a:ext cx="922733" cy="28800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ADAS</a:t>
            </a:r>
            <a:r>
              <a:rPr lang="ja-JP" altLang="en-US" sz="1400" dirty="0"/>
              <a:t>設計</a:t>
            </a:r>
            <a:endParaRPr kumimoji="1" lang="ja-JP" altLang="en-US" sz="1400" dirty="0"/>
          </a:p>
        </p:txBody>
      </p:sp>
      <p:sp>
        <p:nvSpPr>
          <p:cNvPr id="110" name="四角形: 角を丸くする 109">
            <a:extLst>
              <a:ext uri="{FF2B5EF4-FFF2-40B4-BE49-F238E27FC236}">
                <a16:creationId xmlns:a16="http://schemas.microsoft.com/office/drawing/2014/main" id="{F476908C-7B05-944F-5637-AF7D0164D3D4}"/>
              </a:ext>
            </a:extLst>
          </p:cNvPr>
          <p:cNvSpPr/>
          <p:nvPr/>
        </p:nvSpPr>
        <p:spPr>
          <a:xfrm>
            <a:off x="6994476" y="3873041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法規認証部</a:t>
            </a:r>
            <a:endParaRPr kumimoji="1" lang="ja-JP" altLang="en-US" sz="1400" dirty="0"/>
          </a:p>
        </p:txBody>
      </p:sp>
      <p:sp>
        <p:nvSpPr>
          <p:cNvPr id="111" name="四角形: 角を丸くする 110">
            <a:extLst>
              <a:ext uri="{FF2B5EF4-FFF2-40B4-BE49-F238E27FC236}">
                <a16:creationId xmlns:a16="http://schemas.microsoft.com/office/drawing/2014/main" id="{4C8CF039-2EDE-6FC7-A1D8-BC5E18C3F706}"/>
              </a:ext>
            </a:extLst>
          </p:cNvPr>
          <p:cNvSpPr/>
          <p:nvPr/>
        </p:nvSpPr>
        <p:spPr>
          <a:xfrm>
            <a:off x="5734569" y="5620736"/>
            <a:ext cx="922733" cy="28800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各部品設計</a:t>
            </a:r>
            <a:endParaRPr kumimoji="1" lang="ja-JP" altLang="en-US" sz="1400" dirty="0"/>
          </a:p>
        </p:txBody>
      </p:sp>
      <p:sp>
        <p:nvSpPr>
          <p:cNvPr id="112" name="四角形: 角を丸くする 111">
            <a:extLst>
              <a:ext uri="{FF2B5EF4-FFF2-40B4-BE49-F238E27FC236}">
                <a16:creationId xmlns:a16="http://schemas.microsoft.com/office/drawing/2014/main" id="{88BA4AA6-B46B-9009-4752-F5AFF94F3E19}"/>
              </a:ext>
            </a:extLst>
          </p:cNvPr>
          <p:cNvSpPr/>
          <p:nvPr/>
        </p:nvSpPr>
        <p:spPr>
          <a:xfrm>
            <a:off x="6994476" y="6030140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法規認証部</a:t>
            </a:r>
            <a:endParaRPr kumimoji="1" lang="ja-JP" altLang="en-US" sz="1400" dirty="0"/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FB0B4E99-0C6C-A2A8-C7B3-BD08B5A4D478}"/>
              </a:ext>
            </a:extLst>
          </p:cNvPr>
          <p:cNvSpPr txBox="1"/>
          <p:nvPr/>
        </p:nvSpPr>
        <p:spPr>
          <a:xfrm>
            <a:off x="8767756" y="5217620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関連部署</a:t>
            </a:r>
            <a:endParaRPr kumimoji="1" lang="en-US" altLang="ja-JP" sz="1400" dirty="0"/>
          </a:p>
        </p:txBody>
      </p:sp>
      <p:sp>
        <p:nvSpPr>
          <p:cNvPr id="113" name="四角形: 角を丸くする 112">
            <a:extLst>
              <a:ext uri="{FF2B5EF4-FFF2-40B4-BE49-F238E27FC236}">
                <a16:creationId xmlns:a16="http://schemas.microsoft.com/office/drawing/2014/main" id="{658F2806-D85E-7E69-B858-C58464310B9D}"/>
              </a:ext>
            </a:extLst>
          </p:cNvPr>
          <p:cNvSpPr/>
          <p:nvPr/>
        </p:nvSpPr>
        <p:spPr>
          <a:xfrm>
            <a:off x="6994476" y="5620736"/>
            <a:ext cx="922733" cy="28800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OTA</a:t>
            </a:r>
            <a:r>
              <a:rPr lang="ja-JP" altLang="en-US" sz="1400" dirty="0"/>
              <a:t>推進室</a:t>
            </a:r>
            <a:endParaRPr kumimoji="1" lang="ja-JP" altLang="en-US" sz="1400" dirty="0"/>
          </a:p>
        </p:txBody>
      </p: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F58CB2F9-845C-2DCF-A017-B8763B203DBC}"/>
              </a:ext>
            </a:extLst>
          </p:cNvPr>
          <p:cNvSpPr/>
          <p:nvPr/>
        </p:nvSpPr>
        <p:spPr>
          <a:xfrm>
            <a:off x="8876723" y="5620736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DIT</a:t>
            </a:r>
            <a:endParaRPr kumimoji="1" lang="ja-JP" altLang="en-US" sz="1400" dirty="0"/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37408464-28AD-923C-D618-BE4A8ACAAE55}"/>
              </a:ext>
            </a:extLst>
          </p:cNvPr>
          <p:cNvSpPr txBox="1"/>
          <p:nvPr/>
        </p:nvSpPr>
        <p:spPr>
          <a:xfrm>
            <a:off x="9788210" y="5610848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RxSWIN</a:t>
            </a:r>
            <a:endParaRPr kumimoji="1" lang="en-US" altLang="ja-JP" sz="1400" dirty="0"/>
          </a:p>
        </p:txBody>
      </p:sp>
      <p:sp>
        <p:nvSpPr>
          <p:cNvPr id="117" name="四角形: 角を丸くする 116">
            <a:extLst>
              <a:ext uri="{FF2B5EF4-FFF2-40B4-BE49-F238E27FC236}">
                <a16:creationId xmlns:a16="http://schemas.microsoft.com/office/drawing/2014/main" id="{5D8CD07A-F71D-F7C6-3172-8F2E80D5CED0}"/>
              </a:ext>
            </a:extLst>
          </p:cNvPr>
          <p:cNvSpPr/>
          <p:nvPr/>
        </p:nvSpPr>
        <p:spPr>
          <a:xfrm>
            <a:off x="8876723" y="6030140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TS</a:t>
            </a:r>
            <a:r>
              <a:rPr lang="ja-JP" altLang="en-US" sz="1400" dirty="0"/>
              <a:t>部品表情報</a:t>
            </a:r>
            <a:endParaRPr lang="en-US" altLang="ja-JP" sz="1400" dirty="0"/>
          </a:p>
          <a:p>
            <a:pPr algn="ctr"/>
            <a:r>
              <a:rPr lang="ja-JP" altLang="en-US" sz="1400" dirty="0"/>
              <a:t>システム部</a:t>
            </a:r>
            <a:endParaRPr kumimoji="1" lang="ja-JP" altLang="en-US" sz="1400" dirty="0"/>
          </a:p>
        </p:txBody>
      </p: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80A5BE5F-6C76-989C-2C43-BB82C4117A1A}"/>
              </a:ext>
            </a:extLst>
          </p:cNvPr>
          <p:cNvSpPr/>
          <p:nvPr/>
        </p:nvSpPr>
        <p:spPr>
          <a:xfrm>
            <a:off x="5734569" y="6030140"/>
            <a:ext cx="922733" cy="28800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ボデーメーカ</a:t>
            </a:r>
            <a:endParaRPr kumimoji="1" lang="ja-JP" altLang="en-US" sz="1400" dirty="0"/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12CEDCD9-3D89-E071-4E0E-BEE50C4D106F}"/>
              </a:ext>
            </a:extLst>
          </p:cNvPr>
          <p:cNvSpPr txBox="1"/>
          <p:nvPr/>
        </p:nvSpPr>
        <p:spPr>
          <a:xfrm>
            <a:off x="9788210" y="6020252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RxSWIN</a:t>
            </a:r>
            <a:endParaRPr kumimoji="1" lang="en-US" altLang="ja-JP" sz="1400" dirty="0"/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9903B2C7-1D3C-7226-347D-147F9B2E4E9E}"/>
              </a:ext>
            </a:extLst>
          </p:cNvPr>
          <p:cNvSpPr txBox="1"/>
          <p:nvPr/>
        </p:nvSpPr>
        <p:spPr>
          <a:xfrm>
            <a:off x="5924066" y="355654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設計</a:t>
            </a:r>
            <a:endParaRPr kumimoji="1" lang="en-US" altLang="ja-JP" sz="1400" dirty="0"/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D159E217-BD58-DF42-3D7D-7CF6678B9764}"/>
              </a:ext>
            </a:extLst>
          </p:cNvPr>
          <p:cNvSpPr txBox="1"/>
          <p:nvPr/>
        </p:nvSpPr>
        <p:spPr>
          <a:xfrm>
            <a:off x="5924066" y="523334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設計</a:t>
            </a:r>
            <a:endParaRPr kumimoji="1" lang="en-US" altLang="ja-JP" sz="1400" dirty="0"/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B8AE90B9-1021-63CC-C589-10AC1D61A12B}"/>
              </a:ext>
            </a:extLst>
          </p:cNvPr>
          <p:cNvSpPr txBox="1"/>
          <p:nvPr/>
        </p:nvSpPr>
        <p:spPr>
          <a:xfrm>
            <a:off x="6812878" y="5223595"/>
            <a:ext cx="1285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認証関連部署</a:t>
            </a:r>
            <a:endParaRPr kumimoji="1" lang="en-US" altLang="ja-JP" sz="1400" dirty="0"/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1CBD1270-779A-0567-25B4-CF607438E02A}"/>
              </a:ext>
            </a:extLst>
          </p:cNvPr>
          <p:cNvSpPr txBox="1"/>
          <p:nvPr/>
        </p:nvSpPr>
        <p:spPr>
          <a:xfrm>
            <a:off x="6812878" y="3550842"/>
            <a:ext cx="1285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認証関連部署</a:t>
            </a:r>
            <a:endParaRPr kumimoji="1" lang="en-US" altLang="ja-JP" sz="1400" dirty="0"/>
          </a:p>
        </p:txBody>
      </p: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C8D7253D-61FC-669C-0534-0A6F12E2C99A}"/>
              </a:ext>
            </a:extLst>
          </p:cNvPr>
          <p:cNvCxnSpPr>
            <a:cxnSpLocks/>
          </p:cNvCxnSpPr>
          <p:nvPr/>
        </p:nvCxnSpPr>
        <p:spPr>
          <a:xfrm>
            <a:off x="5352024" y="2572003"/>
            <a:ext cx="16077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9FCF5B8F-40D5-48E6-0915-2AF23FABE93F}"/>
              </a:ext>
            </a:extLst>
          </p:cNvPr>
          <p:cNvCxnSpPr/>
          <p:nvPr/>
        </p:nvCxnSpPr>
        <p:spPr>
          <a:xfrm>
            <a:off x="5379317" y="3998339"/>
            <a:ext cx="16077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線コネクタ 129">
            <a:extLst>
              <a:ext uri="{FF2B5EF4-FFF2-40B4-BE49-F238E27FC236}">
                <a16:creationId xmlns:a16="http://schemas.microsoft.com/office/drawing/2014/main" id="{A0F737AD-9FF5-0A2A-B5D2-E347F37E0770}"/>
              </a:ext>
            </a:extLst>
          </p:cNvPr>
          <p:cNvCxnSpPr>
            <a:cxnSpLocks/>
          </p:cNvCxnSpPr>
          <p:nvPr/>
        </p:nvCxnSpPr>
        <p:spPr>
          <a:xfrm>
            <a:off x="5353899" y="5697107"/>
            <a:ext cx="16077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3D8792DA-9932-8FE6-F7EA-AFA28CA965D7}"/>
              </a:ext>
            </a:extLst>
          </p:cNvPr>
          <p:cNvSpPr txBox="1"/>
          <p:nvPr/>
        </p:nvSpPr>
        <p:spPr>
          <a:xfrm>
            <a:off x="8748520" y="3519963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関連部署</a:t>
            </a:r>
            <a:endParaRPr kumimoji="1" lang="en-US" altLang="ja-JP" sz="1400" dirty="0"/>
          </a:p>
        </p:txBody>
      </p:sp>
      <p:sp>
        <p:nvSpPr>
          <p:cNvPr id="137" name="四角形: 角を丸くする 136">
            <a:extLst>
              <a:ext uri="{FF2B5EF4-FFF2-40B4-BE49-F238E27FC236}">
                <a16:creationId xmlns:a16="http://schemas.microsoft.com/office/drawing/2014/main" id="{F3F2761C-9963-2F89-14D0-F08272E892DD}"/>
              </a:ext>
            </a:extLst>
          </p:cNvPr>
          <p:cNvSpPr/>
          <p:nvPr/>
        </p:nvSpPr>
        <p:spPr>
          <a:xfrm>
            <a:off x="8876722" y="3873041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MS</a:t>
            </a:r>
            <a:r>
              <a:rPr lang="ja-JP" altLang="en-US" sz="1400" dirty="0"/>
              <a:t>統括部</a:t>
            </a:r>
            <a:endParaRPr kumimoji="1" lang="ja-JP" altLang="en-US" sz="1400" dirty="0"/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B2C132BA-A158-2F6F-5DCC-EAD72EE75449}"/>
              </a:ext>
            </a:extLst>
          </p:cNvPr>
          <p:cNvSpPr txBox="1"/>
          <p:nvPr/>
        </p:nvSpPr>
        <p:spPr>
          <a:xfrm>
            <a:off x="9799455" y="3863153"/>
            <a:ext cx="1579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制御</a:t>
            </a:r>
            <a:r>
              <a:rPr kumimoji="1" lang="en-US" altLang="ja-JP" sz="1400" dirty="0"/>
              <a:t>OMUSVI</a:t>
            </a:r>
            <a:r>
              <a:rPr kumimoji="1" lang="ja-JP" altLang="en-US" sz="1400" dirty="0"/>
              <a:t>関連</a:t>
            </a:r>
            <a:endParaRPr kumimoji="1" lang="en-US" altLang="ja-JP" sz="1400" dirty="0"/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17FB4635-D79F-1393-8044-554935828DB2}"/>
              </a:ext>
            </a:extLst>
          </p:cNvPr>
          <p:cNvSpPr txBox="1"/>
          <p:nvPr/>
        </p:nvSpPr>
        <p:spPr>
          <a:xfrm>
            <a:off x="6738563" y="2842991"/>
            <a:ext cx="1539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（他設計も</a:t>
            </a:r>
            <a:r>
              <a:rPr kumimoji="1" lang="ja-JP" altLang="en-US" sz="1400"/>
              <a:t>必要に</a:t>
            </a:r>
            <a:endParaRPr lang="en-US" altLang="ja-JP" sz="1400"/>
          </a:p>
          <a:p>
            <a:r>
              <a:rPr kumimoji="1" lang="ja-JP" altLang="en-US" sz="1400"/>
              <a:t>　　応じ</a:t>
            </a:r>
            <a:r>
              <a:rPr kumimoji="1" lang="ja-JP" altLang="en-US" sz="1400" dirty="0"/>
              <a:t>会話）</a:t>
            </a:r>
            <a:endParaRPr kumimoji="1" lang="en-US" altLang="ja-JP" sz="1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95E636-1969-6AF4-A299-AAF7977C19B6}"/>
              </a:ext>
            </a:extLst>
          </p:cNvPr>
          <p:cNvSpPr txBox="1"/>
          <p:nvPr/>
        </p:nvSpPr>
        <p:spPr>
          <a:xfrm>
            <a:off x="6557573" y="791183"/>
            <a:ext cx="3179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※</a:t>
            </a:r>
            <a:r>
              <a:rPr kumimoji="1" lang="ja-JP" altLang="en-US" sz="1400" dirty="0"/>
              <a:t>太枠が定例等で主に会話している部署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569E44A-FFC8-5B23-EC5A-CD835EE4B371}"/>
              </a:ext>
            </a:extLst>
          </p:cNvPr>
          <p:cNvSpPr/>
          <p:nvPr/>
        </p:nvSpPr>
        <p:spPr>
          <a:xfrm>
            <a:off x="8872611" y="4276499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/>
              <a:t>DIT</a:t>
            </a:r>
            <a:endParaRPr kumimoji="1" lang="ja-JP" altLang="en-US" sz="1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7DBA8F-A3A1-437C-8DD3-D9D9A995DA05}"/>
              </a:ext>
            </a:extLst>
          </p:cNvPr>
          <p:cNvSpPr txBox="1"/>
          <p:nvPr/>
        </p:nvSpPr>
        <p:spPr>
          <a:xfrm>
            <a:off x="9799456" y="4276905"/>
            <a:ext cx="1579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制御</a:t>
            </a:r>
            <a:r>
              <a:rPr kumimoji="1" lang="en-US" altLang="ja-JP" sz="1400" dirty="0"/>
              <a:t>OMUSVI</a:t>
            </a:r>
            <a:r>
              <a:rPr kumimoji="1" lang="ja-JP" altLang="en-US" sz="1400" dirty="0"/>
              <a:t>関連</a:t>
            </a:r>
            <a:endParaRPr kumimoji="1" lang="en-US" altLang="ja-JP" sz="1400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90BF3F2-98E6-3389-DF9A-726EFD25362C}"/>
              </a:ext>
            </a:extLst>
          </p:cNvPr>
          <p:cNvSpPr/>
          <p:nvPr/>
        </p:nvSpPr>
        <p:spPr>
          <a:xfrm>
            <a:off x="8929281" y="271953"/>
            <a:ext cx="3006413" cy="4103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rgbClr val="FF0000"/>
                </a:solidFill>
              </a:rPr>
              <a:t>赤字</a:t>
            </a:r>
            <a:r>
              <a:rPr kumimoji="1" lang="ja-JP" altLang="en-US" b="1"/>
              <a:t>が</a:t>
            </a:r>
            <a:r>
              <a:rPr kumimoji="1" lang="en-US" altLang="ja-JP" b="1"/>
              <a:t>1Q</a:t>
            </a:r>
            <a:r>
              <a:rPr kumimoji="1" lang="ja-JP" altLang="en-US" b="1"/>
              <a:t>からの変化点</a:t>
            </a:r>
            <a:endParaRPr kumimoji="1" lang="ja-JP" altLang="en-US" b="1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FD5F3433-58A2-39C4-ECCB-0D3F4201C43B}"/>
              </a:ext>
            </a:extLst>
          </p:cNvPr>
          <p:cNvSpPr/>
          <p:nvPr/>
        </p:nvSpPr>
        <p:spPr>
          <a:xfrm>
            <a:off x="8876722" y="4680329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400">
                <a:solidFill>
                  <a:srgbClr val="FF0000"/>
                </a:solidFill>
              </a:rPr>
              <a:t>TS</a:t>
            </a:r>
            <a:r>
              <a:rPr lang="ja-JP" altLang="en-US" sz="1400">
                <a:solidFill>
                  <a:srgbClr val="FF0000"/>
                </a:solidFill>
              </a:rPr>
              <a:t>部品表活用</a:t>
            </a:r>
            <a:endParaRPr lang="en-US" altLang="ja-JP" sz="1400" dirty="0">
              <a:solidFill>
                <a:srgbClr val="FF0000"/>
              </a:solidFill>
            </a:endParaRPr>
          </a:p>
          <a:p>
            <a:pPr algn="ctr"/>
            <a:r>
              <a:rPr lang="ja-JP" altLang="en-US" sz="1400" dirty="0">
                <a:solidFill>
                  <a:srgbClr val="FF0000"/>
                </a:solidFill>
              </a:rPr>
              <a:t>システム部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8FBD106-5324-9B9B-8F9B-120CA8F46D6D}"/>
              </a:ext>
            </a:extLst>
          </p:cNvPr>
          <p:cNvSpPr txBox="1"/>
          <p:nvPr/>
        </p:nvSpPr>
        <p:spPr>
          <a:xfrm>
            <a:off x="9788209" y="4670441"/>
            <a:ext cx="16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>
                <a:solidFill>
                  <a:srgbClr val="FF0000"/>
                </a:solidFill>
              </a:rPr>
              <a:t>G-CIS</a:t>
            </a:r>
            <a:r>
              <a:rPr kumimoji="1" lang="ja-JP" altLang="en-US" sz="1400">
                <a:solidFill>
                  <a:srgbClr val="FF0000"/>
                </a:solidFill>
              </a:rPr>
              <a:t>、法規認証</a:t>
            </a:r>
            <a:r>
              <a:rPr kumimoji="1" lang="en-US" altLang="ja-JP" sz="1400">
                <a:solidFill>
                  <a:srgbClr val="FF0000"/>
                </a:solidFill>
              </a:rPr>
              <a:t>DX</a:t>
            </a:r>
            <a:endParaRPr kumimoji="1" lang="en-US" altLang="ja-JP" sz="1400" dirty="0">
              <a:solidFill>
                <a:srgbClr val="FF0000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C73D4E9-9654-6077-0030-6C2CF71DDE4F}"/>
              </a:ext>
            </a:extLst>
          </p:cNvPr>
          <p:cNvSpPr/>
          <p:nvPr/>
        </p:nvSpPr>
        <p:spPr>
          <a:xfrm>
            <a:off x="3415448" y="4629899"/>
            <a:ext cx="922733" cy="288000"/>
          </a:xfrm>
          <a:prstGeom prst="round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0000"/>
                </a:solidFill>
              </a:rPr>
              <a:t>TS</a:t>
            </a:r>
            <a:r>
              <a:rPr lang="ja-JP" altLang="en-US" sz="1400" b="1">
                <a:solidFill>
                  <a:srgbClr val="FF0000"/>
                </a:solidFill>
              </a:rPr>
              <a:t>鈴木</a:t>
            </a:r>
            <a:endParaRPr kumimoji="1" lang="ja-JP" altLang="en-US" sz="1400" b="1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1C9B2D-1814-4384-2D4A-BB0B2DA8F60B}"/>
              </a:ext>
            </a:extLst>
          </p:cNvPr>
          <p:cNvSpPr txBox="1"/>
          <p:nvPr/>
        </p:nvSpPr>
        <p:spPr>
          <a:xfrm>
            <a:off x="4353387" y="449728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>
                <a:solidFill>
                  <a:srgbClr val="FF0000"/>
                </a:solidFill>
              </a:rPr>
              <a:t>ADAS</a:t>
            </a:r>
          </a:p>
          <a:p>
            <a:r>
              <a:rPr kumimoji="1" lang="ja-JP" altLang="en-US" sz="1400" b="1">
                <a:solidFill>
                  <a:srgbClr val="FF0000"/>
                </a:solidFill>
              </a:rPr>
              <a:t>機能評価</a:t>
            </a:r>
            <a:endParaRPr lang="en-US" altLang="ja-JP" sz="1400" b="1" dirty="0">
              <a:solidFill>
                <a:srgbClr val="FF0000"/>
              </a:solidFill>
            </a:endParaRPr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D952BF68-3A3C-0D76-471F-C1B846F3091B}"/>
              </a:ext>
            </a:extLst>
          </p:cNvPr>
          <p:cNvCxnSpPr>
            <a:cxnSpLocks/>
            <a:stCxn id="53" idx="2"/>
            <a:endCxn id="12" idx="1"/>
          </p:cNvCxnSpPr>
          <p:nvPr/>
        </p:nvCxnSpPr>
        <p:spPr>
          <a:xfrm rot="16200000" flipH="1">
            <a:off x="2731669" y="4090120"/>
            <a:ext cx="1172100" cy="195457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710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５</a:t>
            </a:r>
            <a:r>
              <a:rPr kumimoji="1" lang="ja-JP" altLang="en-US"/>
              <a:t>．費用・契約内容</a:t>
            </a:r>
          </a:p>
        </p:txBody>
      </p:sp>
      <p:sp>
        <p:nvSpPr>
          <p:cNvPr id="4" name="Text Box 41">
            <a:extLst>
              <a:ext uri="{FF2B5EF4-FFF2-40B4-BE49-F238E27FC236}">
                <a16:creationId xmlns:a16="http://schemas.microsoft.com/office/drawing/2014/main" id="{5A07C7DB-577F-AC14-107C-871EBC6030C0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52466" y="1087083"/>
            <a:ext cx="9185118" cy="292192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72000" tIns="36000" rIns="72000" bIns="0" anchor="ctr" anchorCtr="0">
            <a:no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600">
                <a:latin typeface="+mn-ea"/>
                <a:ea typeface="+mn-ea"/>
              </a:rPr>
              <a:t>◆ </a:t>
            </a:r>
            <a:r>
              <a:rPr lang="ja-JP" altLang="en-US" sz="1600">
                <a:latin typeface="+mn-ea"/>
                <a:ea typeface="+mn-ea"/>
              </a:rPr>
              <a:t>契約形式　  ： 請負契約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600">
                <a:latin typeface="+mn-ea"/>
                <a:ea typeface="+mn-ea"/>
              </a:rPr>
              <a:t>◆ 御見積工数 ： </a:t>
            </a:r>
            <a:r>
              <a:rPr lang="en-US" altLang="ja-JP" sz="1600" dirty="0">
                <a:latin typeface="+mn-ea"/>
                <a:ea typeface="+mn-ea"/>
              </a:rPr>
              <a:t>28.72</a:t>
            </a:r>
            <a:r>
              <a:rPr lang="ja-JP" altLang="en-US" sz="1600">
                <a:latin typeface="+mn-ea"/>
                <a:ea typeface="+mn-ea"/>
              </a:rPr>
              <a:t>人月相当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ja-JP" altLang="en-US" sz="1600">
                <a:latin typeface="+mn-ea"/>
                <a:ea typeface="+mn-ea"/>
              </a:rPr>
              <a:t>◆ 御見積金額 ： </a:t>
            </a:r>
            <a:r>
              <a:rPr lang="en-US" altLang="ja-JP" sz="1600" dirty="0">
                <a:latin typeface="+mn-ea"/>
                <a:ea typeface="+mn-ea"/>
              </a:rPr>
              <a:t>41,406.5</a:t>
            </a:r>
            <a:r>
              <a:rPr lang="ja-JP" altLang="en-US" sz="1600">
                <a:latin typeface="+mn-ea"/>
                <a:ea typeface="+mn-ea"/>
              </a:rPr>
              <a:t>千円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600">
                <a:latin typeface="+mn-ea"/>
                <a:ea typeface="+mn-ea"/>
              </a:rPr>
              <a:t>◆ 作業期間　　： ～</a:t>
            </a:r>
            <a:r>
              <a:rPr lang="en-US" altLang="ja-JP" sz="1600">
                <a:latin typeface="+mn-ea"/>
                <a:ea typeface="+mn-ea"/>
              </a:rPr>
              <a:t>2026</a:t>
            </a:r>
            <a:r>
              <a:rPr lang="ja-JP" altLang="en-US" sz="1600">
                <a:latin typeface="+mn-ea"/>
                <a:ea typeface="+mn-ea"/>
              </a:rPr>
              <a:t>年</a:t>
            </a:r>
            <a:r>
              <a:rPr lang="en-US" altLang="ja-JP" sz="1600">
                <a:latin typeface="+mn-ea"/>
                <a:ea typeface="+mn-ea"/>
              </a:rPr>
              <a:t>9</a:t>
            </a:r>
            <a:r>
              <a:rPr lang="ja-JP" altLang="en-US" sz="1600">
                <a:latin typeface="+mn-ea"/>
                <a:ea typeface="+mn-ea"/>
              </a:rPr>
              <a:t>月</a:t>
            </a:r>
            <a:r>
              <a:rPr lang="en-US" altLang="ja-JP" sz="1600" dirty="0">
                <a:latin typeface="+mn-ea"/>
                <a:ea typeface="+mn-ea"/>
              </a:rPr>
              <a:t>30</a:t>
            </a:r>
            <a:r>
              <a:rPr lang="ja-JP" altLang="en-US" sz="1600">
                <a:latin typeface="+mn-ea"/>
                <a:ea typeface="+mn-ea"/>
              </a:rPr>
              <a:t>日</a:t>
            </a:r>
            <a:endParaRPr lang="en-US" altLang="ja-JP" sz="160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600">
                <a:latin typeface="+mn-ea"/>
                <a:ea typeface="+mn-ea"/>
              </a:rPr>
              <a:t>◆ 作業場所　　： 貴社指定場所</a:t>
            </a:r>
            <a:endParaRPr lang="en-US" altLang="ja-JP" sz="160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600">
                <a:latin typeface="+mn-ea"/>
                <a:ea typeface="+mn-ea"/>
              </a:rPr>
              <a:t>◆ 成果物　　　 ： 実施報告書及び各種付随資料</a:t>
            </a:r>
            <a:endParaRPr lang="en-US" altLang="ja-JP" sz="160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600">
                <a:latin typeface="+mn-ea"/>
                <a:ea typeface="+mn-ea"/>
              </a:rPr>
              <a:t>◆ 検収条件　　： 成果物が全て揃っており、</a:t>
            </a:r>
            <a:r>
              <a:rPr lang="en-US" altLang="zh-TW" sz="1600" dirty="0">
                <a:latin typeface="+mn-ea"/>
                <a:ea typeface="+mn-ea"/>
              </a:rPr>
              <a:t>PDSX</a:t>
            </a:r>
            <a:r>
              <a:rPr lang="ja-JP" altLang="en-US" sz="1600">
                <a:latin typeface="+mn-ea"/>
                <a:ea typeface="+mn-ea"/>
              </a:rPr>
              <a:t>様のレビューを受け、合意できていること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D2CEF6B9-4A5C-C011-C357-194BF9CCF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501611"/>
              </p:ext>
            </p:extLst>
          </p:nvPr>
        </p:nvGraphicFramePr>
        <p:xfrm>
          <a:off x="652466" y="4094633"/>
          <a:ext cx="9185118" cy="232080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49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5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5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4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00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/>
                        <a:t>ランク</a:t>
                      </a:r>
                      <a:endParaRPr kumimoji="1" lang="ja-JP" altLang="en-US" sz="16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/>
                        <a:t>単価（千円／人月）</a:t>
                      </a:r>
                      <a:endParaRPr kumimoji="1" lang="ja-JP" altLang="en-US" sz="16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/>
                        <a:t>工数（人月）</a:t>
                      </a:r>
                      <a:endParaRPr kumimoji="1" lang="ja-JP" altLang="en-US" sz="16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/>
                        <a:t>費用（千円）</a:t>
                      </a:r>
                      <a:endParaRPr kumimoji="1" lang="ja-JP" altLang="en-US" sz="16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/>
                        <a:t>初級</a:t>
                      </a:r>
                      <a:r>
                        <a:rPr kumimoji="1" lang="en-US" altLang="ja-JP"/>
                        <a:t>SA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/>
                        <a:t>1,610</a:t>
                      </a:r>
                      <a:endParaRPr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>
                          <a:solidFill>
                            <a:schemeClr val="tx1"/>
                          </a:solidFill>
                        </a:rPr>
                        <a:t>6.20</a:t>
                      </a:r>
                      <a:endParaRPr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b="0">
                          <a:solidFill>
                            <a:schemeClr val="tx1"/>
                          </a:solidFill>
                        </a:rPr>
                        <a:t>9,982.0</a:t>
                      </a:r>
                      <a:endParaRPr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670586"/>
                  </a:ext>
                </a:extLst>
              </a:tr>
              <a:tr h="2817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/>
                        <a:t>上級</a:t>
                      </a:r>
                      <a:r>
                        <a:rPr kumimoji="1" lang="en-US" altLang="ja-JP"/>
                        <a:t>SE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/>
                        <a:t>1,430</a:t>
                      </a:r>
                      <a:endParaRPr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>
                          <a:solidFill>
                            <a:schemeClr val="tx1"/>
                          </a:solidFill>
                        </a:rPr>
                        <a:t>20.00</a:t>
                      </a:r>
                      <a:endParaRPr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b="0">
                          <a:solidFill>
                            <a:schemeClr val="tx1"/>
                          </a:solidFill>
                        </a:rPr>
                        <a:t>28,600.0</a:t>
                      </a:r>
                      <a:endParaRPr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799183"/>
                  </a:ext>
                </a:extLst>
              </a:tr>
              <a:tr h="2817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/>
                        <a:t>初級</a:t>
                      </a:r>
                      <a:r>
                        <a:rPr kumimoji="1" lang="en-US" altLang="ja-JP"/>
                        <a:t>SE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/>
                        <a:t>1,210</a:t>
                      </a:r>
                      <a:endParaRPr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>
                          <a:solidFill>
                            <a:schemeClr val="tx1"/>
                          </a:solidFill>
                        </a:rPr>
                        <a:t>1.45</a:t>
                      </a:r>
                      <a:endParaRPr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b="0">
                          <a:solidFill>
                            <a:schemeClr val="tx1"/>
                          </a:solidFill>
                        </a:rPr>
                        <a:t>1,754.5</a:t>
                      </a:r>
                      <a:endParaRPr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473861"/>
                  </a:ext>
                </a:extLst>
              </a:tr>
              <a:tr h="2817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/>
                        <a:t>上級</a:t>
                      </a:r>
                      <a:r>
                        <a:rPr kumimoji="1" lang="en-US" altLang="ja-JP"/>
                        <a:t>PG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/>
                        <a:t>1,000</a:t>
                      </a:r>
                      <a:endParaRPr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>
                          <a:solidFill>
                            <a:schemeClr val="tx1"/>
                          </a:solidFill>
                        </a:rPr>
                        <a:t>1.07</a:t>
                      </a:r>
                      <a:endParaRPr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b="0">
                          <a:solidFill>
                            <a:schemeClr val="tx1"/>
                          </a:solidFill>
                        </a:rPr>
                        <a:t>1,070.0</a:t>
                      </a:r>
                      <a:endParaRPr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13474"/>
                  </a:ext>
                </a:extLst>
              </a:tr>
              <a:tr h="281776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b="1"/>
                        <a:t>合計</a:t>
                      </a:r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1">
                          <a:solidFill>
                            <a:schemeClr val="tx1"/>
                          </a:solidFill>
                        </a:rPr>
                        <a:t>28.72</a:t>
                      </a:r>
                      <a:endParaRPr kumimoji="1" lang="ja-JP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1">
                          <a:solidFill>
                            <a:schemeClr val="tx1"/>
                          </a:solidFill>
                        </a:rPr>
                        <a:t>41,406.5</a:t>
                      </a:r>
                      <a:endParaRPr kumimoji="1" lang="ja-JP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8BA93D9-7300-BF5A-F944-38386A6C9E66}"/>
              </a:ext>
            </a:extLst>
          </p:cNvPr>
          <p:cNvSpPr/>
          <p:nvPr/>
        </p:nvSpPr>
        <p:spPr>
          <a:xfrm>
            <a:off x="8828241" y="271953"/>
            <a:ext cx="3107454" cy="4103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/>
              <a:t>工数、費用は</a:t>
            </a:r>
            <a:r>
              <a:rPr lang="en-US" altLang="ja-JP" b="1"/>
              <a:t>1Q</a:t>
            </a:r>
            <a:r>
              <a:rPr lang="ja-JP" altLang="en-US" b="1"/>
              <a:t>と同じ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473059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以上</a:t>
            </a:r>
          </a:p>
        </p:txBody>
      </p:sp>
    </p:spTree>
    <p:extLst>
      <p:ext uri="{BB962C8B-B14F-4D97-AF65-F5344CB8AC3E}">
        <p14:creationId xmlns:p14="http://schemas.microsoft.com/office/powerpoint/2010/main" val="143704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666E4-C7FA-FFF2-EC46-0F1C574C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43E131F-D349-BFF0-43C1-3FBD98CB50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（参考）各案件と関連案件の関係図</a:t>
            </a:r>
          </a:p>
          <a:p>
            <a:endParaRPr kumimoji="1" lang="ja-JP" altLang="en-US" sz="3200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762B1F5A-5D5C-2099-7B96-504F73349E21}"/>
              </a:ext>
            </a:extLst>
          </p:cNvPr>
          <p:cNvSpPr txBox="1"/>
          <p:nvPr/>
        </p:nvSpPr>
        <p:spPr>
          <a:xfrm>
            <a:off x="161361" y="996662"/>
            <a:ext cx="3167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/>
              <a:t>各案件と関連案件の関係図</a:t>
            </a:r>
            <a:endParaRPr lang="en-US" altLang="ja-JP" sz="2000" b="1" dirty="0"/>
          </a:p>
        </p:txBody>
      </p:sp>
      <p:graphicFrame>
        <p:nvGraphicFramePr>
          <p:cNvPr id="45" name="表 44">
            <a:extLst>
              <a:ext uri="{FF2B5EF4-FFF2-40B4-BE49-F238E27FC236}">
                <a16:creationId xmlns:a16="http://schemas.microsoft.com/office/drawing/2014/main" id="{21C505BE-4454-92E0-7850-4BCA715B4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563929"/>
              </p:ext>
            </p:extLst>
          </p:nvPr>
        </p:nvGraphicFramePr>
        <p:xfrm>
          <a:off x="6931854" y="3068561"/>
          <a:ext cx="4913948" cy="316134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54443">
                  <a:extLst>
                    <a:ext uri="{9D8B030D-6E8A-4147-A177-3AD203B41FA5}">
                      <a16:colId xmlns:a16="http://schemas.microsoft.com/office/drawing/2014/main" val="1017421454"/>
                    </a:ext>
                  </a:extLst>
                </a:gridCol>
                <a:gridCol w="3659505">
                  <a:extLst>
                    <a:ext uri="{9D8B030D-6E8A-4147-A177-3AD203B41FA5}">
                      <a16:colId xmlns:a16="http://schemas.microsoft.com/office/drawing/2014/main" val="756272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600"/>
                        <a:t>活動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/>
                        <a:t>状況、及び、方向性（数年後想定）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48848"/>
                  </a:ext>
                </a:extLst>
              </a:tr>
              <a:tr h="918876">
                <a:tc>
                  <a:txBody>
                    <a:bodyPr/>
                    <a:lstStyle/>
                    <a:p>
                      <a:r>
                        <a:rPr kumimoji="1" lang="ja-JP" altLang="en-US" sz="1600"/>
                        <a:t>①</a:t>
                      </a:r>
                      <a:endParaRPr kumimoji="1" lang="en-US" altLang="ja-JP" sz="1600"/>
                    </a:p>
                    <a:p>
                      <a:r>
                        <a:rPr kumimoji="1" lang="ja-JP" altLang="en-US" sz="1600"/>
                        <a:t>制御仕様書</a:t>
                      </a:r>
                      <a:endParaRPr kumimoji="1" lang="en-US" altLang="ja-JP" sz="1600"/>
                    </a:p>
                    <a:p>
                      <a:r>
                        <a:rPr kumimoji="1" lang="en-US" altLang="ja-JP" sz="1600"/>
                        <a:t>OMUSVI</a:t>
                      </a:r>
                      <a:endParaRPr kumimoji="1" lang="ja-JP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b="1">
                          <a:solidFill>
                            <a:srgbClr val="FF0000"/>
                          </a:solidFill>
                        </a:rPr>
                        <a:t>DTC U</a:t>
                      </a:r>
                      <a:r>
                        <a:rPr kumimoji="1" lang="ja-JP" altLang="en-US" sz="1600" b="1">
                          <a:solidFill>
                            <a:srgbClr val="FF0000"/>
                          </a:solidFill>
                        </a:rPr>
                        <a:t>コード自動引当</a:t>
                      </a:r>
                      <a:r>
                        <a:rPr kumimoji="1" lang="en-US" altLang="ja-JP" sz="1600" b="1">
                          <a:solidFill>
                            <a:srgbClr val="FF0000"/>
                          </a:solidFill>
                        </a:rPr>
                        <a:t>PoC</a:t>
                      </a:r>
                      <a:r>
                        <a:rPr kumimoji="1" lang="ja-JP" altLang="en-US" sz="1600" b="1">
                          <a:solidFill>
                            <a:srgbClr val="FF0000"/>
                          </a:solidFill>
                        </a:rPr>
                        <a:t>は、号口化に向けて、サービス部、</a:t>
                      </a:r>
                      <a:r>
                        <a:rPr kumimoji="1" lang="en-US" altLang="ja-JP" sz="1600" b="1">
                          <a:solidFill>
                            <a:srgbClr val="FF0000"/>
                          </a:solidFill>
                        </a:rPr>
                        <a:t>DIT</a:t>
                      </a:r>
                      <a:r>
                        <a:rPr kumimoji="1" lang="ja-JP" altLang="en-US" sz="1600" b="1">
                          <a:solidFill>
                            <a:srgbClr val="FF0000"/>
                          </a:solidFill>
                        </a:rPr>
                        <a:t>と会話開始。</a:t>
                      </a:r>
                      <a:endParaRPr kumimoji="1" lang="en-US" altLang="ja-JP" sz="1600" b="1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en-US" altLang="ja-JP" sz="1600" b="1">
                          <a:solidFill>
                            <a:srgbClr val="FF0000"/>
                          </a:solidFill>
                        </a:rPr>
                        <a:t>GTS+OMUSVI</a:t>
                      </a:r>
                      <a:r>
                        <a:rPr kumimoji="1" lang="ja-JP" altLang="en-US" sz="1600" b="1">
                          <a:solidFill>
                            <a:srgbClr val="FF0000"/>
                          </a:solidFill>
                        </a:rPr>
                        <a:t>とも今後共有予定。</a:t>
                      </a:r>
                      <a:endParaRPr kumimoji="1" lang="en-US" altLang="ja-JP" sz="16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362014"/>
                  </a:ext>
                </a:extLst>
              </a:tr>
              <a:tr h="840386">
                <a:tc>
                  <a:txBody>
                    <a:bodyPr/>
                    <a:lstStyle/>
                    <a:p>
                      <a:r>
                        <a:rPr kumimoji="1" lang="ja-JP" altLang="en-US" sz="1600"/>
                        <a:t>②</a:t>
                      </a:r>
                      <a:r>
                        <a:rPr kumimoji="1" lang="en-US" altLang="ja-JP" sz="1600"/>
                        <a:t>-1.</a:t>
                      </a:r>
                    </a:p>
                    <a:p>
                      <a:r>
                        <a:rPr kumimoji="1" lang="en-US" altLang="ja-JP" sz="1600"/>
                        <a:t>ADAS</a:t>
                      </a:r>
                      <a:r>
                        <a:rPr kumimoji="1" lang="ja-JP" altLang="en-US" sz="1600"/>
                        <a:t>認証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/>
                        <a:t>制御</a:t>
                      </a:r>
                      <a:r>
                        <a:rPr kumimoji="1" lang="en-US" altLang="ja-JP" sz="1600"/>
                        <a:t>OMUSVI</a:t>
                      </a:r>
                      <a:r>
                        <a:rPr kumimoji="1" lang="ja-JP" altLang="en-US" sz="1600"/>
                        <a:t>、認証</a:t>
                      </a:r>
                      <a:r>
                        <a:rPr kumimoji="1" lang="en-US" altLang="ja-JP" sz="1600"/>
                        <a:t>OMUSVI</a:t>
                      </a:r>
                      <a:r>
                        <a:rPr kumimoji="1" lang="ja-JP" altLang="en-US" sz="1600"/>
                        <a:t>への統合？</a:t>
                      </a:r>
                      <a:endParaRPr kumimoji="1" lang="en-US" altLang="ja-JP" sz="1600"/>
                    </a:p>
                    <a:p>
                      <a:r>
                        <a:rPr kumimoji="1" lang="ja-JP" altLang="en-US" sz="1600"/>
                        <a:t>（</a:t>
                      </a:r>
                      <a:r>
                        <a:rPr kumimoji="1" lang="en-US" altLang="ja-JP" sz="1600"/>
                        <a:t>ALM</a:t>
                      </a:r>
                      <a:r>
                        <a:rPr kumimoji="1" lang="ja-JP" altLang="en-US" sz="1600"/>
                        <a:t>、</a:t>
                      </a:r>
                      <a:r>
                        <a:rPr kumimoji="1" lang="en-US" altLang="ja-JP" sz="1600"/>
                        <a:t>DIT</a:t>
                      </a:r>
                      <a:r>
                        <a:rPr kumimoji="1" lang="ja-JP" altLang="en-US" sz="1600"/>
                        <a:t>と共有実施中）</a:t>
                      </a:r>
                      <a:endParaRPr kumimoji="1" lang="en-US" altLang="ja-JP" sz="1600"/>
                    </a:p>
                    <a:p>
                      <a:r>
                        <a:rPr kumimoji="1" lang="ja-JP" altLang="en-US" sz="1600" b="1">
                          <a:solidFill>
                            <a:srgbClr val="FF0000"/>
                          </a:solidFill>
                        </a:rPr>
                        <a:t>法規認証</a:t>
                      </a:r>
                      <a:r>
                        <a:rPr kumimoji="1" lang="en-US" altLang="ja-JP" sz="1600" b="1">
                          <a:solidFill>
                            <a:srgbClr val="FF0000"/>
                          </a:solidFill>
                        </a:rPr>
                        <a:t>DX</a:t>
                      </a:r>
                      <a:r>
                        <a:rPr kumimoji="1" lang="ja-JP" altLang="en-US" sz="1600" b="1">
                          <a:solidFill>
                            <a:srgbClr val="FF0000"/>
                          </a:solidFill>
                        </a:rPr>
                        <a:t>とも将来的に関連あり。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209139"/>
                  </a:ext>
                </a:extLst>
              </a:tr>
              <a:tr h="840386">
                <a:tc>
                  <a:txBody>
                    <a:bodyPr/>
                    <a:lstStyle/>
                    <a:p>
                      <a:r>
                        <a:rPr kumimoji="1" lang="ja-JP" altLang="en-US" sz="1600"/>
                        <a:t>②</a:t>
                      </a:r>
                      <a:r>
                        <a:rPr kumimoji="1" lang="en-US" altLang="ja-JP" sz="1600"/>
                        <a:t>-2.</a:t>
                      </a:r>
                    </a:p>
                    <a:p>
                      <a:r>
                        <a:rPr kumimoji="1" lang="en-US" altLang="ja-JP" sz="1600"/>
                        <a:t>SU</a:t>
                      </a:r>
                      <a:r>
                        <a:rPr kumimoji="1" lang="ja-JP" altLang="en-US" sz="1600"/>
                        <a:t>認証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/>
                        <a:t>DIT</a:t>
                      </a:r>
                      <a:r>
                        <a:rPr kumimoji="1" lang="ja-JP" altLang="en-US" sz="1600"/>
                        <a:t>推進の</a:t>
                      </a:r>
                      <a:r>
                        <a:rPr kumimoji="1" lang="en-US" altLang="ja-JP" sz="1600"/>
                        <a:t>RxSWIN</a:t>
                      </a:r>
                      <a:r>
                        <a:rPr kumimoji="1" lang="ja-JP" altLang="en-US" sz="1600"/>
                        <a:t>活動と仕組みを共通</a:t>
                      </a:r>
                      <a:endParaRPr kumimoji="1" lang="en-US" altLang="ja-JP" sz="1600"/>
                    </a:p>
                    <a:p>
                      <a:r>
                        <a:rPr lang="ja-JP" altLang="en-US" sz="1600"/>
                        <a:t>できる可能性があるため、</a:t>
                      </a:r>
                      <a:r>
                        <a:rPr lang="en-US" altLang="ja-JP" sz="1600"/>
                        <a:t>PDSX/DIT/TS</a:t>
                      </a:r>
                      <a:r>
                        <a:rPr lang="ja-JP" altLang="en-US" sz="1600"/>
                        <a:t>で連携しつつ推進。</a:t>
                      </a:r>
                      <a:r>
                        <a:rPr kumimoji="1" lang="ja-JP" altLang="en-US" sz="1600" b="1">
                          <a:solidFill>
                            <a:srgbClr val="FF0000"/>
                          </a:solidFill>
                        </a:rPr>
                        <a:t>汎用検索は、先行して、</a:t>
                      </a:r>
                      <a:r>
                        <a:rPr kumimoji="1" lang="en-US" altLang="ja-JP" sz="1600" b="1">
                          <a:solidFill>
                            <a:srgbClr val="FF0000"/>
                          </a:solidFill>
                        </a:rPr>
                        <a:t>PoC</a:t>
                      </a:r>
                      <a:r>
                        <a:rPr kumimoji="1" lang="ja-JP" altLang="en-US" sz="1600" b="1">
                          <a:solidFill>
                            <a:srgbClr val="FF0000"/>
                          </a:solidFill>
                        </a:rPr>
                        <a:t>検証→</a:t>
                      </a:r>
                      <a:r>
                        <a:rPr kumimoji="1" lang="en-US" altLang="ja-JP" sz="1600" b="1">
                          <a:solidFill>
                            <a:srgbClr val="FF0000"/>
                          </a:solidFill>
                        </a:rPr>
                        <a:t>DIT</a:t>
                      </a:r>
                      <a:r>
                        <a:rPr kumimoji="1" lang="ja-JP" altLang="en-US" sz="1600" b="1">
                          <a:solidFill>
                            <a:srgbClr val="FF0000"/>
                          </a:solidFill>
                        </a:rPr>
                        <a:t>号口化へ。</a:t>
                      </a:r>
                      <a:endParaRPr kumimoji="1" lang="en-US" altLang="ja-JP" sz="16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06413"/>
                  </a:ext>
                </a:extLst>
              </a:tr>
            </a:tbl>
          </a:graphicData>
        </a:graphic>
      </p:graphicFrame>
      <p:sp>
        <p:nvSpPr>
          <p:cNvPr id="16" name="斜め縞 15">
            <a:extLst>
              <a:ext uri="{FF2B5EF4-FFF2-40B4-BE49-F238E27FC236}">
                <a16:creationId xmlns:a16="http://schemas.microsoft.com/office/drawing/2014/main" id="{4038E267-CACB-3D72-8588-554DD8926AD0}"/>
              </a:ext>
            </a:extLst>
          </p:cNvPr>
          <p:cNvSpPr/>
          <p:nvPr/>
        </p:nvSpPr>
        <p:spPr>
          <a:xfrm>
            <a:off x="3133219" y="1991088"/>
            <a:ext cx="2423051" cy="4092987"/>
          </a:xfrm>
          <a:prstGeom prst="diagStripe">
            <a:avLst>
              <a:gd name="adj" fmla="val 78164"/>
            </a:avLst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" name="斜め縞 16">
            <a:extLst>
              <a:ext uri="{FF2B5EF4-FFF2-40B4-BE49-F238E27FC236}">
                <a16:creationId xmlns:a16="http://schemas.microsoft.com/office/drawing/2014/main" id="{95649D20-9410-34F8-478D-02E702F25947}"/>
              </a:ext>
            </a:extLst>
          </p:cNvPr>
          <p:cNvSpPr/>
          <p:nvPr/>
        </p:nvSpPr>
        <p:spPr>
          <a:xfrm flipH="1">
            <a:off x="710168" y="1991088"/>
            <a:ext cx="2423051" cy="4092987"/>
          </a:xfrm>
          <a:prstGeom prst="diagStripe">
            <a:avLst>
              <a:gd name="adj" fmla="val 78164"/>
            </a:avLst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6C1C087-5264-B075-3A07-102F07C79B1E}"/>
              </a:ext>
            </a:extLst>
          </p:cNvPr>
          <p:cNvSpPr txBox="1"/>
          <p:nvPr/>
        </p:nvSpPr>
        <p:spPr>
          <a:xfrm>
            <a:off x="3530440" y="3925539"/>
            <a:ext cx="1380827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sz="1400"/>
              <a:t>②</a:t>
            </a:r>
            <a:r>
              <a:rPr lang="en-US" altLang="ja-JP" sz="1400"/>
              <a:t>-1.</a:t>
            </a:r>
            <a:r>
              <a:rPr kumimoji="1" lang="en-US" altLang="ja-JP" sz="1400"/>
              <a:t>ADAS</a:t>
            </a:r>
            <a:r>
              <a:rPr kumimoji="1" lang="ja-JP" altLang="en-US" sz="1400"/>
              <a:t>認証</a:t>
            </a:r>
            <a:endParaRPr kumimoji="1" lang="en-US" altLang="ja-JP" sz="1400"/>
          </a:p>
          <a:p>
            <a:r>
              <a:rPr kumimoji="1" lang="en-US" altLang="ja-JP" sz="1400"/>
              <a:t>(</a:t>
            </a:r>
            <a:r>
              <a:rPr kumimoji="1" lang="en-US" altLang="ja-JP" sz="1400" dirty="0"/>
              <a:t>G-CIS</a:t>
            </a:r>
            <a:r>
              <a:rPr kumimoji="1" lang="ja-JP" altLang="en-US" sz="1400" dirty="0"/>
              <a:t>連携</a:t>
            </a:r>
            <a:r>
              <a:rPr kumimoji="1" lang="en-US" altLang="ja-JP" sz="1400" dirty="0"/>
              <a:t>)</a:t>
            </a:r>
            <a:endParaRPr kumimoji="1" lang="ja-JP" altLang="en-US" sz="14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0E6568D-FBB7-3AE1-C845-ED7A770DE5A7}"/>
              </a:ext>
            </a:extLst>
          </p:cNvPr>
          <p:cNvSpPr txBox="1"/>
          <p:nvPr/>
        </p:nvSpPr>
        <p:spPr>
          <a:xfrm>
            <a:off x="900098" y="3776887"/>
            <a:ext cx="1258678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制御</a:t>
            </a:r>
            <a:r>
              <a:rPr kumimoji="1" lang="en-US" altLang="ja-JP" sz="1400" b="1" dirty="0"/>
              <a:t>OMUSVI</a:t>
            </a:r>
            <a:endParaRPr kumimoji="1" lang="ja-JP" altLang="en-US" sz="1400" b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B898C73-59A5-F070-56C5-3329D9F177FB}"/>
              </a:ext>
            </a:extLst>
          </p:cNvPr>
          <p:cNvSpPr txBox="1"/>
          <p:nvPr/>
        </p:nvSpPr>
        <p:spPr>
          <a:xfrm>
            <a:off x="4799721" y="2352077"/>
            <a:ext cx="1614877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サービス部　</a:t>
            </a:r>
            <a:r>
              <a:rPr lang="ja-JP" altLang="en-US" sz="1400" b="1"/>
              <a:t>新編集</a:t>
            </a:r>
            <a:r>
              <a:rPr lang="en-US" altLang="ja-JP" sz="1400" b="1"/>
              <a:t>(</a:t>
            </a:r>
            <a:r>
              <a:rPr lang="ja-JP" altLang="en-US" sz="1400" b="1"/>
              <a:t>新</a:t>
            </a:r>
            <a:r>
              <a:rPr lang="en-US" altLang="ja-JP" sz="1400" b="1"/>
              <a:t>TSI)</a:t>
            </a:r>
            <a:endParaRPr kumimoji="1" lang="ja-JP" altLang="en-US" sz="1400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FE1C53D-980D-FD41-A5D7-47A119ACE7F9}"/>
              </a:ext>
            </a:extLst>
          </p:cNvPr>
          <p:cNvSpPr txBox="1"/>
          <p:nvPr/>
        </p:nvSpPr>
        <p:spPr>
          <a:xfrm>
            <a:off x="1621492" y="4414110"/>
            <a:ext cx="156966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ボデー設計</a:t>
            </a:r>
            <a:r>
              <a:rPr lang="ja-JP" altLang="en-US" sz="1400"/>
              <a:t>情報</a:t>
            </a:r>
            <a:r>
              <a:rPr lang="en-US" altLang="ja-JP" sz="1400"/>
              <a:t>DB</a:t>
            </a:r>
          </a:p>
          <a:p>
            <a:r>
              <a:rPr lang="en-US" altLang="ja-JP" sz="1400"/>
              <a:t>(</a:t>
            </a:r>
            <a:r>
              <a:rPr lang="en-US" altLang="ja-JP" sz="1400" dirty="0"/>
              <a:t>STRDST)</a:t>
            </a:r>
            <a:endParaRPr kumimoji="1" lang="ja-JP" altLang="en-US" sz="14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F52DC04-280C-5992-8B89-00D3E836473D}"/>
              </a:ext>
            </a:extLst>
          </p:cNvPr>
          <p:cNvSpPr txBox="1"/>
          <p:nvPr/>
        </p:nvSpPr>
        <p:spPr>
          <a:xfrm>
            <a:off x="4951773" y="3846098"/>
            <a:ext cx="1176925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sz="1400" b="1"/>
              <a:t>②</a:t>
            </a:r>
            <a:r>
              <a:rPr lang="en-US" altLang="ja-JP" sz="1400" b="1"/>
              <a:t>-2.SU</a:t>
            </a:r>
            <a:r>
              <a:rPr lang="ja-JP" altLang="en-US" sz="1400" b="1" dirty="0"/>
              <a:t>認証</a:t>
            </a:r>
            <a:endParaRPr lang="en-US" altLang="ja-JP" sz="1400" b="1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8D8EB2A-7290-0EF0-CB8B-CE2421998636}"/>
              </a:ext>
            </a:extLst>
          </p:cNvPr>
          <p:cNvSpPr txBox="1"/>
          <p:nvPr/>
        </p:nvSpPr>
        <p:spPr>
          <a:xfrm>
            <a:off x="136496" y="2004929"/>
            <a:ext cx="720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企画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3C0AF56-AD0E-639F-9C23-767553C65BC1}"/>
              </a:ext>
            </a:extLst>
          </p:cNvPr>
          <p:cNvSpPr txBox="1"/>
          <p:nvPr/>
        </p:nvSpPr>
        <p:spPr>
          <a:xfrm>
            <a:off x="1045551" y="4414110"/>
            <a:ext cx="69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設計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BC77BC8-B15E-05A1-65D7-07747CA54B75}"/>
              </a:ext>
            </a:extLst>
          </p:cNvPr>
          <p:cNvSpPr txBox="1"/>
          <p:nvPr/>
        </p:nvSpPr>
        <p:spPr>
          <a:xfrm>
            <a:off x="2788276" y="6107977"/>
            <a:ext cx="71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実装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614A377-97FF-5A26-24E5-CD0BA87C1CB3}"/>
              </a:ext>
            </a:extLst>
          </p:cNvPr>
          <p:cNvSpPr txBox="1"/>
          <p:nvPr/>
        </p:nvSpPr>
        <p:spPr>
          <a:xfrm>
            <a:off x="4066397" y="4446408"/>
            <a:ext cx="69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評価</a:t>
            </a:r>
            <a:endParaRPr kumimoji="1" lang="ja-JP" altLang="en-US" b="1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7AA673E-FC95-4C6D-C0AE-FC8652273168}"/>
              </a:ext>
            </a:extLst>
          </p:cNvPr>
          <p:cNvSpPr txBox="1"/>
          <p:nvPr/>
        </p:nvSpPr>
        <p:spPr>
          <a:xfrm>
            <a:off x="4968168" y="3174531"/>
            <a:ext cx="69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生産</a:t>
            </a:r>
            <a:endParaRPr kumimoji="1" lang="ja-JP" altLang="en-US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44C075-2E66-2270-248E-5DC26B678AA4}"/>
              </a:ext>
            </a:extLst>
          </p:cNvPr>
          <p:cNvSpPr txBox="1"/>
          <p:nvPr/>
        </p:nvSpPr>
        <p:spPr>
          <a:xfrm>
            <a:off x="5482205" y="2004929"/>
            <a:ext cx="101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サービス</a:t>
            </a:r>
            <a:endParaRPr kumimoji="1" lang="ja-JP" altLang="en-US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7806B04-7C5F-1CB2-7F0F-60DEA248FC70}"/>
              </a:ext>
            </a:extLst>
          </p:cNvPr>
          <p:cNvSpPr txBox="1"/>
          <p:nvPr/>
        </p:nvSpPr>
        <p:spPr>
          <a:xfrm>
            <a:off x="6748809" y="985957"/>
            <a:ext cx="1592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/>
              <a:t>PDSX</a:t>
            </a:r>
            <a:r>
              <a:rPr lang="ja-JP" altLang="en-US" sz="2000" b="1"/>
              <a:t>の方針</a:t>
            </a:r>
            <a:endParaRPr lang="en-US" altLang="ja-JP" sz="2000" b="1" dirty="0"/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D895EF6A-DC5C-13E4-02C9-3F1F9CBF3908}"/>
              </a:ext>
            </a:extLst>
          </p:cNvPr>
          <p:cNvSpPr/>
          <p:nvPr/>
        </p:nvSpPr>
        <p:spPr>
          <a:xfrm>
            <a:off x="6940569" y="1586122"/>
            <a:ext cx="2331042" cy="1184511"/>
          </a:xfrm>
          <a:prstGeom prst="homePlate">
            <a:avLst>
              <a:gd name="adj" fmla="val 2671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tx1"/>
                </a:solidFill>
              </a:rPr>
              <a:t>PoC</a:t>
            </a:r>
            <a:r>
              <a:rPr kumimoji="1" lang="ja-JP" altLang="en-US" sz="1600">
                <a:solidFill>
                  <a:schemeClr val="tx1"/>
                </a:solidFill>
              </a:rPr>
              <a:t>による効果検証</a:t>
            </a:r>
            <a:endParaRPr kumimoji="1" lang="en-US" altLang="ja-JP" sz="1600">
              <a:solidFill>
                <a:schemeClr val="tx1"/>
              </a:solidFill>
            </a:endParaRPr>
          </a:p>
          <a:p>
            <a:pPr algn="ctr"/>
            <a:r>
              <a:rPr lang="ja-JP" altLang="en-US" sz="1600">
                <a:solidFill>
                  <a:schemeClr val="tx1"/>
                </a:solidFill>
              </a:rPr>
              <a:t>関係者巻き込み</a:t>
            </a:r>
            <a:endParaRPr lang="en-US" altLang="ja-JP" sz="16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（</a:t>
            </a:r>
            <a:r>
              <a:rPr kumimoji="1" lang="en-US" altLang="ja-JP" sz="1600">
                <a:solidFill>
                  <a:schemeClr val="tx1"/>
                </a:solidFill>
              </a:rPr>
              <a:t>PDSX</a:t>
            </a:r>
            <a:r>
              <a:rPr kumimoji="1" lang="ja-JP" altLang="en-US" sz="1600">
                <a:solidFill>
                  <a:schemeClr val="tx1"/>
                </a:solidFill>
              </a:rPr>
              <a:t>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F710EB63-A5C5-A7F6-A54B-1F0932AEDE95}"/>
              </a:ext>
            </a:extLst>
          </p:cNvPr>
          <p:cNvSpPr/>
          <p:nvPr/>
        </p:nvSpPr>
        <p:spPr>
          <a:xfrm>
            <a:off x="9271611" y="1586121"/>
            <a:ext cx="2331042" cy="1184511"/>
          </a:xfrm>
          <a:prstGeom prst="homePlate">
            <a:avLst>
              <a:gd name="adj" fmla="val 2671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>
                <a:solidFill>
                  <a:schemeClr val="tx1"/>
                </a:solidFill>
              </a:rPr>
              <a:t>基幹システムへ統合</a:t>
            </a:r>
            <a:endParaRPr kumimoji="1" lang="en-US" altLang="ja-JP" sz="1600">
              <a:solidFill>
                <a:schemeClr val="tx1"/>
              </a:solidFill>
            </a:endParaRPr>
          </a:p>
          <a:p>
            <a:pPr algn="ctr"/>
            <a:r>
              <a:rPr lang="ja-JP" altLang="en-US" sz="1600">
                <a:solidFill>
                  <a:schemeClr val="tx1"/>
                </a:solidFill>
              </a:rPr>
              <a:t>（</a:t>
            </a:r>
            <a:r>
              <a:rPr lang="en-US" altLang="ja-JP" sz="1600">
                <a:solidFill>
                  <a:schemeClr val="tx1"/>
                </a:solidFill>
              </a:rPr>
              <a:t>DIT</a:t>
            </a:r>
            <a:r>
              <a:rPr lang="ja-JP" altLang="en-US" sz="1600">
                <a:solidFill>
                  <a:schemeClr val="tx1"/>
                </a:solidFill>
              </a:rPr>
              <a:t>、他）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175CBE-16D9-D5FE-D1F7-A4DC8454D410}"/>
              </a:ext>
            </a:extLst>
          </p:cNvPr>
          <p:cNvSpPr txBox="1"/>
          <p:nvPr/>
        </p:nvSpPr>
        <p:spPr>
          <a:xfrm>
            <a:off x="371345" y="2436557"/>
            <a:ext cx="861133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OMUSVI</a:t>
            </a:r>
            <a:endParaRPr kumimoji="1" lang="ja-JP" altLang="en-US" sz="1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435856-D28E-4544-D946-EEA1D2073F09}"/>
              </a:ext>
            </a:extLst>
          </p:cNvPr>
          <p:cNvSpPr txBox="1"/>
          <p:nvPr/>
        </p:nvSpPr>
        <p:spPr>
          <a:xfrm>
            <a:off x="5308488" y="4300842"/>
            <a:ext cx="880369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ja-JP" sz="1400" b="1" dirty="0" err="1"/>
              <a:t>RxSWIN</a:t>
            </a:r>
            <a:endParaRPr kumimoji="1" lang="ja-JP" altLang="en-US" sz="14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52E5AD3-8EEA-70B6-0C4F-02820D339DD4}"/>
              </a:ext>
            </a:extLst>
          </p:cNvPr>
          <p:cNvSpPr txBox="1"/>
          <p:nvPr/>
        </p:nvSpPr>
        <p:spPr>
          <a:xfrm>
            <a:off x="3930107" y="3489303"/>
            <a:ext cx="1220206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sz="1400"/>
              <a:t>認証</a:t>
            </a:r>
            <a:r>
              <a:rPr lang="en-US" altLang="ja-JP" sz="1400"/>
              <a:t>OMUSVI</a:t>
            </a:r>
            <a:endParaRPr kumimoji="1" lang="ja-JP" altLang="en-US" sz="1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7FC6B7-776F-59FC-5B38-3A641E1448F9}"/>
              </a:ext>
            </a:extLst>
          </p:cNvPr>
          <p:cNvSpPr txBox="1"/>
          <p:nvPr/>
        </p:nvSpPr>
        <p:spPr>
          <a:xfrm>
            <a:off x="3567996" y="1028589"/>
            <a:ext cx="973343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PDSX</a:t>
            </a:r>
            <a:r>
              <a:rPr kumimoji="1" lang="ja-JP" altLang="en-US" sz="1400"/>
              <a:t>案件</a:t>
            </a:r>
            <a:endParaRPr kumimoji="1" lang="ja-JP" altLang="en-US" sz="1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E272C89-C3DC-156E-D346-2AF1C6399747}"/>
              </a:ext>
            </a:extLst>
          </p:cNvPr>
          <p:cNvSpPr txBox="1"/>
          <p:nvPr/>
        </p:nvSpPr>
        <p:spPr>
          <a:xfrm>
            <a:off x="4653459" y="1020222"/>
            <a:ext cx="902811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sz="1400"/>
              <a:t>関連案件</a:t>
            </a:r>
            <a:endParaRPr kumimoji="1" lang="ja-JP" altLang="en-US" sz="1400" dirty="0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1C1FE48-8D29-F713-7AD4-3E11834B0ED4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1232478" y="2590446"/>
            <a:ext cx="2697629" cy="105274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42AC130B-AF2F-326E-C195-E53DB2D1120A}"/>
              </a:ext>
            </a:extLst>
          </p:cNvPr>
          <p:cNvCxnSpPr>
            <a:cxnSpLocks/>
            <a:stCxn id="9" idx="3"/>
            <a:endCxn id="22" idx="0"/>
          </p:cNvCxnSpPr>
          <p:nvPr/>
        </p:nvCxnSpPr>
        <p:spPr>
          <a:xfrm>
            <a:off x="1232478" y="2590446"/>
            <a:ext cx="296959" cy="118644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BD17C96-B9C9-2340-DA53-4474F65627F8}"/>
              </a:ext>
            </a:extLst>
          </p:cNvPr>
          <p:cNvSpPr txBox="1"/>
          <p:nvPr/>
        </p:nvSpPr>
        <p:spPr>
          <a:xfrm>
            <a:off x="578070" y="3034604"/>
            <a:ext cx="1487908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sz="1400"/>
              <a:t>②</a:t>
            </a:r>
            <a:r>
              <a:rPr lang="en-US" altLang="ja-JP" sz="1400"/>
              <a:t>-1.</a:t>
            </a:r>
            <a:r>
              <a:rPr kumimoji="1" lang="en-US" altLang="ja-JP" sz="1400"/>
              <a:t>ADAS</a:t>
            </a:r>
            <a:r>
              <a:rPr kumimoji="1" lang="ja-JP" altLang="en-US" sz="1400"/>
              <a:t>認証</a:t>
            </a:r>
            <a:endParaRPr kumimoji="1" lang="en-US" altLang="ja-JP" sz="1400"/>
          </a:p>
          <a:p>
            <a:r>
              <a:rPr kumimoji="1" lang="en-US" altLang="ja-JP" sz="1400"/>
              <a:t>(</a:t>
            </a:r>
            <a:r>
              <a:rPr kumimoji="1" lang="ja-JP" altLang="en-US" sz="1400" dirty="0"/>
              <a:t>車両仕様チェック</a:t>
            </a:r>
            <a:r>
              <a:rPr kumimoji="1" lang="en-US" altLang="ja-JP" sz="1400" dirty="0"/>
              <a:t>)</a:t>
            </a:r>
            <a:endParaRPr kumimoji="1" lang="ja-JP" altLang="en-US" sz="1400" dirty="0"/>
          </a:p>
        </p:txBody>
      </p:sp>
      <p:cxnSp>
        <p:nvCxnSpPr>
          <p:cNvPr id="5" name="コネクタ: 曲線 4">
            <a:extLst>
              <a:ext uri="{FF2B5EF4-FFF2-40B4-BE49-F238E27FC236}">
                <a16:creationId xmlns:a16="http://schemas.microsoft.com/office/drawing/2014/main" id="{C2267BFC-9A6C-ED8E-F1A7-52D179E20AEB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 flipV="1">
            <a:off x="4463473" y="2613687"/>
            <a:ext cx="336248" cy="343846"/>
          </a:xfrm>
          <a:prstGeom prst="curvedConnector3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曲線 13">
            <a:extLst>
              <a:ext uri="{FF2B5EF4-FFF2-40B4-BE49-F238E27FC236}">
                <a16:creationId xmlns:a16="http://schemas.microsoft.com/office/drawing/2014/main" id="{BE436C04-8687-ADBC-D910-61EEADD75720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2158776" y="3930776"/>
            <a:ext cx="295867" cy="16811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1BDFE2C7-84BA-C670-0B38-B501B3B98CAA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16200000" flipH="1">
            <a:off x="2842784" y="2854160"/>
            <a:ext cx="496781" cy="583726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曲線 53">
            <a:extLst>
              <a:ext uri="{FF2B5EF4-FFF2-40B4-BE49-F238E27FC236}">
                <a16:creationId xmlns:a16="http://schemas.microsoft.com/office/drawing/2014/main" id="{8B1A1AD8-E88B-D39C-AD1B-B16D2C90B0FC}"/>
              </a:ext>
            </a:extLst>
          </p:cNvPr>
          <p:cNvCxnSpPr>
            <a:cxnSpLocks/>
            <a:stCxn id="25" idx="0"/>
          </p:cNvCxnSpPr>
          <p:nvPr/>
        </p:nvCxnSpPr>
        <p:spPr>
          <a:xfrm rot="5400000" flipH="1" flipV="1">
            <a:off x="2285170" y="4220110"/>
            <a:ext cx="315153" cy="72848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コネクタ: 曲線 61">
            <a:extLst>
              <a:ext uri="{FF2B5EF4-FFF2-40B4-BE49-F238E27FC236}">
                <a16:creationId xmlns:a16="http://schemas.microsoft.com/office/drawing/2014/main" id="{A435D1B5-A49C-1A6D-9C32-34B6F9B71154}"/>
              </a:ext>
            </a:extLst>
          </p:cNvPr>
          <p:cNvCxnSpPr>
            <a:cxnSpLocks/>
            <a:stCxn id="10" idx="0"/>
            <a:endCxn id="26" idx="2"/>
          </p:cNvCxnSpPr>
          <p:nvPr/>
        </p:nvCxnSpPr>
        <p:spPr>
          <a:xfrm rot="16200000" flipV="1">
            <a:off x="5570972" y="4123140"/>
            <a:ext cx="146967" cy="20843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コネクタ: 曲線 68">
            <a:extLst>
              <a:ext uri="{FF2B5EF4-FFF2-40B4-BE49-F238E27FC236}">
                <a16:creationId xmlns:a16="http://schemas.microsoft.com/office/drawing/2014/main" id="{A7FB866E-F8EE-7946-86F4-A063E6111108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16200000" flipH="1">
            <a:off x="1316199" y="3563648"/>
            <a:ext cx="219063" cy="207413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コネクタ: 曲線 71">
            <a:extLst>
              <a:ext uri="{FF2B5EF4-FFF2-40B4-BE49-F238E27FC236}">
                <a16:creationId xmlns:a16="http://schemas.microsoft.com/office/drawing/2014/main" id="{1F2FA697-67A8-F12B-A30D-0319F7B91138}"/>
              </a:ext>
            </a:extLst>
          </p:cNvPr>
          <p:cNvCxnSpPr>
            <a:cxnSpLocks/>
            <a:stCxn id="20" idx="0"/>
            <a:endCxn id="11" idx="2"/>
          </p:cNvCxnSpPr>
          <p:nvPr/>
        </p:nvCxnSpPr>
        <p:spPr>
          <a:xfrm rot="5400000" flipH="1" flipV="1">
            <a:off x="4316303" y="3701632"/>
            <a:ext cx="128459" cy="319356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239FC671-7365-B651-2399-0639FA7C51EA}"/>
              </a:ext>
            </a:extLst>
          </p:cNvPr>
          <p:cNvCxnSpPr/>
          <p:nvPr/>
        </p:nvCxnSpPr>
        <p:spPr>
          <a:xfrm>
            <a:off x="3602311" y="1580491"/>
            <a:ext cx="23970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638D02A7-07C8-6C04-2335-A0A293F79568}"/>
              </a:ext>
            </a:extLst>
          </p:cNvPr>
          <p:cNvCxnSpPr/>
          <p:nvPr/>
        </p:nvCxnSpPr>
        <p:spPr>
          <a:xfrm>
            <a:off x="3602311" y="1800625"/>
            <a:ext cx="239703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8E9D1BC4-47F0-A014-0B76-92B7F36607EC}"/>
              </a:ext>
            </a:extLst>
          </p:cNvPr>
          <p:cNvSpPr txBox="1"/>
          <p:nvPr/>
        </p:nvSpPr>
        <p:spPr>
          <a:xfrm>
            <a:off x="3909160" y="1435983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密に連携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95B7A964-D054-DD66-7B0E-CE5DDABAE487}"/>
              </a:ext>
            </a:extLst>
          </p:cNvPr>
          <p:cNvSpPr txBox="1"/>
          <p:nvPr/>
        </p:nvSpPr>
        <p:spPr>
          <a:xfrm>
            <a:off x="3909160" y="166554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情報共有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82AC74-E307-2286-9A7D-49C64BE014FB}"/>
              </a:ext>
            </a:extLst>
          </p:cNvPr>
          <p:cNvSpPr/>
          <p:nvPr/>
        </p:nvSpPr>
        <p:spPr>
          <a:xfrm>
            <a:off x="8929281" y="271953"/>
            <a:ext cx="3006413" cy="4103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rgbClr val="FF0000"/>
                </a:solidFill>
              </a:rPr>
              <a:t>赤字</a:t>
            </a:r>
            <a:r>
              <a:rPr kumimoji="1" lang="ja-JP" altLang="en-US" b="1"/>
              <a:t>が</a:t>
            </a:r>
            <a:r>
              <a:rPr kumimoji="1" lang="en-US" altLang="ja-JP" b="1"/>
              <a:t>1Q</a:t>
            </a:r>
            <a:r>
              <a:rPr kumimoji="1" lang="ja-JP" altLang="en-US" b="1"/>
              <a:t>からの変化点</a:t>
            </a:r>
            <a:endParaRPr kumimoji="1" lang="ja-JP" altLang="en-US" b="1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7D242F4-D862-48CB-21BE-82EFF6B756FE}"/>
              </a:ext>
            </a:extLst>
          </p:cNvPr>
          <p:cNvSpPr txBox="1"/>
          <p:nvPr/>
        </p:nvSpPr>
        <p:spPr>
          <a:xfrm>
            <a:off x="5069808" y="4732908"/>
            <a:ext cx="1464825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sz="1400" b="1">
                <a:solidFill>
                  <a:srgbClr val="FF0000"/>
                </a:solidFill>
              </a:rPr>
              <a:t>法規認証</a:t>
            </a:r>
            <a:r>
              <a:rPr lang="en-US" altLang="ja-JP" sz="1400" b="1">
                <a:solidFill>
                  <a:srgbClr val="FF0000"/>
                </a:solidFill>
              </a:rPr>
              <a:t>DX</a:t>
            </a:r>
          </a:p>
          <a:p>
            <a:r>
              <a:rPr kumimoji="1" lang="ja-JP" altLang="en-US" sz="1400" b="1">
                <a:solidFill>
                  <a:srgbClr val="FF0000"/>
                </a:solidFill>
              </a:rPr>
              <a:t>（</a:t>
            </a:r>
            <a:r>
              <a:rPr kumimoji="1" lang="en-US" altLang="ja-JP" sz="1400" b="1">
                <a:solidFill>
                  <a:srgbClr val="FF0000"/>
                </a:solidFill>
              </a:rPr>
              <a:t>G-STREAM</a:t>
            </a:r>
            <a:r>
              <a:rPr kumimoji="1" lang="ja-JP" altLang="en-US" sz="1400" b="1">
                <a:solidFill>
                  <a:srgbClr val="FF0000"/>
                </a:solidFill>
              </a:rPr>
              <a:t>）</a:t>
            </a:r>
            <a:endParaRPr kumimoji="1" lang="en-US" altLang="ja-JP" sz="1400" b="1">
              <a:solidFill>
                <a:srgbClr val="FF0000"/>
              </a:solidFill>
            </a:endParaRPr>
          </a:p>
        </p:txBody>
      </p:sp>
      <p:cxnSp>
        <p:nvCxnSpPr>
          <p:cNvPr id="34" name="コネクタ: 曲線 33">
            <a:extLst>
              <a:ext uri="{FF2B5EF4-FFF2-40B4-BE49-F238E27FC236}">
                <a16:creationId xmlns:a16="http://schemas.microsoft.com/office/drawing/2014/main" id="{0B3E077E-D52F-AAD6-F356-86F1C0499B79}"/>
              </a:ext>
            </a:extLst>
          </p:cNvPr>
          <p:cNvCxnSpPr>
            <a:cxnSpLocks/>
            <a:endCxn id="31" idx="1"/>
          </p:cNvCxnSpPr>
          <p:nvPr/>
        </p:nvCxnSpPr>
        <p:spPr>
          <a:xfrm rot="16200000" flipH="1">
            <a:off x="4608326" y="4533036"/>
            <a:ext cx="562536" cy="360428"/>
          </a:xfrm>
          <a:prstGeom prst="curvedConnector2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0B9C1D3-151D-C8AE-A80F-D378CB01A203}"/>
              </a:ext>
            </a:extLst>
          </p:cNvPr>
          <p:cNvSpPr txBox="1"/>
          <p:nvPr/>
        </p:nvSpPr>
        <p:spPr>
          <a:xfrm>
            <a:off x="4794574" y="2904899"/>
            <a:ext cx="1357679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ja-JP" sz="1400" b="1">
                <a:solidFill>
                  <a:srgbClr val="FF0000"/>
                </a:solidFill>
              </a:rPr>
              <a:t>GTS+OMUSVI</a:t>
            </a:r>
            <a:endParaRPr kumimoji="1" lang="en-US" altLang="ja-JP" sz="1400" b="1">
              <a:solidFill>
                <a:srgbClr val="FF0000"/>
              </a:solidFill>
            </a:endParaRPr>
          </a:p>
        </p:txBody>
      </p:sp>
      <p:cxnSp>
        <p:nvCxnSpPr>
          <p:cNvPr id="44" name="コネクタ: 曲線 43">
            <a:extLst>
              <a:ext uri="{FF2B5EF4-FFF2-40B4-BE49-F238E27FC236}">
                <a16:creationId xmlns:a16="http://schemas.microsoft.com/office/drawing/2014/main" id="{7E66E847-2D18-A703-120C-1BFD279C3627}"/>
              </a:ext>
            </a:extLst>
          </p:cNvPr>
          <p:cNvCxnSpPr>
            <a:cxnSpLocks/>
            <a:stCxn id="19" idx="3"/>
            <a:endCxn id="30" idx="1"/>
          </p:cNvCxnSpPr>
          <p:nvPr/>
        </p:nvCxnSpPr>
        <p:spPr>
          <a:xfrm>
            <a:off x="4463473" y="2957533"/>
            <a:ext cx="331101" cy="10125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CF0F2035-D9E3-7755-FF1E-DFCF1A67AD72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>
            <a:off x="1232478" y="2590446"/>
            <a:ext cx="3562096" cy="4683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E3B7C882-CEA5-0860-0F84-B14044F40D3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232478" y="2590446"/>
            <a:ext cx="1843117" cy="95623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A677937-E1E4-8B24-262E-4E334223D60A}"/>
              </a:ext>
            </a:extLst>
          </p:cNvPr>
          <p:cNvSpPr txBox="1"/>
          <p:nvPr/>
        </p:nvSpPr>
        <p:spPr>
          <a:xfrm rot="19823757">
            <a:off x="2303841" y="3374325"/>
            <a:ext cx="2310434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/>
              <a:t>①制御</a:t>
            </a:r>
            <a:r>
              <a:rPr lang="ja-JP" altLang="en-US" sz="1400" b="1" dirty="0"/>
              <a:t>仕様書</a:t>
            </a:r>
            <a:r>
              <a:rPr lang="en-US" altLang="ja-JP" sz="1400" b="1" dirty="0"/>
              <a:t>OMUSVI</a:t>
            </a:r>
            <a:endParaRPr kumimoji="1" lang="ja-JP" altLang="en-US" sz="1400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C509CB7-CA4D-C8EA-E9A7-32F8880481F9}"/>
              </a:ext>
            </a:extLst>
          </p:cNvPr>
          <p:cNvSpPr txBox="1"/>
          <p:nvPr/>
        </p:nvSpPr>
        <p:spPr>
          <a:xfrm>
            <a:off x="1850172" y="2589856"/>
            <a:ext cx="1898277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要件</a:t>
            </a:r>
            <a:r>
              <a:rPr kumimoji="1" lang="en-US" altLang="ja-JP" sz="1400"/>
              <a:t>DB(</a:t>
            </a:r>
            <a:r>
              <a:rPr kumimoji="1" lang="en-US" altLang="ja-JP" sz="1400" dirty="0" err="1"/>
              <a:t>CodeBeamer</a:t>
            </a:r>
            <a:r>
              <a:rPr kumimoji="1" lang="en-US" altLang="ja-JP" sz="1400" dirty="0"/>
              <a:t>)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98497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rgbClr val="333333"/>
      </a:dk1>
      <a:lt1>
        <a:srgbClr val="FFFFFF"/>
      </a:lt1>
      <a:dk2>
        <a:srgbClr val="EAEAEA"/>
      </a:dk2>
      <a:lt2>
        <a:srgbClr val="CCECFF"/>
      </a:lt2>
      <a:accent1>
        <a:srgbClr val="0071BC"/>
      </a:accent1>
      <a:accent2>
        <a:srgbClr val="E03253"/>
      </a:accent2>
      <a:accent3>
        <a:srgbClr val="00BC48"/>
      </a:accent3>
      <a:accent4>
        <a:srgbClr val="7400BC"/>
      </a:accent4>
      <a:accent5>
        <a:srgbClr val="00BCBC"/>
      </a:accent5>
      <a:accent6>
        <a:srgbClr val="F79646"/>
      </a:accent6>
      <a:hlink>
        <a:srgbClr val="9BBB59"/>
      </a:hlink>
      <a:folHlink>
        <a:srgbClr val="9BBB59"/>
      </a:folHlink>
    </a:clrScheme>
    <a:fontScheme name="ユーザー定義 3">
      <a:majorFont>
        <a:latin typeface="Segoe UI"/>
        <a:ea typeface="Meiryo UI"/>
        <a:cs typeface=""/>
      </a:majorFont>
      <a:minorFont>
        <a:latin typeface="Segoe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プレゼンテーション3" id="{FE9974F5-46F6-0345-9C6B-5E0BF1EB7C35}" vid="{1FEC9524-102A-494C-B2A3-C27FE3647BD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2e7d18-4867-4b99-8692-27845fd3fde2">
      <Terms xmlns="http://schemas.microsoft.com/office/infopath/2007/PartnerControls"/>
    </lcf76f155ced4ddcb4097134ff3c332f>
    <TaxCatchAll xmlns="a1ebcb03-1241-4a17-8970-a21c81be15b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8ED8A1214FEF642906783F3A789F102" ma:contentTypeVersion="19" ma:contentTypeDescription="新しいドキュメントを作成します。" ma:contentTypeScope="" ma:versionID="beaa9b819d47c7f03409137717876c54">
  <xsd:schema xmlns:xsd="http://www.w3.org/2001/XMLSchema" xmlns:xs="http://www.w3.org/2001/XMLSchema" xmlns:p="http://schemas.microsoft.com/office/2006/metadata/properties" xmlns:ns2="e92e7d18-4867-4b99-8692-27845fd3fde2" xmlns:ns3="a1ebcb03-1241-4a17-8970-a21c81be15bd" targetNamespace="http://schemas.microsoft.com/office/2006/metadata/properties" ma:root="true" ma:fieldsID="550f53fca9bf42bb1719b7ddccc8c444" ns2:_="" ns3:_="">
    <xsd:import namespace="e92e7d18-4867-4b99-8692-27845fd3fde2"/>
    <xsd:import namespace="a1ebcb03-1241-4a17-8970-a21c81be15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e7d18-4867-4b99-8692-27845fd3f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12ff8844-7f78-48cf-b5c5-6eb2e72d67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bcb03-1241-4a17-8970-a21c81be15b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b825b40-9d67-42b8-bce7-df8eff999c39}" ma:internalName="TaxCatchAll" ma:showField="CatchAllData" ma:web="a1ebcb03-1241-4a17-8970-a21c81be15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EAA191-F741-4BB0-A9A1-CF8254C55E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6C31B3-7A75-42F5-A2B4-EDD31A11BF3B}">
  <ds:schemaRefs>
    <ds:schemaRef ds:uri="http://schemas.microsoft.com/office/2006/metadata/properties"/>
    <ds:schemaRef ds:uri="2e5bed6c-8ebf-42a5-b1fa-c905beb34202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www.w3.org/XML/1998/namespace"/>
    <ds:schemaRef ds:uri="829022b5-1962-4243-8c36-c30d8aba81fd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0ED56986-FF33-4E52-B871-0B91053C91D8}"/>
</file>

<file path=docMetadata/LabelInfo.xml><?xml version="1.0" encoding="utf-8"?>
<clbl:labelList xmlns:clbl="http://schemas.microsoft.com/office/2020/mipLabelMetadata">
  <clbl:label id="{d4c93307-c3b3-4337-9766-0ef0b5644b19}" enabled="1" method="Standard" siteId="{02b02150-dbc8-4a3b-be71-e3eba060a81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670</TotalTime>
  <Words>3035</Words>
  <Application>Microsoft Office PowerPoint</Application>
  <PresentationFormat>ワイド画面</PresentationFormat>
  <Paragraphs>574</Paragraphs>
  <Slides>17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4" baseType="lpstr">
      <vt:lpstr>Meiryo UI</vt:lpstr>
      <vt:lpstr>OpenSans</vt:lpstr>
      <vt:lpstr>游ゴシック</vt:lpstr>
      <vt:lpstr>Arial</vt:lpstr>
      <vt:lpstr>Calibri</vt:lpstr>
      <vt:lpstr>Segoe UI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 Presentation Title</dc:title>
  <dc:creator>read02</dc:creator>
  <cp:lastModifiedBy>Yamazaki, Toru/山崎 亨</cp:lastModifiedBy>
  <cp:revision>15</cp:revision>
  <dcterms:created xsi:type="dcterms:W3CDTF">2018-07-31T02:34:16Z</dcterms:created>
  <dcterms:modified xsi:type="dcterms:W3CDTF">2026-05-22T09:22:52Z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0x010100B8ED8A1214FEF642906783F3A789F102</vt:lpwstr>
  </property>
  <property fmtid="{D5CDD505-2E9C-101B-9397-08002B2CF9AE}" pid="3" name="MediaServiceImageTags">
    <vt:lpwstr/>
  </property>
</Properties>
</file>