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4"/>
  </p:sldMasterIdLst>
  <p:notesMasterIdLst>
    <p:notesMasterId r:id="rId22"/>
  </p:notesMasterIdLst>
  <p:sldIdLst>
    <p:sldId id="256" r:id="rId5"/>
    <p:sldId id="257" r:id="rId6"/>
    <p:sldId id="272" r:id="rId7"/>
    <p:sldId id="264" r:id="rId8"/>
    <p:sldId id="279" r:id="rId9"/>
    <p:sldId id="265" r:id="rId10"/>
    <p:sldId id="266" r:id="rId11"/>
    <p:sldId id="274" r:id="rId12"/>
    <p:sldId id="282" r:id="rId13"/>
    <p:sldId id="263" r:id="rId14"/>
    <p:sldId id="267" r:id="rId15"/>
    <p:sldId id="276" r:id="rId16"/>
    <p:sldId id="283" r:id="rId17"/>
    <p:sldId id="269" r:id="rId18"/>
    <p:sldId id="284" r:id="rId19"/>
    <p:sldId id="258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D7B87C-3BC1-4904-87AE-BF0019A4C80D}" v="127" dt="2025-10-14T23:59:22.351"/>
    <p1510:client id="{F98BCCA5-3394-475F-8D9C-83F3167D3923}" v="23" dt="2025-10-15T05:38:09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koyama, Kazuki/横山 一樹" userId="eebd3b26-963b-49b8-bece-d035e86ca04e" providerId="ADAL" clId="{13D7B87C-3BC1-4904-87AE-BF0019A4C80D}"/>
    <pc:docChg chg="undo redo custSel addSld delSld modSld sldOrd">
      <pc:chgData name="Yokoyama, Kazuki/横山 一樹" userId="eebd3b26-963b-49b8-bece-d035e86ca04e" providerId="ADAL" clId="{13D7B87C-3BC1-4904-87AE-BF0019A4C80D}" dt="2025-10-15T00:59:19.898" v="8543" actId="20577"/>
      <pc:docMkLst>
        <pc:docMk/>
      </pc:docMkLst>
      <pc:sldChg chg="addSp delSp modSp mod">
        <pc:chgData name="Yokoyama, Kazuki/横山 一樹" userId="eebd3b26-963b-49b8-bece-d035e86ca04e" providerId="ADAL" clId="{13D7B87C-3BC1-4904-87AE-BF0019A4C80D}" dt="2025-10-10T10:47:20.658" v="6052" actId="20577"/>
        <pc:sldMkLst>
          <pc:docMk/>
          <pc:sldMk cId="3634317490" sldId="256"/>
        </pc:sldMkLst>
        <pc:spChg chg="mod">
          <ac:chgData name="Yokoyama, Kazuki/横山 一樹" userId="eebd3b26-963b-49b8-bece-d035e86ca04e" providerId="ADAL" clId="{13D7B87C-3BC1-4904-87AE-BF0019A4C80D}" dt="2025-10-10T10:45:01.180" v="5949" actId="20577"/>
          <ac:spMkLst>
            <pc:docMk/>
            <pc:sldMk cId="3634317490" sldId="256"/>
            <ac:spMk id="2" creationId="{C23BD9AE-1D9F-C1A2-3608-44F4375CF6A9}"/>
          </ac:spMkLst>
        </pc:spChg>
        <pc:spChg chg="mod">
          <ac:chgData name="Yokoyama, Kazuki/横山 一樹" userId="eebd3b26-963b-49b8-bece-d035e86ca04e" providerId="ADAL" clId="{13D7B87C-3BC1-4904-87AE-BF0019A4C80D}" dt="2025-10-10T10:45:24.033" v="5979" actId="20577"/>
          <ac:spMkLst>
            <pc:docMk/>
            <pc:sldMk cId="3634317490" sldId="256"/>
            <ac:spMk id="3" creationId="{70C84FE6-AF01-7BA8-B43F-64E1CC57DE57}"/>
          </ac:spMkLst>
        </pc:spChg>
        <pc:spChg chg="add mod">
          <ac:chgData name="Yokoyama, Kazuki/横山 一樹" userId="eebd3b26-963b-49b8-bece-d035e86ca04e" providerId="ADAL" clId="{13D7B87C-3BC1-4904-87AE-BF0019A4C80D}" dt="2025-10-10T10:46:08.257" v="5982"/>
          <ac:spMkLst>
            <pc:docMk/>
            <pc:sldMk cId="3634317490" sldId="256"/>
            <ac:spMk id="4" creationId="{9BBD746C-654E-7BBF-C8E7-CC2608F44473}"/>
          </ac:spMkLst>
        </pc:spChg>
        <pc:spChg chg="add del mod">
          <ac:chgData name="Yokoyama, Kazuki/横山 一樹" userId="eebd3b26-963b-49b8-bece-d035e86ca04e" providerId="ADAL" clId="{13D7B87C-3BC1-4904-87AE-BF0019A4C80D}" dt="2025-10-10T10:46:24.982" v="5984" actId="478"/>
          <ac:spMkLst>
            <pc:docMk/>
            <pc:sldMk cId="3634317490" sldId="256"/>
            <ac:spMk id="5" creationId="{9DB40DFF-4779-1709-DD31-65406212F38F}"/>
          </ac:spMkLst>
        </pc:spChg>
        <pc:spChg chg="add mod">
          <ac:chgData name="Yokoyama, Kazuki/横山 一樹" userId="eebd3b26-963b-49b8-bece-d035e86ca04e" providerId="ADAL" clId="{13D7B87C-3BC1-4904-87AE-BF0019A4C80D}" dt="2025-10-10T10:47:20.658" v="6052" actId="20577"/>
          <ac:spMkLst>
            <pc:docMk/>
            <pc:sldMk cId="3634317490" sldId="256"/>
            <ac:spMk id="6" creationId="{312D8EEA-230F-294B-2D1F-B9540B1F4C57}"/>
          </ac:spMkLst>
        </pc:spChg>
      </pc:sldChg>
      <pc:sldChg chg="modSp mod">
        <pc:chgData name="Yokoyama, Kazuki/横山 一樹" userId="eebd3b26-963b-49b8-bece-d035e86ca04e" providerId="ADAL" clId="{13D7B87C-3BC1-4904-87AE-BF0019A4C80D}" dt="2025-10-10T10:50:30.144" v="6111" actId="6549"/>
        <pc:sldMkLst>
          <pc:docMk/>
          <pc:sldMk cId="403847099" sldId="257"/>
        </pc:sldMkLst>
        <pc:spChg chg="mod">
          <ac:chgData name="Yokoyama, Kazuki/横山 一樹" userId="eebd3b26-963b-49b8-bece-d035e86ca04e" providerId="ADAL" clId="{13D7B87C-3BC1-4904-87AE-BF0019A4C80D}" dt="2025-10-10T10:50:30.144" v="6111" actId="6549"/>
          <ac:spMkLst>
            <pc:docMk/>
            <pc:sldMk cId="403847099" sldId="257"/>
            <ac:spMk id="2" creationId="{1FE4DF9A-E35D-12DB-19B2-5AC57036728F}"/>
          </ac:spMkLst>
        </pc:spChg>
        <pc:spChg chg="mod">
          <ac:chgData name="Yokoyama, Kazuki/横山 一樹" userId="eebd3b26-963b-49b8-bece-d035e86ca04e" providerId="ADAL" clId="{13D7B87C-3BC1-4904-87AE-BF0019A4C80D}" dt="2025-10-10T10:50:06.884" v="6094" actId="6549"/>
          <ac:spMkLst>
            <pc:docMk/>
            <pc:sldMk cId="403847099" sldId="257"/>
            <ac:spMk id="3" creationId="{8E86A202-0CA7-2DD4-6878-7F6265CFCE16}"/>
          </ac:spMkLst>
        </pc:spChg>
      </pc:sldChg>
      <pc:sldChg chg="addSp modSp mod">
        <pc:chgData name="Yokoyama, Kazuki/横山 一樹" userId="eebd3b26-963b-49b8-bece-d035e86ca04e" providerId="ADAL" clId="{13D7B87C-3BC1-4904-87AE-BF0019A4C80D}" dt="2025-10-14T08:26:14.964" v="7475" actId="20577"/>
        <pc:sldMkLst>
          <pc:docMk/>
          <pc:sldMk cId="525737992" sldId="258"/>
        </pc:sldMkLst>
        <pc:spChg chg="mod">
          <ac:chgData name="Yokoyama, Kazuki/横山 一樹" userId="eebd3b26-963b-49b8-bece-d035e86ca04e" providerId="ADAL" clId="{13D7B87C-3BC1-4904-87AE-BF0019A4C80D}" dt="2025-10-14T08:26:14.964" v="7475" actId="20577"/>
          <ac:spMkLst>
            <pc:docMk/>
            <pc:sldMk cId="525737992" sldId="258"/>
            <ac:spMk id="3" creationId="{09F9FD12-B763-292C-B68A-12417261198F}"/>
          </ac:spMkLst>
        </pc:spChg>
        <pc:picChg chg="add mod">
          <ac:chgData name="Yokoyama, Kazuki/横山 一樹" userId="eebd3b26-963b-49b8-bece-d035e86ca04e" providerId="ADAL" clId="{13D7B87C-3BC1-4904-87AE-BF0019A4C80D}" dt="2025-10-14T08:18:03.219" v="7217" actId="1076"/>
          <ac:picMkLst>
            <pc:docMk/>
            <pc:sldMk cId="525737992" sldId="258"/>
            <ac:picMk id="4" creationId="{0C3E9F80-A85F-BE49-5B1E-5964F70F729B}"/>
          </ac:picMkLst>
        </pc:picChg>
      </pc:sldChg>
      <pc:sldChg chg="del">
        <pc:chgData name="Yokoyama, Kazuki/横山 一樹" userId="eebd3b26-963b-49b8-bece-d035e86ca04e" providerId="ADAL" clId="{13D7B87C-3BC1-4904-87AE-BF0019A4C80D}" dt="2025-10-10T10:35:41.001" v="5937" actId="47"/>
        <pc:sldMkLst>
          <pc:docMk/>
          <pc:sldMk cId="2246335246" sldId="259"/>
        </pc:sldMkLst>
      </pc:sldChg>
      <pc:sldChg chg="modSp del mod">
        <pc:chgData name="Yokoyama, Kazuki/横山 一樹" userId="eebd3b26-963b-49b8-bece-d035e86ca04e" providerId="ADAL" clId="{13D7B87C-3BC1-4904-87AE-BF0019A4C80D}" dt="2025-10-09T06:36:04.562" v="8" actId="47"/>
        <pc:sldMkLst>
          <pc:docMk/>
          <pc:sldMk cId="205216691" sldId="261"/>
        </pc:sldMkLst>
        <pc:spChg chg="mod">
          <ac:chgData name="Yokoyama, Kazuki/横山 一樹" userId="eebd3b26-963b-49b8-bece-d035e86ca04e" providerId="ADAL" clId="{13D7B87C-3BC1-4904-87AE-BF0019A4C80D}" dt="2025-10-09T06:29:43.218" v="7" actId="20577"/>
          <ac:spMkLst>
            <pc:docMk/>
            <pc:sldMk cId="205216691" sldId="261"/>
            <ac:spMk id="2" creationId="{7F58AFB6-86EE-ED8C-4968-86F959B9BA47}"/>
          </ac:spMkLst>
        </pc:spChg>
      </pc:sldChg>
      <pc:sldChg chg="modSp del mod">
        <pc:chgData name="Yokoyama, Kazuki/横山 一樹" userId="eebd3b26-963b-49b8-bece-d035e86ca04e" providerId="ADAL" clId="{13D7B87C-3BC1-4904-87AE-BF0019A4C80D}" dt="2025-10-10T07:28:44.750" v="3190" actId="47"/>
        <pc:sldMkLst>
          <pc:docMk/>
          <pc:sldMk cId="369100705" sldId="262"/>
        </pc:sldMkLst>
        <pc:spChg chg="mod">
          <ac:chgData name="Yokoyama, Kazuki/横山 一樹" userId="eebd3b26-963b-49b8-bece-d035e86ca04e" providerId="ADAL" clId="{13D7B87C-3BC1-4904-87AE-BF0019A4C80D}" dt="2025-10-10T05:32:04.255" v="1217" actId="20577"/>
          <ac:spMkLst>
            <pc:docMk/>
            <pc:sldMk cId="369100705" sldId="262"/>
            <ac:spMk id="5" creationId="{C43D08B9-94FA-4C10-52E0-7FF15C5EDA8D}"/>
          </ac:spMkLst>
        </pc:spChg>
      </pc:sldChg>
      <pc:sldChg chg="addSp delSp modSp mod">
        <pc:chgData name="Yokoyama, Kazuki/横山 一樹" userId="eebd3b26-963b-49b8-bece-d035e86ca04e" providerId="ADAL" clId="{13D7B87C-3BC1-4904-87AE-BF0019A4C80D}" dt="2025-10-14T03:41:31.759" v="6902" actId="20577"/>
        <pc:sldMkLst>
          <pc:docMk/>
          <pc:sldMk cId="2091689478" sldId="263"/>
        </pc:sldMkLst>
        <pc:spChg chg="mod">
          <ac:chgData name="Yokoyama, Kazuki/横山 一樹" userId="eebd3b26-963b-49b8-bece-d035e86ca04e" providerId="ADAL" clId="{13D7B87C-3BC1-4904-87AE-BF0019A4C80D}" dt="2025-10-10T10:34:33.110" v="5923" actId="6549"/>
          <ac:spMkLst>
            <pc:docMk/>
            <pc:sldMk cId="2091689478" sldId="263"/>
            <ac:spMk id="2" creationId="{9BB2AE06-E4AF-35D2-42CB-7D861DC288B9}"/>
          </ac:spMkLst>
        </pc:spChg>
        <pc:spChg chg="mod">
          <ac:chgData name="Yokoyama, Kazuki/横山 一樹" userId="eebd3b26-963b-49b8-bece-d035e86ca04e" providerId="ADAL" clId="{13D7B87C-3BC1-4904-87AE-BF0019A4C80D}" dt="2025-10-10T07:25:52.799" v="3041" actId="6549"/>
          <ac:spMkLst>
            <pc:docMk/>
            <pc:sldMk cId="2091689478" sldId="263"/>
            <ac:spMk id="4" creationId="{02793AA6-3456-1DC1-3E54-EA3F6AA5D9B0}"/>
          </ac:spMkLst>
        </pc:spChg>
        <pc:spChg chg="mod">
          <ac:chgData name="Yokoyama, Kazuki/横山 一樹" userId="eebd3b26-963b-49b8-bece-d035e86ca04e" providerId="ADAL" clId="{13D7B87C-3BC1-4904-87AE-BF0019A4C80D}" dt="2025-10-14T03:41:31.759" v="6902" actId="20577"/>
          <ac:spMkLst>
            <pc:docMk/>
            <pc:sldMk cId="2091689478" sldId="263"/>
            <ac:spMk id="16" creationId="{E6E774C2-2585-1B85-2A8A-9B123827775B}"/>
          </ac:spMkLst>
        </pc:spChg>
        <pc:picChg chg="add mod">
          <ac:chgData name="Yokoyama, Kazuki/横山 一樹" userId="eebd3b26-963b-49b8-bece-d035e86ca04e" providerId="ADAL" clId="{13D7B87C-3BC1-4904-87AE-BF0019A4C80D}" dt="2025-10-14T02:33:44.096" v="6447" actId="1076"/>
          <ac:picMkLst>
            <pc:docMk/>
            <pc:sldMk cId="2091689478" sldId="263"/>
            <ac:picMk id="3" creationId="{2FA20689-9289-9BC8-B3DC-F1B3D6B6DE5D}"/>
          </ac:picMkLst>
        </pc:picChg>
        <pc:picChg chg="add mod">
          <ac:chgData name="Yokoyama, Kazuki/横山 一樹" userId="eebd3b26-963b-49b8-bece-d035e86ca04e" providerId="ADAL" clId="{13D7B87C-3BC1-4904-87AE-BF0019A4C80D}" dt="2025-10-10T07:54:12.612" v="3195" actId="1076"/>
          <ac:picMkLst>
            <pc:docMk/>
            <pc:sldMk cId="2091689478" sldId="263"/>
            <ac:picMk id="5" creationId="{608BE3A2-FD5B-2583-FCF1-D88C00A12F04}"/>
          </ac:picMkLst>
        </pc:picChg>
        <pc:picChg chg="mod ord">
          <ac:chgData name="Yokoyama, Kazuki/横山 一樹" userId="eebd3b26-963b-49b8-bece-d035e86ca04e" providerId="ADAL" clId="{13D7B87C-3BC1-4904-87AE-BF0019A4C80D}" dt="2025-10-10T05:33:57.390" v="1227" actId="14100"/>
          <ac:picMkLst>
            <pc:docMk/>
            <pc:sldMk cId="2091689478" sldId="263"/>
            <ac:picMk id="7" creationId="{43CF1A0C-067B-650F-C9B7-E95EB743F134}"/>
          </ac:picMkLst>
        </pc:picChg>
        <pc:picChg chg="mod">
          <ac:chgData name="Yokoyama, Kazuki/横山 一樹" userId="eebd3b26-963b-49b8-bece-d035e86ca04e" providerId="ADAL" clId="{13D7B87C-3BC1-4904-87AE-BF0019A4C80D}" dt="2025-10-10T07:29:10.514" v="3191" actId="1076"/>
          <ac:picMkLst>
            <pc:docMk/>
            <pc:sldMk cId="2091689478" sldId="263"/>
            <ac:picMk id="14" creationId="{8C4E27C7-F68D-01B3-2B86-DA0B8A2FDDE5}"/>
          </ac:picMkLst>
        </pc:picChg>
        <pc:picChg chg="del mod">
          <ac:chgData name="Yokoyama, Kazuki/横山 一樹" userId="eebd3b26-963b-49b8-bece-d035e86ca04e" providerId="ADAL" clId="{13D7B87C-3BC1-4904-87AE-BF0019A4C80D}" dt="2025-10-10T05:33:51.845" v="1225" actId="478"/>
          <ac:picMkLst>
            <pc:docMk/>
            <pc:sldMk cId="2091689478" sldId="263"/>
            <ac:picMk id="20" creationId="{E37B6178-606C-A8EC-236E-04857ABB8503}"/>
          </ac:picMkLst>
        </pc:picChg>
      </pc:sldChg>
      <pc:sldChg chg="modSp mod">
        <pc:chgData name="Yokoyama, Kazuki/横山 一樹" userId="eebd3b26-963b-49b8-bece-d035e86ca04e" providerId="ADAL" clId="{13D7B87C-3BC1-4904-87AE-BF0019A4C80D}" dt="2025-10-14T04:30:26.487" v="6997" actId="3064"/>
        <pc:sldMkLst>
          <pc:docMk/>
          <pc:sldMk cId="4146937395" sldId="264"/>
        </pc:sldMkLst>
        <pc:spChg chg="mod">
          <ac:chgData name="Yokoyama, Kazuki/横山 一樹" userId="eebd3b26-963b-49b8-bece-d035e86ca04e" providerId="ADAL" clId="{13D7B87C-3BC1-4904-87AE-BF0019A4C80D}" dt="2025-10-10T07:21:22.377" v="2995" actId="20577"/>
          <ac:spMkLst>
            <pc:docMk/>
            <pc:sldMk cId="4146937395" sldId="264"/>
            <ac:spMk id="6" creationId="{F8E2720E-6AB2-8C72-B74F-AC06DAFB32FF}"/>
          </ac:spMkLst>
        </pc:spChg>
        <pc:spChg chg="mod">
          <ac:chgData name="Yokoyama, Kazuki/横山 一樹" userId="eebd3b26-963b-49b8-bece-d035e86ca04e" providerId="ADAL" clId="{13D7B87C-3BC1-4904-87AE-BF0019A4C80D}" dt="2025-10-14T03:43:35.283" v="6904" actId="1076"/>
          <ac:spMkLst>
            <pc:docMk/>
            <pc:sldMk cId="4146937395" sldId="264"/>
            <ac:spMk id="12" creationId="{DAE7EF41-53C7-5552-2D48-D018BDD97988}"/>
          </ac:spMkLst>
        </pc:spChg>
        <pc:spChg chg="mod">
          <ac:chgData name="Yokoyama, Kazuki/横山 一樹" userId="eebd3b26-963b-49b8-bece-d035e86ca04e" providerId="ADAL" clId="{13D7B87C-3BC1-4904-87AE-BF0019A4C80D}" dt="2025-10-14T04:30:26.487" v="6997" actId="3064"/>
          <ac:spMkLst>
            <pc:docMk/>
            <pc:sldMk cId="4146937395" sldId="264"/>
            <ac:spMk id="13" creationId="{90B03E73-BB93-D049-1306-A71B25FCF3C4}"/>
          </ac:spMkLst>
        </pc:spChg>
        <pc:picChg chg="mod">
          <ac:chgData name="Yokoyama, Kazuki/横山 一樹" userId="eebd3b26-963b-49b8-bece-d035e86ca04e" providerId="ADAL" clId="{13D7B87C-3BC1-4904-87AE-BF0019A4C80D}" dt="2025-10-14T03:43:35.283" v="6904" actId="1076"/>
          <ac:picMkLst>
            <pc:docMk/>
            <pc:sldMk cId="4146937395" sldId="264"/>
            <ac:picMk id="9" creationId="{75D71223-84BF-044B-BFAD-002A2F8E729D}"/>
          </ac:picMkLst>
        </pc:picChg>
      </pc:sldChg>
      <pc:sldChg chg="addSp delSp modSp mod modClrScheme chgLayout">
        <pc:chgData name="Yokoyama, Kazuki/横山 一樹" userId="eebd3b26-963b-49b8-bece-d035e86ca04e" providerId="ADAL" clId="{13D7B87C-3BC1-4904-87AE-BF0019A4C80D}" dt="2025-10-14T11:14:36.362" v="8011" actId="207"/>
        <pc:sldMkLst>
          <pc:docMk/>
          <pc:sldMk cId="2190140377" sldId="265"/>
        </pc:sldMkLst>
        <pc:spChg chg="mod ord">
          <ac:chgData name="Yokoyama, Kazuki/横山 一樹" userId="eebd3b26-963b-49b8-bece-d035e86ca04e" providerId="ADAL" clId="{13D7B87C-3BC1-4904-87AE-BF0019A4C80D}" dt="2025-10-14T11:01:38.960" v="7507" actId="700"/>
          <ac:spMkLst>
            <pc:docMk/>
            <pc:sldMk cId="2190140377" sldId="265"/>
            <ac:spMk id="2" creationId="{478D34CB-51A2-1D2C-54AF-79ECA182E40D}"/>
          </ac:spMkLst>
        </pc:spChg>
        <pc:spChg chg="del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3" creationId="{65BD4584-5B5D-C8C9-FA41-12BEC56C0AA7}"/>
          </ac:spMkLst>
        </pc:spChg>
        <pc:spChg chg="add mod">
          <ac:chgData name="Yokoyama, Kazuki/横山 一樹" userId="eebd3b26-963b-49b8-bece-d035e86ca04e" providerId="ADAL" clId="{13D7B87C-3BC1-4904-87AE-BF0019A4C80D}" dt="2025-10-14T03:49:28.241" v="6961" actId="14100"/>
          <ac:spMkLst>
            <pc:docMk/>
            <pc:sldMk cId="2190140377" sldId="265"/>
            <ac:spMk id="3" creationId="{C246B4B7-5424-9EC8-B94E-60EA8899A2ED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4" creationId="{8C18E08C-5AF0-8B1E-0166-69914554AD7E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5" creationId="{D3B228E1-538C-57D8-8F52-A4E5BBDE66CF}"/>
          </ac:spMkLst>
        </pc:spChg>
        <pc:spChg chg="add mod">
          <ac:chgData name="Yokoyama, Kazuki/横山 一樹" userId="eebd3b26-963b-49b8-bece-d035e86ca04e" providerId="ADAL" clId="{13D7B87C-3BC1-4904-87AE-BF0019A4C80D}" dt="2025-10-14T03:49:17.039" v="6960" actId="1076"/>
          <ac:spMkLst>
            <pc:docMk/>
            <pc:sldMk cId="2190140377" sldId="265"/>
            <ac:spMk id="6" creationId="{9B0E1636-E1A4-826A-5157-8209028DE64E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7" creationId="{DC0CF474-CF07-9346-1916-8E04B8D6ECD5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8" creationId="{DE7B7400-59D2-1563-F214-5FAFF943CA33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9" creationId="{7F2F381C-3F8D-7101-8570-8F8737E5E716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10" creationId="{09D591F2-1B60-3AB2-E92B-708956C50CFE}"/>
          </ac:spMkLst>
        </pc:spChg>
        <pc:spChg chg="add mod ord">
          <ac:chgData name="Yokoyama, Kazuki/横山 一樹" userId="eebd3b26-963b-49b8-bece-d035e86ca04e" providerId="ADAL" clId="{13D7B87C-3BC1-4904-87AE-BF0019A4C80D}" dt="2025-10-14T11:14:36.362" v="8011" actId="207"/>
          <ac:spMkLst>
            <pc:docMk/>
            <pc:sldMk cId="2190140377" sldId="265"/>
            <ac:spMk id="11" creationId="{A334583A-A931-A0A3-51B7-2D336CA09325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11" creationId="{E4787E94-6FFA-5646-2180-F6182948D3A6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12" creationId="{B328064A-BB75-CE00-7190-141F05E6ABFE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13" creationId="{05453CFE-F1BE-4CCF-EC7E-26B9B73B5B54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14" creationId="{B32AC662-7F23-E89B-2CE3-9A3D77E8214C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15" creationId="{9BA94967-F830-6F25-95DB-0E65B5C3D312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16" creationId="{11A4F050-B2AD-B953-0D04-A0640A1CCD0E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17" creationId="{3CBEAFBD-7043-F58E-AFAE-89C026FCBD74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18" creationId="{A07BD049-1AA7-01CA-C0FB-6DE12170801F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19" creationId="{DCE42DFE-B81B-FC80-212F-9F5EAE2F6245}"/>
          </ac:spMkLst>
        </pc:spChg>
        <pc:spChg chg="add del mod">
          <ac:chgData name="Yokoyama, Kazuki/横山 一樹" userId="eebd3b26-963b-49b8-bece-d035e86ca04e" providerId="ADAL" clId="{13D7B87C-3BC1-4904-87AE-BF0019A4C80D}" dt="2025-10-10T04:29:05.709" v="343" actId="478"/>
          <ac:spMkLst>
            <pc:docMk/>
            <pc:sldMk cId="2190140377" sldId="265"/>
            <ac:spMk id="20" creationId="{A5BB86D4-39AD-E4AF-102F-94FD1C468820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22" creationId="{8A99E66C-B7BB-1E4C-D6AE-2AF72E181E5B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23" creationId="{8BCB0F63-13EE-599D-FB59-27DD421501C5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24" creationId="{C1CFB5F7-6AB1-5353-35FC-31F298B4070E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25" creationId="{9029B482-4D55-DFC2-F910-61ABB9924B4B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26" creationId="{9CBF2B88-8561-F2A3-C069-1AA7C9375CDD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27" creationId="{4C94DC20-8B08-066E-7F61-ECD0527720B1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28" creationId="{9435411F-F758-1F1E-E177-EBAE3FB005CD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29" creationId="{D041F5D7-EE6D-F9AE-72D4-68E40CD40AD9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30" creationId="{7497ED6B-00E4-D1C4-7FD9-B5DE6A04AF0C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31" creationId="{635C5945-365F-7AF9-BF1A-A07C18E4627D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32" creationId="{3D95317E-D6F8-1778-BDB1-B09B7D179711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33" creationId="{AFD119B7-B611-210B-5641-4F5D1E13E1A6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34" creationId="{3753F9C9-831F-8D3A-DA5E-8353B6A532F6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35" creationId="{0AF01D84-A252-4652-1C7A-C47347BAB0CA}"/>
          </ac:spMkLst>
        </pc:spChg>
        <pc:spChg chg="add mod ord">
          <ac:chgData name="Yokoyama, Kazuki/横山 一樹" userId="eebd3b26-963b-49b8-bece-d035e86ca04e" providerId="ADAL" clId="{13D7B87C-3BC1-4904-87AE-BF0019A4C80D}" dt="2025-10-14T08:15:55.115" v="7216" actId="166"/>
          <ac:spMkLst>
            <pc:docMk/>
            <pc:sldMk cId="2190140377" sldId="265"/>
            <ac:spMk id="36" creationId="{98EBD599-6A07-61BA-08B0-5E49116A7710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37" creationId="{739E95F1-C6AB-B64D-16BF-5EE3B12B1440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38" creationId="{53B2FD6E-2ADB-1ED9-A5A1-57DF20B43F48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39" creationId="{65D5AFD7-9342-80AF-CD1E-13D3AF1F65D1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40" creationId="{2806574B-ADEA-B539-E702-62AB9468CA51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41" creationId="{BABD794D-1FD9-F511-026B-C35F6F50CA48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42" creationId="{948FC77E-FFF9-FD83-F031-6E2AB2B009A7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43" creationId="{D30E2650-B6A9-04EB-D8BF-6C34438868A1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44" creationId="{42FDB02B-11BF-70D6-ADE8-46EFB002B406}"/>
          </ac:spMkLst>
        </pc:spChg>
        <pc:spChg chg="add mod ord">
          <ac:chgData name="Yokoyama, Kazuki/横山 一樹" userId="eebd3b26-963b-49b8-bece-d035e86ca04e" providerId="ADAL" clId="{13D7B87C-3BC1-4904-87AE-BF0019A4C80D}" dt="2025-10-14T08:15:55.115" v="7216" actId="166"/>
          <ac:spMkLst>
            <pc:docMk/>
            <pc:sldMk cId="2190140377" sldId="265"/>
            <ac:spMk id="45" creationId="{06AA48C8-243B-3E4F-2EF2-4315F0E4FABD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46" creationId="{516CF4C1-D856-1C85-33DE-C710D9197413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47" creationId="{6A554833-BF73-775A-A251-93084EE80D01}"/>
          </ac:spMkLst>
        </pc:spChg>
        <pc:spChg chg="add mod">
          <ac:chgData name="Yokoyama, Kazuki/横山 一樹" userId="eebd3b26-963b-49b8-bece-d035e86ca04e" providerId="ADAL" clId="{13D7B87C-3BC1-4904-87AE-BF0019A4C80D}" dt="2025-10-10T10:37:04.495" v="5938" actId="1076"/>
          <ac:spMkLst>
            <pc:docMk/>
            <pc:sldMk cId="2190140377" sldId="265"/>
            <ac:spMk id="48" creationId="{50CF9156-0417-9147-374F-627350D4DED9}"/>
          </ac:spMkLst>
        </pc:spChg>
        <pc:spChg chg="mod ord">
          <ac:chgData name="Yokoyama, Kazuki/横山 一樹" userId="eebd3b26-963b-49b8-bece-d035e86ca04e" providerId="ADAL" clId="{13D7B87C-3BC1-4904-87AE-BF0019A4C80D}" dt="2025-10-14T11:01:38.960" v="7507" actId="700"/>
          <ac:spMkLst>
            <pc:docMk/>
            <pc:sldMk cId="2190140377" sldId="265"/>
            <ac:spMk id="49" creationId="{7410CF72-5A89-5575-4831-3BA2F13D6418}"/>
          </ac:spMkLst>
        </pc:spChg>
        <pc:graphicFrameChg chg="add del mod modGraphic">
          <ac:chgData name="Yokoyama, Kazuki/横山 一樹" userId="eebd3b26-963b-49b8-bece-d035e86ca04e" providerId="ADAL" clId="{13D7B87C-3BC1-4904-87AE-BF0019A4C80D}" dt="2025-10-10T04:29:05.709" v="343" actId="478"/>
          <ac:graphicFrameMkLst>
            <pc:docMk/>
            <pc:sldMk cId="2190140377" sldId="265"/>
            <ac:graphicFrameMk id="6" creationId="{30BAAAD9-3D51-55BD-DE11-137D118E9D78}"/>
          </ac:graphicFrameMkLst>
        </pc:graphicFrameChg>
        <pc:graphicFrameChg chg="add mod">
          <ac:chgData name="Yokoyama, Kazuki/横山 一樹" userId="eebd3b26-963b-49b8-bece-d035e86ca04e" providerId="ADAL" clId="{13D7B87C-3BC1-4904-87AE-BF0019A4C80D}" dt="2025-10-14T03:47:55.233" v="6923" actId="1076"/>
          <ac:graphicFrameMkLst>
            <pc:docMk/>
            <pc:sldMk cId="2190140377" sldId="265"/>
            <ac:graphicFrameMk id="21" creationId="{D25DB688-24C9-7E66-4CCD-D26DE1041052}"/>
          </ac:graphicFrameMkLst>
        </pc:graphicFrameChg>
        <pc:picChg chg="add del mod">
          <ac:chgData name="Yokoyama, Kazuki/横山 一樹" userId="eebd3b26-963b-49b8-bece-d035e86ca04e" providerId="ADAL" clId="{13D7B87C-3BC1-4904-87AE-BF0019A4C80D}" dt="2025-10-14T02:24:54.437" v="6269" actId="478"/>
          <ac:picMkLst>
            <pc:docMk/>
            <pc:sldMk cId="2190140377" sldId="265"/>
            <ac:picMk id="5" creationId="{7D5F402D-54B7-E8EB-114D-94044283D149}"/>
          </ac:picMkLst>
        </pc:picChg>
        <pc:picChg chg="add mod">
          <ac:chgData name="Yokoyama, Kazuki/横山 一樹" userId="eebd3b26-963b-49b8-bece-d035e86ca04e" providerId="ADAL" clId="{13D7B87C-3BC1-4904-87AE-BF0019A4C80D}" dt="2025-10-14T03:49:08.418" v="6959" actId="207"/>
          <ac:picMkLst>
            <pc:docMk/>
            <pc:sldMk cId="2190140377" sldId="265"/>
            <ac:picMk id="8" creationId="{76CB13C6-1B0F-8E17-B095-8244B10770F6}"/>
          </ac:picMkLst>
        </pc:picChg>
        <pc:cxnChg chg="add mod">
          <ac:chgData name="Yokoyama, Kazuki/横山 一樹" userId="eebd3b26-963b-49b8-bece-d035e86ca04e" providerId="ADAL" clId="{13D7B87C-3BC1-4904-87AE-BF0019A4C80D}" dt="2025-10-14T08:15:33.217" v="7210" actId="1076"/>
          <ac:cxnSpMkLst>
            <pc:docMk/>
            <pc:sldMk cId="2190140377" sldId="265"/>
            <ac:cxnSpMk id="10" creationId="{D6160606-6DF7-3139-D449-9098D08AA15F}"/>
          </ac:cxnSpMkLst>
        </pc:cxnChg>
      </pc:sldChg>
      <pc:sldChg chg="addSp modSp mod">
        <pc:chgData name="Yokoyama, Kazuki/横山 一樹" userId="eebd3b26-963b-49b8-bece-d035e86ca04e" providerId="ADAL" clId="{13D7B87C-3BC1-4904-87AE-BF0019A4C80D}" dt="2025-10-14T11:14:27.509" v="8009" actId="207"/>
        <pc:sldMkLst>
          <pc:docMk/>
          <pc:sldMk cId="4062320606" sldId="266"/>
        </pc:sldMkLst>
        <pc:spChg chg="mod">
          <ac:chgData name="Yokoyama, Kazuki/横山 一樹" userId="eebd3b26-963b-49b8-bece-d035e86ca04e" providerId="ADAL" clId="{13D7B87C-3BC1-4904-87AE-BF0019A4C80D}" dt="2025-10-10T07:23:06.810" v="3024" actId="20577"/>
          <ac:spMkLst>
            <pc:docMk/>
            <pc:sldMk cId="4062320606" sldId="266"/>
            <ac:spMk id="2" creationId="{BD7A921A-61A0-DB18-6E89-9D491A44F06B}"/>
          </ac:spMkLst>
        </pc:spChg>
        <pc:spChg chg="add mod">
          <ac:chgData name="Yokoyama, Kazuki/横山 一樹" userId="eebd3b26-963b-49b8-bece-d035e86ca04e" providerId="ADAL" clId="{13D7B87C-3BC1-4904-87AE-BF0019A4C80D}" dt="2025-10-14T11:14:27.509" v="8009" actId="207"/>
          <ac:spMkLst>
            <pc:docMk/>
            <pc:sldMk cId="4062320606" sldId="266"/>
            <ac:spMk id="4" creationId="{EFBDCC5B-EB21-A70B-5830-FE92BC09908A}"/>
          </ac:spMkLst>
        </pc:spChg>
      </pc:sldChg>
      <pc:sldChg chg="addSp delSp modSp mod">
        <pc:chgData name="Yokoyama, Kazuki/横山 一樹" userId="eebd3b26-963b-49b8-bece-d035e86ca04e" providerId="ADAL" clId="{13D7B87C-3BC1-4904-87AE-BF0019A4C80D}" dt="2025-10-14T08:05:19.213" v="7092" actId="20577"/>
        <pc:sldMkLst>
          <pc:docMk/>
          <pc:sldMk cId="4196167125" sldId="267"/>
        </pc:sldMkLst>
        <pc:spChg chg="mod">
          <ac:chgData name="Yokoyama, Kazuki/横山 一樹" userId="eebd3b26-963b-49b8-bece-d035e86ca04e" providerId="ADAL" clId="{13D7B87C-3BC1-4904-87AE-BF0019A4C80D}" dt="2025-10-10T10:34:40.381" v="5929" actId="20577"/>
          <ac:spMkLst>
            <pc:docMk/>
            <pc:sldMk cId="4196167125" sldId="267"/>
            <ac:spMk id="2" creationId="{0BE33702-76FF-635A-BB62-B8CD67C96E32}"/>
          </ac:spMkLst>
        </pc:spChg>
        <pc:spChg chg="mod">
          <ac:chgData name="Yokoyama, Kazuki/横山 一樹" userId="eebd3b26-963b-49b8-bece-d035e86ca04e" providerId="ADAL" clId="{13D7B87C-3BC1-4904-87AE-BF0019A4C80D}" dt="2025-10-14T08:05:19.213" v="7092" actId="20577"/>
          <ac:spMkLst>
            <pc:docMk/>
            <pc:sldMk cId="4196167125" sldId="267"/>
            <ac:spMk id="3" creationId="{FCCB04FF-153A-4E1B-59E2-4F80305FEBC6}"/>
          </ac:spMkLst>
        </pc:spChg>
        <pc:spChg chg="mod">
          <ac:chgData name="Yokoyama, Kazuki/横山 一樹" userId="eebd3b26-963b-49b8-bece-d035e86ca04e" providerId="ADAL" clId="{13D7B87C-3BC1-4904-87AE-BF0019A4C80D}" dt="2025-10-14T08:04:44.699" v="7026" actId="20577"/>
          <ac:spMkLst>
            <pc:docMk/>
            <pc:sldMk cId="4196167125" sldId="267"/>
            <ac:spMk id="4" creationId="{AFF310FD-0406-EFA0-049F-D2E8D4A1913C}"/>
          </ac:spMkLst>
        </pc:spChg>
        <pc:picChg chg="add del mod">
          <ac:chgData name="Yokoyama, Kazuki/横山 一樹" userId="eebd3b26-963b-49b8-bece-d035e86ca04e" providerId="ADAL" clId="{13D7B87C-3BC1-4904-87AE-BF0019A4C80D}" dt="2025-10-10T08:09:30.700" v="3726" actId="478"/>
          <ac:picMkLst>
            <pc:docMk/>
            <pc:sldMk cId="4196167125" sldId="267"/>
            <ac:picMk id="6" creationId="{A759FF1B-310A-1682-E57F-59A8A344D287}"/>
          </ac:picMkLst>
        </pc:picChg>
        <pc:picChg chg="add del mod">
          <ac:chgData name="Yokoyama, Kazuki/横山 一樹" userId="eebd3b26-963b-49b8-bece-d035e86ca04e" providerId="ADAL" clId="{13D7B87C-3BC1-4904-87AE-BF0019A4C80D}" dt="2025-10-10T08:09:30.700" v="3726" actId="478"/>
          <ac:picMkLst>
            <pc:docMk/>
            <pc:sldMk cId="4196167125" sldId="267"/>
            <ac:picMk id="7" creationId="{1B9B2A18-8C6C-4C26-3448-27648C07F7DE}"/>
          </ac:picMkLst>
        </pc:picChg>
        <pc:picChg chg="add del mod">
          <ac:chgData name="Yokoyama, Kazuki/横山 一樹" userId="eebd3b26-963b-49b8-bece-d035e86ca04e" providerId="ADAL" clId="{13D7B87C-3BC1-4904-87AE-BF0019A4C80D}" dt="2025-10-10T08:09:30.700" v="3726" actId="478"/>
          <ac:picMkLst>
            <pc:docMk/>
            <pc:sldMk cId="4196167125" sldId="267"/>
            <ac:picMk id="8" creationId="{0A912167-A990-0827-8337-07E985A82CCB}"/>
          </ac:picMkLst>
        </pc:picChg>
        <pc:picChg chg="add mod modCrop">
          <ac:chgData name="Yokoyama, Kazuki/横山 一樹" userId="eebd3b26-963b-49b8-bece-d035e86ca04e" providerId="ADAL" clId="{13D7B87C-3BC1-4904-87AE-BF0019A4C80D}" dt="2025-10-14T06:56:26.209" v="7004" actId="14100"/>
          <ac:picMkLst>
            <pc:docMk/>
            <pc:sldMk cId="4196167125" sldId="267"/>
            <ac:picMk id="9" creationId="{72DAFF9E-9255-077A-F405-41DB96977909}"/>
          </ac:picMkLst>
        </pc:picChg>
        <pc:picChg chg="add mod modCrop">
          <ac:chgData name="Yokoyama, Kazuki/横山 一樹" userId="eebd3b26-963b-49b8-bece-d035e86ca04e" providerId="ADAL" clId="{13D7B87C-3BC1-4904-87AE-BF0019A4C80D}" dt="2025-10-10T08:10:25.502" v="3736" actId="1076"/>
          <ac:picMkLst>
            <pc:docMk/>
            <pc:sldMk cId="4196167125" sldId="267"/>
            <ac:picMk id="10" creationId="{27430EBE-F7AF-D3D3-D9C4-36BC2EEC09BD}"/>
          </ac:picMkLst>
        </pc:picChg>
      </pc:sldChg>
      <pc:sldChg chg="addSp delSp modSp mod">
        <pc:chgData name="Yokoyama, Kazuki/横山 一樹" userId="eebd3b26-963b-49b8-bece-d035e86ca04e" providerId="ADAL" clId="{13D7B87C-3BC1-4904-87AE-BF0019A4C80D}" dt="2025-10-14T08:24:29.118" v="7358" actId="20577"/>
        <pc:sldMkLst>
          <pc:docMk/>
          <pc:sldMk cId="3456222852" sldId="269"/>
        </pc:sldMkLst>
        <pc:spChg chg="mod">
          <ac:chgData name="Yokoyama, Kazuki/横山 一樹" userId="eebd3b26-963b-49b8-bece-d035e86ca04e" providerId="ADAL" clId="{13D7B87C-3BC1-4904-87AE-BF0019A4C80D}" dt="2025-10-14T08:24:29.118" v="7358" actId="20577"/>
          <ac:spMkLst>
            <pc:docMk/>
            <pc:sldMk cId="3456222852" sldId="269"/>
            <ac:spMk id="3" creationId="{89B99B38-0E6D-35BA-7321-7B6D8D0C119E}"/>
          </ac:spMkLst>
        </pc:spChg>
        <pc:spChg chg="mod">
          <ac:chgData name="Yokoyama, Kazuki/横山 一樹" userId="eebd3b26-963b-49b8-bece-d035e86ca04e" providerId="ADAL" clId="{13D7B87C-3BC1-4904-87AE-BF0019A4C80D}" dt="2025-10-10T08:40:52.430" v="4333" actId="6549"/>
          <ac:spMkLst>
            <pc:docMk/>
            <pc:sldMk cId="3456222852" sldId="269"/>
            <ac:spMk id="4" creationId="{42B4AAFD-1B91-EE97-E88D-DDE20413F677}"/>
          </ac:spMkLst>
        </pc:spChg>
        <pc:spChg chg="add del mod">
          <ac:chgData name="Yokoyama, Kazuki/横山 一樹" userId="eebd3b26-963b-49b8-bece-d035e86ca04e" providerId="ADAL" clId="{13D7B87C-3BC1-4904-87AE-BF0019A4C80D}" dt="2025-10-10T10:31:52.058" v="5821" actId="478"/>
          <ac:spMkLst>
            <pc:docMk/>
            <pc:sldMk cId="3456222852" sldId="269"/>
            <ac:spMk id="6" creationId="{2298E20E-982A-8E50-944B-93BA8E116A46}"/>
          </ac:spMkLst>
        </pc:spChg>
        <pc:spChg chg="add del mod">
          <ac:chgData name="Yokoyama, Kazuki/横山 一樹" userId="eebd3b26-963b-49b8-bece-d035e86ca04e" providerId="ADAL" clId="{13D7B87C-3BC1-4904-87AE-BF0019A4C80D}" dt="2025-10-10T10:31:52.058" v="5821" actId="478"/>
          <ac:spMkLst>
            <pc:docMk/>
            <pc:sldMk cId="3456222852" sldId="269"/>
            <ac:spMk id="7" creationId="{285E0C86-E720-BB45-0D15-78C1A31BE6E0}"/>
          </ac:spMkLst>
        </pc:spChg>
        <pc:picChg chg="add mod">
          <ac:chgData name="Yokoyama, Kazuki/横山 一樹" userId="eebd3b26-963b-49b8-bece-d035e86ca04e" providerId="ADAL" clId="{13D7B87C-3BC1-4904-87AE-BF0019A4C80D}" dt="2025-10-14T08:23:03.929" v="7325" actId="1076"/>
          <ac:picMkLst>
            <pc:docMk/>
            <pc:sldMk cId="3456222852" sldId="269"/>
            <ac:picMk id="9" creationId="{EF600848-3011-82EF-DF43-4D6D6A4CED13}"/>
          </ac:picMkLst>
        </pc:picChg>
      </pc:sldChg>
      <pc:sldChg chg="addSp delSp modSp del">
        <pc:chgData name="Yokoyama, Kazuki/横山 一樹" userId="eebd3b26-963b-49b8-bece-d035e86ca04e" providerId="ADAL" clId="{13D7B87C-3BC1-4904-87AE-BF0019A4C80D}" dt="2025-10-10T10:28:54.257" v="5813" actId="47"/>
        <pc:sldMkLst>
          <pc:docMk/>
          <pc:sldMk cId="2487352691" sldId="270"/>
        </pc:sldMkLst>
        <pc:picChg chg="add del mod">
          <ac:chgData name="Yokoyama, Kazuki/横山 一樹" userId="eebd3b26-963b-49b8-bece-d035e86ca04e" providerId="ADAL" clId="{13D7B87C-3BC1-4904-87AE-BF0019A4C80D}" dt="2025-10-10T06:17:00.314" v="2564" actId="478"/>
          <ac:picMkLst>
            <pc:docMk/>
            <pc:sldMk cId="2487352691" sldId="270"/>
            <ac:picMk id="1026" creationId="{4A3331EA-07A5-D5ED-0830-7C02E4CDEF45}"/>
          </ac:picMkLst>
        </pc:picChg>
      </pc:sldChg>
      <pc:sldChg chg="addSp delSp modSp mod">
        <pc:chgData name="Yokoyama, Kazuki/横山 一樹" userId="eebd3b26-963b-49b8-bece-d035e86ca04e" providerId="ADAL" clId="{13D7B87C-3BC1-4904-87AE-BF0019A4C80D}" dt="2025-10-10T10:28:45.982" v="5812" actId="478"/>
        <pc:sldMkLst>
          <pc:docMk/>
          <pc:sldMk cId="1438748778" sldId="271"/>
        </pc:sldMkLst>
        <pc:spChg chg="add del mod">
          <ac:chgData name="Yokoyama, Kazuki/横山 一樹" userId="eebd3b26-963b-49b8-bece-d035e86ca04e" providerId="ADAL" clId="{13D7B87C-3BC1-4904-87AE-BF0019A4C80D}" dt="2025-10-10T10:28:45.982" v="5812" actId="478"/>
          <ac:spMkLst>
            <pc:docMk/>
            <pc:sldMk cId="1438748778" sldId="271"/>
            <ac:spMk id="3" creationId="{4C22C466-BF6B-4DBE-5495-C98845A37142}"/>
          </ac:spMkLst>
        </pc:spChg>
      </pc:sldChg>
      <pc:sldChg chg="modSp mod">
        <pc:chgData name="Yokoyama, Kazuki/横山 一樹" userId="eebd3b26-963b-49b8-bece-d035e86ca04e" providerId="ADAL" clId="{13D7B87C-3BC1-4904-87AE-BF0019A4C80D}" dt="2025-10-10T10:46:00.378" v="5980" actId="12"/>
        <pc:sldMkLst>
          <pc:docMk/>
          <pc:sldMk cId="2420631775" sldId="272"/>
        </pc:sldMkLst>
        <pc:spChg chg="mod">
          <ac:chgData name="Yokoyama, Kazuki/横山 一樹" userId="eebd3b26-963b-49b8-bece-d035e86ca04e" providerId="ADAL" clId="{13D7B87C-3BC1-4904-87AE-BF0019A4C80D}" dt="2025-10-10T10:46:00.378" v="5980" actId="12"/>
          <ac:spMkLst>
            <pc:docMk/>
            <pc:sldMk cId="2420631775" sldId="272"/>
            <ac:spMk id="4" creationId="{A63580A8-9B82-4688-A68B-A266C07CE634}"/>
          </ac:spMkLst>
        </pc:spChg>
      </pc:sldChg>
      <pc:sldChg chg="del">
        <pc:chgData name="Yokoyama, Kazuki/横山 一樹" userId="eebd3b26-963b-49b8-bece-d035e86ca04e" providerId="ADAL" clId="{13D7B87C-3BC1-4904-87AE-BF0019A4C80D}" dt="2025-10-10T10:35:13.336" v="5936" actId="47"/>
        <pc:sldMkLst>
          <pc:docMk/>
          <pc:sldMk cId="1952814939" sldId="273"/>
        </pc:sldMkLst>
      </pc:sldChg>
      <pc:sldChg chg="addSp delSp modSp new mod">
        <pc:chgData name="Yokoyama, Kazuki/横山 一樹" userId="eebd3b26-963b-49b8-bece-d035e86ca04e" providerId="ADAL" clId="{13D7B87C-3BC1-4904-87AE-BF0019A4C80D}" dt="2025-10-10T08:46:54.106" v="4392" actId="20577"/>
        <pc:sldMkLst>
          <pc:docMk/>
          <pc:sldMk cId="129899750" sldId="274"/>
        </pc:sldMkLst>
        <pc:spChg chg="mod">
          <ac:chgData name="Yokoyama, Kazuki/横山 一樹" userId="eebd3b26-963b-49b8-bece-d035e86ca04e" providerId="ADAL" clId="{13D7B87C-3BC1-4904-87AE-BF0019A4C80D}" dt="2025-10-10T07:23:13.466" v="3036" actId="20577"/>
          <ac:spMkLst>
            <pc:docMk/>
            <pc:sldMk cId="129899750" sldId="274"/>
            <ac:spMk id="2" creationId="{43F3F763-3EE8-0AF1-D6B7-4D758FBE8699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3" creationId="{B706BF50-DC43-3B85-95A4-5D633E522C8C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6" creationId="{F9EF5EAC-8A5C-A3A1-6991-325F0434354A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7" creationId="{A408CE23-069D-D265-A6A3-ADC781E80535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8" creationId="{393F61B5-FD88-F1BC-8684-189209434A4B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9" creationId="{CC793D60-2A9D-A323-F3A3-1BA412434D2E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10" creationId="{1E213142-CC2A-D9FC-67FB-B06FCFD97839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11" creationId="{AC0FCA6D-EEBB-9A4D-84BB-323099A50090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12" creationId="{F58E54E4-BCF3-0BE3-0BE0-3DEE5594B517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13" creationId="{41981DB0-6CAD-3CBF-E786-C35C1828C409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14" creationId="{669E7D62-CFC8-7FEF-EECC-C1814A6BD4C8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15" creationId="{F56E051E-E5F3-17E0-4BB0-15E7FCA8405F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16" creationId="{A6AA022C-A900-4FCE-E341-186555DCF52B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17" creationId="{AA5F2833-0588-0029-51B7-15E7324E2983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18" creationId="{E72486E4-3F63-42F5-1791-F164C8C220F4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20" creationId="{FE762C14-83ED-C5B4-B97A-83222AA17B65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21" creationId="{2D31979A-42B7-4053-D1D4-A61A24D63E56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26" creationId="{1BA5042E-E266-2A9E-56E7-8C2C73E1D57E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27" creationId="{63DF53C4-A55B-02B4-32B2-3DB35E35BCE3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28" creationId="{E05FDA0E-1809-6260-BB94-A26F122E7F1D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29" creationId="{0A8A22B3-16BB-120E-654A-5AE18B563195}"/>
          </ac:spMkLst>
        </pc:spChg>
        <pc:spChg chg="add del mod">
          <ac:chgData name="Yokoyama, Kazuki/横山 一樹" userId="eebd3b26-963b-49b8-bece-d035e86ca04e" providerId="ADAL" clId="{13D7B87C-3BC1-4904-87AE-BF0019A4C80D}" dt="2025-10-10T08:16:44.505" v="3945" actId="478"/>
          <ac:spMkLst>
            <pc:docMk/>
            <pc:sldMk cId="129899750" sldId="274"/>
            <ac:spMk id="30" creationId="{EBFF9A54-96AE-0267-CD36-B9B3982CA6DC}"/>
          </ac:spMkLst>
        </pc:spChg>
        <pc:spChg chg="add del mod">
          <ac:chgData name="Yokoyama, Kazuki/横山 一樹" userId="eebd3b26-963b-49b8-bece-d035e86ca04e" providerId="ADAL" clId="{13D7B87C-3BC1-4904-87AE-BF0019A4C80D}" dt="2025-10-10T08:16:29.829" v="3923" actId="478"/>
          <ac:spMkLst>
            <pc:docMk/>
            <pc:sldMk cId="129899750" sldId="274"/>
            <ac:spMk id="31" creationId="{17640D48-3156-D3F8-B0D6-33DA977A2023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32" creationId="{08D6F595-4DD3-AEFB-5D4D-96E2474E6ACC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33" creationId="{CBEE380B-EB80-C604-A1AB-9F95067530B9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34" creationId="{0A1F922A-9167-5CD7-2C15-AAE868EBD084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35" creationId="{97B0A3BB-F52A-1484-8FCE-459D71D4F7BC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36" creationId="{AFD06042-1A4B-8833-73A8-EEBD63956DF5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37" creationId="{D53287C6-EA48-08E8-CE0C-F42F25C86139}"/>
          </ac:spMkLst>
        </pc:spChg>
        <pc:spChg chg="add mod">
          <ac:chgData name="Yokoyama, Kazuki/横山 一樹" userId="eebd3b26-963b-49b8-bece-d035e86ca04e" providerId="ADAL" clId="{13D7B87C-3BC1-4904-87AE-BF0019A4C80D}" dt="2025-10-10T08:24:08.512" v="4155" actId="1076"/>
          <ac:spMkLst>
            <pc:docMk/>
            <pc:sldMk cId="129899750" sldId="274"/>
            <ac:spMk id="40" creationId="{94C188AE-86E1-27C9-BD44-134C935A94C4}"/>
          </ac:spMkLst>
        </pc:spChg>
        <pc:spChg chg="add del mod">
          <ac:chgData name="Yokoyama, Kazuki/横山 一樹" userId="eebd3b26-963b-49b8-bece-d035e86ca04e" providerId="ADAL" clId="{13D7B87C-3BC1-4904-87AE-BF0019A4C80D}" dt="2025-10-10T05:36:36.935" v="1243" actId="478"/>
          <ac:spMkLst>
            <pc:docMk/>
            <pc:sldMk cId="129899750" sldId="274"/>
            <ac:spMk id="41" creationId="{3CEAE4E7-609C-3DC0-1166-2373DA034550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46" creationId="{BD4B3CD0-A203-3B0A-C979-5D8804675601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48" creationId="{97F08474-B536-BCA5-0963-84DFBE62092E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49" creationId="{0AB98F01-A243-409F-23F5-90EB9CABB431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50" creationId="{D9670F32-F93A-61C0-034B-145E30872AFF}"/>
          </ac:spMkLst>
        </pc:spChg>
        <pc:spChg chg="add mod">
          <ac:chgData name="Yokoyama, Kazuki/横山 一樹" userId="eebd3b26-963b-49b8-bece-d035e86ca04e" providerId="ADAL" clId="{13D7B87C-3BC1-4904-87AE-BF0019A4C80D}" dt="2025-10-10T08:24:03.865" v="4154" actId="1076"/>
          <ac:spMkLst>
            <pc:docMk/>
            <pc:sldMk cId="129899750" sldId="274"/>
            <ac:spMk id="51" creationId="{B9E38286-7637-2631-7BC0-7A3228E0081D}"/>
          </ac:spMkLst>
        </pc:spChg>
        <pc:spChg chg="add del mod">
          <ac:chgData name="Yokoyama, Kazuki/横山 一樹" userId="eebd3b26-963b-49b8-bece-d035e86ca04e" providerId="ADAL" clId="{13D7B87C-3BC1-4904-87AE-BF0019A4C80D}" dt="2025-10-10T08:26:38.738" v="4253" actId="478"/>
          <ac:spMkLst>
            <pc:docMk/>
            <pc:sldMk cId="129899750" sldId="274"/>
            <ac:spMk id="52" creationId="{71D402D0-6182-6000-624E-1A9B1732B3C4}"/>
          </ac:spMkLst>
        </pc:spChg>
        <pc:spChg chg="add mod">
          <ac:chgData name="Yokoyama, Kazuki/横山 一樹" userId="eebd3b26-963b-49b8-bece-d035e86ca04e" providerId="ADAL" clId="{13D7B87C-3BC1-4904-87AE-BF0019A4C80D}" dt="2025-10-10T08:46:54.106" v="4392" actId="20577"/>
          <ac:spMkLst>
            <pc:docMk/>
            <pc:sldMk cId="129899750" sldId="274"/>
            <ac:spMk id="53" creationId="{998C8A1C-5837-4486-EB89-77334FE60DD6}"/>
          </ac:spMkLst>
        </pc:spChg>
        <pc:spChg chg="add mod">
          <ac:chgData name="Yokoyama, Kazuki/横山 一樹" userId="eebd3b26-963b-49b8-bece-d035e86ca04e" providerId="ADAL" clId="{13D7B87C-3BC1-4904-87AE-BF0019A4C80D}" dt="2025-10-10T08:28:06.866" v="4262" actId="1076"/>
          <ac:spMkLst>
            <pc:docMk/>
            <pc:sldMk cId="129899750" sldId="274"/>
            <ac:spMk id="60" creationId="{8E25D92C-0C4B-3F7A-1289-36FA83F2A8E7}"/>
          </ac:spMkLst>
        </pc:spChg>
        <pc:spChg chg="add mod">
          <ac:chgData name="Yokoyama, Kazuki/横山 一樹" userId="eebd3b26-963b-49b8-bece-d035e86ca04e" providerId="ADAL" clId="{13D7B87C-3BC1-4904-87AE-BF0019A4C80D}" dt="2025-10-10T08:28:06.866" v="4262" actId="1076"/>
          <ac:spMkLst>
            <pc:docMk/>
            <pc:sldMk cId="129899750" sldId="274"/>
            <ac:spMk id="65" creationId="{FF17D18E-17AD-3E1E-9B21-827186C5F5F0}"/>
          </ac:spMkLst>
        </pc:spChg>
        <pc:cxnChg chg="add mod">
          <ac:chgData name="Yokoyama, Kazuki/横山 一樹" userId="eebd3b26-963b-49b8-bece-d035e86ca04e" providerId="ADAL" clId="{13D7B87C-3BC1-4904-87AE-BF0019A4C80D}" dt="2025-10-10T08:24:03.865" v="4154" actId="1076"/>
          <ac:cxnSpMkLst>
            <pc:docMk/>
            <pc:sldMk cId="129899750" sldId="274"/>
            <ac:cxnSpMk id="4" creationId="{D63A8BDB-3CAB-4344-1426-F9309D526DC1}"/>
          </ac:cxnSpMkLst>
        </pc:cxnChg>
        <pc:cxnChg chg="add mod">
          <ac:chgData name="Yokoyama, Kazuki/横山 一樹" userId="eebd3b26-963b-49b8-bece-d035e86ca04e" providerId="ADAL" clId="{13D7B87C-3BC1-4904-87AE-BF0019A4C80D}" dt="2025-10-10T08:24:08.512" v="4155" actId="1076"/>
          <ac:cxnSpMkLst>
            <pc:docMk/>
            <pc:sldMk cId="129899750" sldId="274"/>
            <ac:cxnSpMk id="5" creationId="{3E334D06-FB33-908C-D4F9-58BE77AE808E}"/>
          </ac:cxnSpMkLst>
        </pc:cxnChg>
        <pc:cxnChg chg="add mod">
          <ac:chgData name="Yokoyama, Kazuki/横山 一樹" userId="eebd3b26-963b-49b8-bece-d035e86ca04e" providerId="ADAL" clId="{13D7B87C-3BC1-4904-87AE-BF0019A4C80D}" dt="2025-10-10T08:24:08.512" v="4155" actId="1076"/>
          <ac:cxnSpMkLst>
            <pc:docMk/>
            <pc:sldMk cId="129899750" sldId="274"/>
            <ac:cxnSpMk id="19" creationId="{F2380748-DA5A-A68C-6B4D-1D4DE2778568}"/>
          </ac:cxnSpMkLst>
        </pc:cxnChg>
        <pc:cxnChg chg="add mod">
          <ac:chgData name="Yokoyama, Kazuki/横山 一樹" userId="eebd3b26-963b-49b8-bece-d035e86ca04e" providerId="ADAL" clId="{13D7B87C-3BC1-4904-87AE-BF0019A4C80D}" dt="2025-10-10T08:24:08.512" v="4155" actId="1076"/>
          <ac:cxnSpMkLst>
            <pc:docMk/>
            <pc:sldMk cId="129899750" sldId="274"/>
            <ac:cxnSpMk id="22" creationId="{97A48F30-77EC-C47A-E835-D70C6A7A1B28}"/>
          </ac:cxnSpMkLst>
        </pc:cxnChg>
        <pc:cxnChg chg="add mod">
          <ac:chgData name="Yokoyama, Kazuki/横山 一樹" userId="eebd3b26-963b-49b8-bece-d035e86ca04e" providerId="ADAL" clId="{13D7B87C-3BC1-4904-87AE-BF0019A4C80D}" dt="2025-10-10T08:24:08.512" v="4155" actId="1076"/>
          <ac:cxnSpMkLst>
            <pc:docMk/>
            <pc:sldMk cId="129899750" sldId="274"/>
            <ac:cxnSpMk id="23" creationId="{60383DB4-1C13-197F-525B-8FD8F5FF7EFC}"/>
          </ac:cxnSpMkLst>
        </pc:cxnChg>
        <pc:cxnChg chg="add mod">
          <ac:chgData name="Yokoyama, Kazuki/横山 一樹" userId="eebd3b26-963b-49b8-bece-d035e86ca04e" providerId="ADAL" clId="{13D7B87C-3BC1-4904-87AE-BF0019A4C80D}" dt="2025-10-10T08:24:08.512" v="4155" actId="1076"/>
          <ac:cxnSpMkLst>
            <pc:docMk/>
            <pc:sldMk cId="129899750" sldId="274"/>
            <ac:cxnSpMk id="24" creationId="{DC37BCB2-7A61-3FAB-A974-3C5CBD3B909E}"/>
          </ac:cxnSpMkLst>
        </pc:cxnChg>
        <pc:cxnChg chg="add mod">
          <ac:chgData name="Yokoyama, Kazuki/横山 一樹" userId="eebd3b26-963b-49b8-bece-d035e86ca04e" providerId="ADAL" clId="{13D7B87C-3BC1-4904-87AE-BF0019A4C80D}" dt="2025-10-10T08:24:08.512" v="4155" actId="1076"/>
          <ac:cxnSpMkLst>
            <pc:docMk/>
            <pc:sldMk cId="129899750" sldId="274"/>
            <ac:cxnSpMk id="25" creationId="{E71B6A6A-202D-EF68-80FD-65B4BDAF475D}"/>
          </ac:cxnSpMkLst>
        </pc:cxnChg>
        <pc:cxnChg chg="add mod">
          <ac:chgData name="Yokoyama, Kazuki/横山 一樹" userId="eebd3b26-963b-49b8-bece-d035e86ca04e" providerId="ADAL" clId="{13D7B87C-3BC1-4904-87AE-BF0019A4C80D}" dt="2025-10-10T08:24:08.512" v="4155" actId="1076"/>
          <ac:cxnSpMkLst>
            <pc:docMk/>
            <pc:sldMk cId="129899750" sldId="274"/>
            <ac:cxnSpMk id="38" creationId="{A0071548-1C29-EA4E-B1AA-9EF05D504656}"/>
          </ac:cxnSpMkLst>
        </pc:cxnChg>
        <pc:cxnChg chg="add mod">
          <ac:chgData name="Yokoyama, Kazuki/横山 一樹" userId="eebd3b26-963b-49b8-bece-d035e86ca04e" providerId="ADAL" clId="{13D7B87C-3BC1-4904-87AE-BF0019A4C80D}" dt="2025-10-10T08:24:08.512" v="4155" actId="1076"/>
          <ac:cxnSpMkLst>
            <pc:docMk/>
            <pc:sldMk cId="129899750" sldId="274"/>
            <ac:cxnSpMk id="39" creationId="{DD6C9685-55AE-6805-AE92-13048C622314}"/>
          </ac:cxnSpMkLst>
        </pc:cxnChg>
        <pc:cxnChg chg="add mod">
          <ac:chgData name="Yokoyama, Kazuki/横山 一樹" userId="eebd3b26-963b-49b8-bece-d035e86ca04e" providerId="ADAL" clId="{13D7B87C-3BC1-4904-87AE-BF0019A4C80D}" dt="2025-10-10T08:24:08.512" v="4155" actId="1076"/>
          <ac:cxnSpMkLst>
            <pc:docMk/>
            <pc:sldMk cId="129899750" sldId="274"/>
            <ac:cxnSpMk id="42" creationId="{E2FB9282-654D-0DB0-9B2D-79CE9DA19264}"/>
          </ac:cxnSpMkLst>
        </pc:cxnChg>
        <pc:cxnChg chg="add mod">
          <ac:chgData name="Yokoyama, Kazuki/横山 一樹" userId="eebd3b26-963b-49b8-bece-d035e86ca04e" providerId="ADAL" clId="{13D7B87C-3BC1-4904-87AE-BF0019A4C80D}" dt="2025-10-10T08:24:08.512" v="4155" actId="1076"/>
          <ac:cxnSpMkLst>
            <pc:docMk/>
            <pc:sldMk cId="129899750" sldId="274"/>
            <ac:cxnSpMk id="43" creationId="{BFC7608C-9B75-8BEF-FFAD-247A820B6E8B}"/>
          </ac:cxnSpMkLst>
        </pc:cxnChg>
        <pc:cxnChg chg="add mod">
          <ac:chgData name="Yokoyama, Kazuki/横山 一樹" userId="eebd3b26-963b-49b8-bece-d035e86ca04e" providerId="ADAL" clId="{13D7B87C-3BC1-4904-87AE-BF0019A4C80D}" dt="2025-10-10T08:46:48.454" v="4371" actId="20577"/>
          <ac:cxnSpMkLst>
            <pc:docMk/>
            <pc:sldMk cId="129899750" sldId="274"/>
            <ac:cxnSpMk id="56" creationId="{627CDA39-CF78-932A-7AAC-BCB32A615E41}"/>
          </ac:cxnSpMkLst>
        </pc:cxnChg>
        <pc:cxnChg chg="add mod">
          <ac:chgData name="Yokoyama, Kazuki/横山 一樹" userId="eebd3b26-963b-49b8-bece-d035e86ca04e" providerId="ADAL" clId="{13D7B87C-3BC1-4904-87AE-BF0019A4C80D}" dt="2025-10-10T08:28:18.326" v="4264" actId="14100"/>
          <ac:cxnSpMkLst>
            <pc:docMk/>
            <pc:sldMk cId="129899750" sldId="274"/>
            <ac:cxnSpMk id="61" creationId="{55232CF3-83D3-A0F5-71D3-116952DD8751}"/>
          </ac:cxnSpMkLst>
        </pc:cxnChg>
        <pc:cxnChg chg="add mod">
          <ac:chgData name="Yokoyama, Kazuki/横山 一樹" userId="eebd3b26-963b-49b8-bece-d035e86ca04e" providerId="ADAL" clId="{13D7B87C-3BC1-4904-87AE-BF0019A4C80D}" dt="2025-10-10T08:28:26.834" v="4266" actId="14100"/>
          <ac:cxnSpMkLst>
            <pc:docMk/>
            <pc:sldMk cId="129899750" sldId="274"/>
            <ac:cxnSpMk id="67" creationId="{4F6C047F-6E1B-0E39-C08F-FA66FA67C2F2}"/>
          </ac:cxnSpMkLst>
        </pc:cxnChg>
      </pc:sldChg>
      <pc:sldChg chg="modSp new del mod">
        <pc:chgData name="Yokoyama, Kazuki/横山 一樹" userId="eebd3b26-963b-49b8-bece-d035e86ca04e" providerId="ADAL" clId="{13D7B87C-3BC1-4904-87AE-BF0019A4C80D}" dt="2025-10-10T05:52:25.260" v="1906" actId="47"/>
        <pc:sldMkLst>
          <pc:docMk/>
          <pc:sldMk cId="4209881561" sldId="275"/>
        </pc:sldMkLst>
        <pc:spChg chg="mod">
          <ac:chgData name="Yokoyama, Kazuki/横山 一樹" userId="eebd3b26-963b-49b8-bece-d035e86ca04e" providerId="ADAL" clId="{13D7B87C-3BC1-4904-87AE-BF0019A4C80D}" dt="2025-10-10T05:01:45.425" v="526" actId="20577"/>
          <ac:spMkLst>
            <pc:docMk/>
            <pc:sldMk cId="4209881561" sldId="275"/>
            <ac:spMk id="4" creationId="{66D48B12-8B64-1778-2030-6498345B6626}"/>
          </ac:spMkLst>
        </pc:spChg>
      </pc:sldChg>
      <pc:sldChg chg="addSp delSp modSp new mod modClrScheme chgLayout">
        <pc:chgData name="Yokoyama, Kazuki/横山 一樹" userId="eebd3b26-963b-49b8-bece-d035e86ca04e" providerId="ADAL" clId="{13D7B87C-3BC1-4904-87AE-BF0019A4C80D}" dt="2025-10-15T00:59:19.898" v="8543" actId="20577"/>
        <pc:sldMkLst>
          <pc:docMk/>
          <pc:sldMk cId="3926534608" sldId="276"/>
        </pc:sldMkLst>
        <pc:spChg chg="del mod ord">
          <ac:chgData name="Yokoyama, Kazuki/横山 一樹" userId="eebd3b26-963b-49b8-bece-d035e86ca04e" providerId="ADAL" clId="{13D7B87C-3BC1-4904-87AE-BF0019A4C80D}" dt="2025-10-10T05:16:10.861" v="893" actId="700"/>
          <ac:spMkLst>
            <pc:docMk/>
            <pc:sldMk cId="3926534608" sldId="276"/>
            <ac:spMk id="2" creationId="{C7043AAA-AF9C-B5D6-78EC-ABF2E8CAD65E}"/>
          </ac:spMkLst>
        </pc:spChg>
        <pc:spChg chg="del mod">
          <ac:chgData name="Yokoyama, Kazuki/横山 一樹" userId="eebd3b26-963b-49b8-bece-d035e86ca04e" providerId="ADAL" clId="{13D7B87C-3BC1-4904-87AE-BF0019A4C80D}" dt="2025-10-10T05:16:10.861" v="893" actId="700"/>
          <ac:spMkLst>
            <pc:docMk/>
            <pc:sldMk cId="3926534608" sldId="276"/>
            <ac:spMk id="3" creationId="{CC473E37-6685-5DA9-99A9-75D5E3D17AE1}"/>
          </ac:spMkLst>
        </pc:spChg>
        <pc:spChg chg="mod ord">
          <ac:chgData name="Yokoyama, Kazuki/横山 一樹" userId="eebd3b26-963b-49b8-bece-d035e86ca04e" providerId="ADAL" clId="{13D7B87C-3BC1-4904-87AE-BF0019A4C80D}" dt="2025-10-14T02:33:09.308" v="6442" actId="20577"/>
          <ac:spMkLst>
            <pc:docMk/>
            <pc:sldMk cId="3926534608" sldId="276"/>
            <ac:spMk id="4" creationId="{F8ECEF9B-C0A6-A78B-9B53-507183C16455}"/>
          </ac:spMkLst>
        </pc:spChg>
        <pc:spChg chg="add del mod ord">
          <ac:chgData name="Yokoyama, Kazuki/横山 一樹" userId="eebd3b26-963b-49b8-bece-d035e86ca04e" providerId="ADAL" clId="{13D7B87C-3BC1-4904-87AE-BF0019A4C80D}" dt="2025-10-10T05:45:14.676" v="1247" actId="700"/>
          <ac:spMkLst>
            <pc:docMk/>
            <pc:sldMk cId="3926534608" sldId="276"/>
            <ac:spMk id="8" creationId="{63462139-E075-1404-D4D9-D38764946D44}"/>
          </ac:spMkLst>
        </pc:spChg>
        <pc:spChg chg="add mod ord">
          <ac:chgData name="Yokoyama, Kazuki/横山 一樹" userId="eebd3b26-963b-49b8-bece-d035e86ca04e" providerId="ADAL" clId="{13D7B87C-3BC1-4904-87AE-BF0019A4C80D}" dt="2025-10-10T10:34:46.551" v="5935" actId="20577"/>
          <ac:spMkLst>
            <pc:docMk/>
            <pc:sldMk cId="3926534608" sldId="276"/>
            <ac:spMk id="9" creationId="{2C6AD13E-0405-551E-BBDE-4FFD9384C3D6}"/>
          </ac:spMkLst>
        </pc:spChg>
        <pc:spChg chg="add mod ord">
          <ac:chgData name="Yokoyama, Kazuki/横山 一樹" userId="eebd3b26-963b-49b8-bece-d035e86ca04e" providerId="ADAL" clId="{13D7B87C-3BC1-4904-87AE-BF0019A4C80D}" dt="2025-10-15T00:59:19.898" v="8543" actId="20577"/>
          <ac:spMkLst>
            <pc:docMk/>
            <pc:sldMk cId="3926534608" sldId="276"/>
            <ac:spMk id="10" creationId="{087C1013-742F-BBB5-2258-030727C36A7B}"/>
          </ac:spMkLst>
        </pc:spChg>
        <pc:picChg chg="add mod">
          <ac:chgData name="Yokoyama, Kazuki/横山 一樹" userId="eebd3b26-963b-49b8-bece-d035e86ca04e" providerId="ADAL" clId="{13D7B87C-3BC1-4904-87AE-BF0019A4C80D}" dt="2025-10-14T02:34:15.003" v="6455" actId="1076"/>
          <ac:picMkLst>
            <pc:docMk/>
            <pc:sldMk cId="3926534608" sldId="276"/>
            <ac:picMk id="2" creationId="{BBC4F2FC-36D2-682C-CB74-0DDBCB3A8EF6}"/>
          </ac:picMkLst>
        </pc:picChg>
        <pc:picChg chg="add mod ord modCrop">
          <ac:chgData name="Yokoyama, Kazuki/横山 一樹" userId="eebd3b26-963b-49b8-bece-d035e86ca04e" providerId="ADAL" clId="{13D7B87C-3BC1-4904-87AE-BF0019A4C80D}" dt="2025-10-15T00:59:03.532" v="8509" actId="14100"/>
          <ac:picMkLst>
            <pc:docMk/>
            <pc:sldMk cId="3926534608" sldId="276"/>
            <ac:picMk id="5" creationId="{20B57462-A515-4492-0E58-C0BC269D886C}"/>
          </ac:picMkLst>
        </pc:picChg>
        <pc:picChg chg="add mod">
          <ac:chgData name="Yokoyama, Kazuki/横山 一樹" userId="eebd3b26-963b-49b8-bece-d035e86ca04e" providerId="ADAL" clId="{13D7B87C-3BC1-4904-87AE-BF0019A4C80D}" dt="2025-10-14T02:34:57.836" v="6519" actId="1076"/>
          <ac:picMkLst>
            <pc:docMk/>
            <pc:sldMk cId="3926534608" sldId="276"/>
            <ac:picMk id="7" creationId="{05F9E720-8377-33BB-E832-F9817E37BABB}"/>
          </ac:picMkLst>
        </pc:picChg>
      </pc:sldChg>
      <pc:sldChg chg="addSp delSp modSp new del mod modClrScheme chgLayout">
        <pc:chgData name="Yokoyama, Kazuki/横山 一樹" userId="eebd3b26-963b-49b8-bece-d035e86ca04e" providerId="ADAL" clId="{13D7B87C-3BC1-4904-87AE-BF0019A4C80D}" dt="2025-10-10T10:34:21.753" v="5896" actId="47"/>
        <pc:sldMkLst>
          <pc:docMk/>
          <pc:sldMk cId="1120802371" sldId="277"/>
        </pc:sldMkLst>
        <pc:spChg chg="del mod ord">
          <ac:chgData name="Yokoyama, Kazuki/横山 一樹" userId="eebd3b26-963b-49b8-bece-d035e86ca04e" providerId="ADAL" clId="{13D7B87C-3BC1-4904-87AE-BF0019A4C80D}" dt="2025-10-10T05:25:15.221" v="902" actId="700"/>
          <ac:spMkLst>
            <pc:docMk/>
            <pc:sldMk cId="1120802371" sldId="277"/>
            <ac:spMk id="2" creationId="{CE4FAD49-CFB3-219C-54AC-15F99F549F10}"/>
          </ac:spMkLst>
        </pc:spChg>
        <pc:spChg chg="add del mod ord">
          <ac:chgData name="Yokoyama, Kazuki/横山 一樹" userId="eebd3b26-963b-49b8-bece-d035e86ca04e" providerId="ADAL" clId="{13D7B87C-3BC1-4904-87AE-BF0019A4C80D}" dt="2025-10-10T05:25:54.054" v="945" actId="478"/>
          <ac:spMkLst>
            <pc:docMk/>
            <pc:sldMk cId="1120802371" sldId="277"/>
            <ac:spMk id="3" creationId="{4131B987-CF25-89A5-EDED-488494540135}"/>
          </ac:spMkLst>
        </pc:spChg>
        <pc:spChg chg="add del mod ord">
          <ac:chgData name="Yokoyama, Kazuki/横山 一樹" userId="eebd3b26-963b-49b8-bece-d035e86ca04e" providerId="ADAL" clId="{13D7B87C-3BC1-4904-87AE-BF0019A4C80D}" dt="2025-10-10T05:25:32.327" v="923" actId="700"/>
          <ac:spMkLst>
            <pc:docMk/>
            <pc:sldMk cId="1120802371" sldId="277"/>
            <ac:spMk id="4" creationId="{D6FFAB93-C74B-54FB-8CCB-6CEFB462DE30}"/>
          </ac:spMkLst>
        </pc:spChg>
        <pc:spChg chg="add del mod ord">
          <ac:chgData name="Yokoyama, Kazuki/横山 一樹" userId="eebd3b26-963b-49b8-bece-d035e86ca04e" providerId="ADAL" clId="{13D7B87C-3BC1-4904-87AE-BF0019A4C80D}" dt="2025-10-10T05:25:37.068" v="924" actId="700"/>
          <ac:spMkLst>
            <pc:docMk/>
            <pc:sldMk cId="1120802371" sldId="277"/>
            <ac:spMk id="5" creationId="{5403C21E-F540-B438-A7CC-50AC9F14BB33}"/>
          </ac:spMkLst>
        </pc:spChg>
        <pc:spChg chg="add del mod ord">
          <ac:chgData name="Yokoyama, Kazuki/横山 一樹" userId="eebd3b26-963b-49b8-bece-d035e86ca04e" providerId="ADAL" clId="{13D7B87C-3BC1-4904-87AE-BF0019A4C80D}" dt="2025-10-10T05:25:42.941" v="925" actId="700"/>
          <ac:spMkLst>
            <pc:docMk/>
            <pc:sldMk cId="1120802371" sldId="277"/>
            <ac:spMk id="6" creationId="{B03CC62E-490F-E1E7-5938-E999C62EADD4}"/>
          </ac:spMkLst>
        </pc:spChg>
        <pc:spChg chg="add mod ord">
          <ac:chgData name="Yokoyama, Kazuki/横山 一樹" userId="eebd3b26-963b-49b8-bece-d035e86ca04e" providerId="ADAL" clId="{13D7B87C-3BC1-4904-87AE-BF0019A4C80D}" dt="2025-10-10T05:25:49.403" v="944"/>
          <ac:spMkLst>
            <pc:docMk/>
            <pc:sldMk cId="1120802371" sldId="277"/>
            <ac:spMk id="7" creationId="{70C32676-3E80-FBCA-ACB2-6B9E72CFB418}"/>
          </ac:spMkLst>
        </pc:spChg>
      </pc:sldChg>
      <pc:sldChg chg="addSp delSp modSp new del mod modClrScheme chgLayout">
        <pc:chgData name="Yokoyama, Kazuki/横山 一樹" userId="eebd3b26-963b-49b8-bece-d035e86ca04e" providerId="ADAL" clId="{13D7B87C-3BC1-4904-87AE-BF0019A4C80D}" dt="2025-10-10T08:06:06.766" v="3548" actId="47"/>
        <pc:sldMkLst>
          <pc:docMk/>
          <pc:sldMk cId="3473283960" sldId="278"/>
        </pc:sldMkLst>
        <pc:spChg chg="del mod ord">
          <ac:chgData name="Yokoyama, Kazuki/横山 一樹" userId="eebd3b26-963b-49b8-bece-d035e86ca04e" providerId="ADAL" clId="{13D7B87C-3BC1-4904-87AE-BF0019A4C80D}" dt="2025-10-10T05:26:24.095" v="947" actId="700"/>
          <ac:spMkLst>
            <pc:docMk/>
            <pc:sldMk cId="3473283960" sldId="278"/>
            <ac:spMk id="2" creationId="{81EC3F38-B7EC-0C38-C41B-7362B235066F}"/>
          </ac:spMkLst>
        </pc:spChg>
        <pc:spChg chg="add mod ord">
          <ac:chgData name="Yokoyama, Kazuki/横山 一樹" userId="eebd3b26-963b-49b8-bece-d035e86ca04e" providerId="ADAL" clId="{13D7B87C-3BC1-4904-87AE-BF0019A4C80D}" dt="2025-10-10T05:26:24.095" v="947" actId="700"/>
          <ac:spMkLst>
            <pc:docMk/>
            <pc:sldMk cId="3473283960" sldId="278"/>
            <ac:spMk id="3" creationId="{55EF95F5-89DC-16D8-092A-FD18FCF6BDC6}"/>
          </ac:spMkLst>
        </pc:spChg>
        <pc:spChg chg="add mod ord">
          <ac:chgData name="Yokoyama, Kazuki/横山 一樹" userId="eebd3b26-963b-49b8-bece-d035e86ca04e" providerId="ADAL" clId="{13D7B87C-3BC1-4904-87AE-BF0019A4C80D}" dt="2025-10-10T07:59:45.713" v="3261" actId="20577"/>
          <ac:spMkLst>
            <pc:docMk/>
            <pc:sldMk cId="3473283960" sldId="278"/>
            <ac:spMk id="4" creationId="{401356D3-C6AA-E3D1-8EB6-A81E4A504676}"/>
          </ac:spMkLst>
        </pc:spChg>
        <pc:spChg chg="add del mod">
          <ac:chgData name="Yokoyama, Kazuki/横山 一樹" userId="eebd3b26-963b-49b8-bece-d035e86ca04e" providerId="ADAL" clId="{13D7B87C-3BC1-4904-87AE-BF0019A4C80D}" dt="2025-10-10T07:58:44.433" v="3246" actId="478"/>
          <ac:spMkLst>
            <pc:docMk/>
            <pc:sldMk cId="3473283960" sldId="278"/>
            <ac:spMk id="5" creationId="{D37CB893-57F8-1144-70B8-9CAD7A67E95F}"/>
          </ac:spMkLst>
        </pc:spChg>
        <pc:spChg chg="add del mod">
          <ac:chgData name="Yokoyama, Kazuki/横山 一樹" userId="eebd3b26-963b-49b8-bece-d035e86ca04e" providerId="ADAL" clId="{13D7B87C-3BC1-4904-87AE-BF0019A4C80D}" dt="2025-10-10T07:58:44.433" v="3246" actId="478"/>
          <ac:spMkLst>
            <pc:docMk/>
            <pc:sldMk cId="3473283960" sldId="278"/>
            <ac:spMk id="6" creationId="{D4594793-82BF-0985-C9CE-88CBFE24BF68}"/>
          </ac:spMkLst>
        </pc:spChg>
        <pc:spChg chg="add del mod">
          <ac:chgData name="Yokoyama, Kazuki/横山 一樹" userId="eebd3b26-963b-49b8-bece-d035e86ca04e" providerId="ADAL" clId="{13D7B87C-3BC1-4904-87AE-BF0019A4C80D}" dt="2025-10-10T07:58:44.433" v="3246" actId="478"/>
          <ac:spMkLst>
            <pc:docMk/>
            <pc:sldMk cId="3473283960" sldId="278"/>
            <ac:spMk id="7" creationId="{ADDFE077-FF18-6DDE-9035-238FB5E7DB0D}"/>
          </ac:spMkLst>
        </pc:spChg>
        <pc:spChg chg="add del mod">
          <ac:chgData name="Yokoyama, Kazuki/横山 一樹" userId="eebd3b26-963b-49b8-bece-d035e86ca04e" providerId="ADAL" clId="{13D7B87C-3BC1-4904-87AE-BF0019A4C80D}" dt="2025-10-10T07:58:44.433" v="3246" actId="478"/>
          <ac:spMkLst>
            <pc:docMk/>
            <pc:sldMk cId="3473283960" sldId="278"/>
            <ac:spMk id="8" creationId="{1D9854CA-8C8D-BFBC-6993-BCE23C23097E}"/>
          </ac:spMkLst>
        </pc:spChg>
        <pc:picChg chg="add mod">
          <ac:chgData name="Yokoyama, Kazuki/横山 一樹" userId="eebd3b26-963b-49b8-bece-d035e86ca04e" providerId="ADAL" clId="{13D7B87C-3BC1-4904-87AE-BF0019A4C80D}" dt="2025-10-10T07:59:09.373" v="3255" actId="14861"/>
          <ac:picMkLst>
            <pc:docMk/>
            <pc:sldMk cId="3473283960" sldId="278"/>
            <ac:picMk id="11" creationId="{19DF79C7-04B1-8452-8028-CFEE14F6E764}"/>
          </ac:picMkLst>
        </pc:picChg>
      </pc:sldChg>
      <pc:sldChg chg="addSp delSp modSp new mod modClrScheme chgLayout">
        <pc:chgData name="Yokoyama, Kazuki/横山 一樹" userId="eebd3b26-963b-49b8-bece-d035e86ca04e" providerId="ADAL" clId="{13D7B87C-3BC1-4904-87AE-BF0019A4C80D}" dt="2025-10-10T08:05:27.894" v="3547" actId="1076"/>
        <pc:sldMkLst>
          <pc:docMk/>
          <pc:sldMk cId="3429971039" sldId="279"/>
        </pc:sldMkLst>
        <pc:spChg chg="mod ord">
          <ac:chgData name="Yokoyama, Kazuki/横山 一樹" userId="eebd3b26-963b-49b8-bece-d035e86ca04e" providerId="ADAL" clId="{13D7B87C-3BC1-4904-87AE-BF0019A4C80D}" dt="2025-10-10T08:05:12.001" v="3542" actId="700"/>
          <ac:spMkLst>
            <pc:docMk/>
            <pc:sldMk cId="3429971039" sldId="279"/>
            <ac:spMk id="2" creationId="{CA09EB14-C033-3837-E519-F244389A2A44}"/>
          </ac:spMkLst>
        </pc:spChg>
        <pc:spChg chg="mod ord">
          <ac:chgData name="Yokoyama, Kazuki/横山 一樹" userId="eebd3b26-963b-49b8-bece-d035e86ca04e" providerId="ADAL" clId="{13D7B87C-3BC1-4904-87AE-BF0019A4C80D}" dt="2025-10-10T08:05:12.001" v="3542" actId="700"/>
          <ac:spMkLst>
            <pc:docMk/>
            <pc:sldMk cId="3429971039" sldId="279"/>
            <ac:spMk id="3" creationId="{D1AEE5E6-74DF-4B23-5DF8-945CDB8F9EF4}"/>
          </ac:spMkLst>
        </pc:spChg>
        <pc:spChg chg="del mod ord">
          <ac:chgData name="Yokoyama, Kazuki/横山 一樹" userId="eebd3b26-963b-49b8-bece-d035e86ca04e" providerId="ADAL" clId="{13D7B87C-3BC1-4904-87AE-BF0019A4C80D}" dt="2025-10-10T08:05:14.711" v="3543" actId="478"/>
          <ac:spMkLst>
            <pc:docMk/>
            <pc:sldMk cId="3429971039" sldId="279"/>
            <ac:spMk id="4" creationId="{F37F6069-40B6-58B0-A295-DFA7BAFC575F}"/>
          </ac:spMkLst>
        </pc:spChg>
        <pc:picChg chg="add mod">
          <ac:chgData name="Yokoyama, Kazuki/横山 一樹" userId="eebd3b26-963b-49b8-bece-d035e86ca04e" providerId="ADAL" clId="{13D7B87C-3BC1-4904-87AE-BF0019A4C80D}" dt="2025-10-10T08:05:27.894" v="3547" actId="1076"/>
          <ac:picMkLst>
            <pc:docMk/>
            <pc:sldMk cId="3429971039" sldId="279"/>
            <ac:picMk id="5" creationId="{E893CEC3-4AE1-CCC2-8A93-6E5066CD597D}"/>
          </ac:picMkLst>
        </pc:picChg>
      </pc:sldChg>
      <pc:sldChg chg="addSp delSp modSp add mod ord modClrScheme modShow chgLayout">
        <pc:chgData name="Yokoyama, Kazuki/横山 一樹" userId="eebd3b26-963b-49b8-bece-d035e86ca04e" providerId="ADAL" clId="{13D7B87C-3BC1-4904-87AE-BF0019A4C80D}" dt="2025-10-14T04:09:06.409" v="6989" actId="729"/>
        <pc:sldMkLst>
          <pc:docMk/>
          <pc:sldMk cId="1145073862" sldId="280"/>
        </pc:sldMkLst>
        <pc:spChg chg="mod ord">
          <ac:chgData name="Yokoyama, Kazuki/横山 一樹" userId="eebd3b26-963b-49b8-bece-d035e86ca04e" providerId="ADAL" clId="{13D7B87C-3BC1-4904-87AE-BF0019A4C80D}" dt="2025-10-10T10:13:32.737" v="5450" actId="20577"/>
          <ac:spMkLst>
            <pc:docMk/>
            <pc:sldMk cId="1145073862" sldId="280"/>
            <ac:spMk id="2" creationId="{7DDEF514-97B8-72EB-14D0-653C15E85E96}"/>
          </ac:spMkLst>
        </pc:spChg>
        <pc:spChg chg="del mod ord">
          <ac:chgData name="Yokoyama, Kazuki/横山 一樹" userId="eebd3b26-963b-49b8-bece-d035e86ca04e" providerId="ADAL" clId="{13D7B87C-3BC1-4904-87AE-BF0019A4C80D}" dt="2025-10-10T10:09:01.814" v="5120" actId="478"/>
          <ac:spMkLst>
            <pc:docMk/>
            <pc:sldMk cId="1145073862" sldId="280"/>
            <ac:spMk id="3" creationId="{B0272815-1D5A-5A34-98AD-8EA7E6B80914}"/>
          </ac:spMkLst>
        </pc:spChg>
        <pc:spChg chg="add del mod">
          <ac:chgData name="Yokoyama, Kazuki/横山 一樹" userId="eebd3b26-963b-49b8-bece-d035e86ca04e" providerId="ADAL" clId="{13D7B87C-3BC1-4904-87AE-BF0019A4C80D}" dt="2025-10-10T10:03:39.590" v="5108" actId="6264"/>
          <ac:spMkLst>
            <pc:docMk/>
            <pc:sldMk cId="1145073862" sldId="280"/>
            <ac:spMk id="4" creationId="{079391BD-FD29-B8B9-9769-CC5B43095456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5" creationId="{034EA4AE-2328-016D-1E2F-7515B96D66CA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7" creationId="{9192FAA9-7B5F-32A6-941F-89B7F2F87DB0}"/>
          </ac:spMkLst>
        </pc:spChg>
        <pc:spChg chg="add del mod">
          <ac:chgData name="Yokoyama, Kazuki/横山 一樹" userId="eebd3b26-963b-49b8-bece-d035e86ca04e" providerId="ADAL" clId="{13D7B87C-3BC1-4904-87AE-BF0019A4C80D}" dt="2025-10-10T10:03:39.590" v="5108" actId="6264"/>
          <ac:spMkLst>
            <pc:docMk/>
            <pc:sldMk cId="1145073862" sldId="280"/>
            <ac:spMk id="11" creationId="{13FA49DC-6F86-7D62-B922-81BC72E87A19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12" creationId="{84EA563D-6538-E522-B05D-649C0998DB3F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13" creationId="{D7B6A11B-3F15-B21C-14E4-0E2D0388EA8D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14" creationId="{E35AE292-EEBA-99DE-380C-1BDC570E53D8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15" creationId="{60FF3E40-5586-9B44-A885-79182BED8590}"/>
          </ac:spMkLst>
        </pc:spChg>
        <pc:spChg chg="add mod">
          <ac:chgData name="Yokoyama, Kazuki/横山 一樹" userId="eebd3b26-963b-49b8-bece-d035e86ca04e" providerId="ADAL" clId="{13D7B87C-3BC1-4904-87AE-BF0019A4C80D}" dt="2025-10-10T10:27:03.620" v="5808" actId="20577"/>
          <ac:spMkLst>
            <pc:docMk/>
            <pc:sldMk cId="1145073862" sldId="280"/>
            <ac:spMk id="19" creationId="{0328FDE3-922F-331B-F2E0-1334575A15A9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23" creationId="{52514239-EE7C-79E3-D94B-1D3F03655AEE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24" creationId="{C6BF9CAD-18DE-0E1C-B297-3E44E646D48B}"/>
          </ac:spMkLst>
        </pc:spChg>
        <pc:spChg chg="add mod ord">
          <ac:chgData name="Yokoyama, Kazuki/横山 一樹" userId="eebd3b26-963b-49b8-bece-d035e86ca04e" providerId="ADAL" clId="{13D7B87C-3BC1-4904-87AE-BF0019A4C80D}" dt="2025-10-14T02:23:07.367" v="6252" actId="20577"/>
          <ac:spMkLst>
            <pc:docMk/>
            <pc:sldMk cId="1145073862" sldId="280"/>
            <ac:spMk id="25" creationId="{FFC220BB-C49D-951C-BF49-A829DC5954B4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26" creationId="{CFA57ABF-CDF5-6E03-E23A-EF3493CBE98C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27" creationId="{A042A665-FAD7-BCDC-C8CF-7EE58AAC0A74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33" creationId="{F2D94BA6-E2BF-2DEA-72FC-D0E9C1AFA9D6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38" creationId="{02BF36FC-0FC0-489A-A899-BE7C40413C0C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41" creationId="{31F97148-824B-43FF-7BE3-00D6C5C669D9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42" creationId="{AEF6277C-F79F-AF76-5FB8-23F93B5C879D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43" creationId="{9CA00384-81AF-00C5-4DC1-363A20EF9437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44" creationId="{AEE10F2C-4B8E-8079-74A1-8CA5E68B3532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45" creationId="{FFA7156B-5C24-5E2A-47A5-93B54B611946}"/>
          </ac:spMkLst>
        </pc:spChg>
        <pc:spChg chg="del">
          <ac:chgData name="Yokoyama, Kazuki/横山 一樹" userId="eebd3b26-963b-49b8-bece-d035e86ca04e" providerId="ADAL" clId="{13D7B87C-3BC1-4904-87AE-BF0019A4C80D}" dt="2025-10-10T10:02:34.724" v="5081" actId="478"/>
          <ac:spMkLst>
            <pc:docMk/>
            <pc:sldMk cId="1145073862" sldId="280"/>
            <ac:spMk id="46" creationId="{9FD9E6CF-2789-4DFA-2A5B-8A87F4E1496C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47" creationId="{B3C20D62-6631-9FDC-8CC4-FA5B5A084428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48" creationId="{F32A7994-1511-67D7-0FBA-B170FED185B2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49" creationId="{F51DF4FC-BD38-F6D8-2769-02C2326131AF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50" creationId="{BC3B712A-C7AD-E1FD-4E23-5D0AF38DB05B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51" creationId="{F1F37CA4-EC28-BF03-ED6E-09BA3A53C680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52" creationId="{5BAC5D60-DAD7-2F56-671D-B23371BAE650}"/>
          </ac:spMkLst>
        </pc:spChg>
        <pc:spChg chg="del">
          <ac:chgData name="Yokoyama, Kazuki/横山 一樹" userId="eebd3b26-963b-49b8-bece-d035e86ca04e" providerId="ADAL" clId="{13D7B87C-3BC1-4904-87AE-BF0019A4C80D}" dt="2025-10-10T10:02:34.724" v="5081" actId="478"/>
          <ac:spMkLst>
            <pc:docMk/>
            <pc:sldMk cId="1145073862" sldId="280"/>
            <ac:spMk id="54" creationId="{438F7285-0BC9-3287-3196-A07C92936402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56" creationId="{E9D74014-C42A-E98E-D03A-91F01576B8AF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57" creationId="{903CA231-BCA6-B689-96C9-04845FE61E3F}"/>
          </ac:spMkLst>
        </pc:spChg>
        <pc:spChg chg="del mod">
          <ac:chgData name="Yokoyama, Kazuki/横山 一樹" userId="eebd3b26-963b-49b8-bece-d035e86ca04e" providerId="ADAL" clId="{13D7B87C-3BC1-4904-87AE-BF0019A4C80D}" dt="2025-10-10T10:07:55.387" v="5118" actId="478"/>
          <ac:spMkLst>
            <pc:docMk/>
            <pc:sldMk cId="1145073862" sldId="280"/>
            <ac:spMk id="58" creationId="{C20183B2-4123-07CE-B9DB-89EBA35A859C}"/>
          </ac:spMkLst>
        </pc:spChg>
        <pc:picChg chg="del mod">
          <ac:chgData name="Yokoyama, Kazuki/横山 一樹" userId="eebd3b26-963b-49b8-bece-d035e86ca04e" providerId="ADAL" clId="{13D7B87C-3BC1-4904-87AE-BF0019A4C80D}" dt="2025-10-10T10:07:55.387" v="5118" actId="478"/>
          <ac:picMkLst>
            <pc:docMk/>
            <pc:sldMk cId="1145073862" sldId="280"/>
            <ac:picMk id="6" creationId="{7DA886F5-69E2-2DF9-6557-409A1756A925}"/>
          </ac:picMkLst>
        </pc:picChg>
        <pc:picChg chg="del mod">
          <ac:chgData name="Yokoyama, Kazuki/横山 一樹" userId="eebd3b26-963b-49b8-bece-d035e86ca04e" providerId="ADAL" clId="{13D7B87C-3BC1-4904-87AE-BF0019A4C80D}" dt="2025-10-10T10:07:55.387" v="5118" actId="478"/>
          <ac:picMkLst>
            <pc:docMk/>
            <pc:sldMk cId="1145073862" sldId="280"/>
            <ac:picMk id="8" creationId="{380CC689-2EAD-D7F6-1335-D0033FE6A05E}"/>
          </ac:picMkLst>
        </pc:picChg>
        <pc:picChg chg="del mod">
          <ac:chgData name="Yokoyama, Kazuki/横山 一樹" userId="eebd3b26-963b-49b8-bece-d035e86ca04e" providerId="ADAL" clId="{13D7B87C-3BC1-4904-87AE-BF0019A4C80D}" dt="2025-10-10T10:07:55.387" v="5118" actId="478"/>
          <ac:picMkLst>
            <pc:docMk/>
            <pc:sldMk cId="1145073862" sldId="280"/>
            <ac:picMk id="9" creationId="{92A95F8D-0FBD-B486-EE15-E269E3FB88B7}"/>
          </ac:picMkLst>
        </pc:picChg>
        <pc:picChg chg="del">
          <ac:chgData name="Yokoyama, Kazuki/横山 一樹" userId="eebd3b26-963b-49b8-bece-d035e86ca04e" providerId="ADAL" clId="{13D7B87C-3BC1-4904-87AE-BF0019A4C80D}" dt="2025-10-10T10:02:34.724" v="5081" actId="478"/>
          <ac:picMkLst>
            <pc:docMk/>
            <pc:sldMk cId="1145073862" sldId="280"/>
            <ac:picMk id="10" creationId="{54F63FC5-C5A1-FF14-F36C-673BA66F5C61}"/>
          </ac:picMkLst>
        </pc:picChg>
        <pc:picChg chg="add mod">
          <ac:chgData name="Yokoyama, Kazuki/横山 一樹" userId="eebd3b26-963b-49b8-bece-d035e86ca04e" providerId="ADAL" clId="{13D7B87C-3BC1-4904-87AE-BF0019A4C80D}" dt="2025-10-14T02:22:23.488" v="6224" actId="1076"/>
          <ac:picMkLst>
            <pc:docMk/>
            <pc:sldMk cId="1145073862" sldId="280"/>
            <ac:picMk id="18" creationId="{43E4A05D-C168-019B-A0D8-3BD6CDF0CD8B}"/>
          </ac:picMkLst>
        </pc:picChg>
        <pc:cxnChg chg="del mod">
          <ac:chgData name="Yokoyama, Kazuki/横山 一樹" userId="eebd3b26-963b-49b8-bece-d035e86ca04e" providerId="ADAL" clId="{13D7B87C-3BC1-4904-87AE-BF0019A4C80D}" dt="2025-10-10T10:07:55.387" v="5118" actId="478"/>
          <ac:cxnSpMkLst>
            <pc:docMk/>
            <pc:sldMk cId="1145073862" sldId="280"/>
            <ac:cxnSpMk id="17" creationId="{31BBA58E-2558-DC21-2D20-DE18E1641143}"/>
          </ac:cxnSpMkLst>
        </pc:cxnChg>
        <pc:cxnChg chg="del mod">
          <ac:chgData name="Yokoyama, Kazuki/横山 一樹" userId="eebd3b26-963b-49b8-bece-d035e86ca04e" providerId="ADAL" clId="{13D7B87C-3BC1-4904-87AE-BF0019A4C80D}" dt="2025-10-10T10:07:55.387" v="5118" actId="478"/>
          <ac:cxnSpMkLst>
            <pc:docMk/>
            <pc:sldMk cId="1145073862" sldId="280"/>
            <ac:cxnSpMk id="20" creationId="{4932931B-E0D4-6B0A-FE8F-F9A4DE879F22}"/>
          </ac:cxnSpMkLst>
        </pc:cxnChg>
        <pc:cxnChg chg="del mod">
          <ac:chgData name="Yokoyama, Kazuki/横山 一樹" userId="eebd3b26-963b-49b8-bece-d035e86ca04e" providerId="ADAL" clId="{13D7B87C-3BC1-4904-87AE-BF0019A4C80D}" dt="2025-10-10T10:07:55.387" v="5118" actId="478"/>
          <ac:cxnSpMkLst>
            <pc:docMk/>
            <pc:sldMk cId="1145073862" sldId="280"/>
            <ac:cxnSpMk id="21" creationId="{F7557FB7-CCC8-6F80-D5A2-1EE5FA2182FE}"/>
          </ac:cxnSpMkLst>
        </pc:cxnChg>
        <pc:cxnChg chg="del">
          <ac:chgData name="Yokoyama, Kazuki/横山 一樹" userId="eebd3b26-963b-49b8-bece-d035e86ca04e" providerId="ADAL" clId="{13D7B87C-3BC1-4904-87AE-BF0019A4C80D}" dt="2025-10-10T10:02:34.724" v="5081" actId="478"/>
          <ac:cxnSpMkLst>
            <pc:docMk/>
            <pc:sldMk cId="1145073862" sldId="280"/>
            <ac:cxnSpMk id="22" creationId="{4CDDE1B3-964F-9E1E-B872-79B88B6B9451}"/>
          </ac:cxnSpMkLst>
        </pc:cxnChg>
        <pc:cxnChg chg="del mod">
          <ac:chgData name="Yokoyama, Kazuki/横山 一樹" userId="eebd3b26-963b-49b8-bece-d035e86ca04e" providerId="ADAL" clId="{13D7B87C-3BC1-4904-87AE-BF0019A4C80D}" dt="2025-10-10T10:02:37.868" v="5083" actId="478"/>
          <ac:cxnSpMkLst>
            <pc:docMk/>
            <pc:sldMk cId="1145073862" sldId="280"/>
            <ac:cxnSpMk id="34" creationId="{8DD12AA4-B1E5-51DB-3396-0C784DAEDA0F}"/>
          </ac:cxnSpMkLst>
        </pc:cxnChg>
        <pc:cxnChg chg="del mod">
          <ac:chgData name="Yokoyama, Kazuki/横山 一樹" userId="eebd3b26-963b-49b8-bece-d035e86ca04e" providerId="ADAL" clId="{13D7B87C-3BC1-4904-87AE-BF0019A4C80D}" dt="2025-10-10T10:02:36.306" v="5082" actId="478"/>
          <ac:cxnSpMkLst>
            <pc:docMk/>
            <pc:sldMk cId="1145073862" sldId="280"/>
            <ac:cxnSpMk id="39" creationId="{5E724C3C-C7E9-F21F-95C7-6BAF61DC36AA}"/>
          </ac:cxnSpMkLst>
        </pc:cxnChg>
        <pc:cxnChg chg="del mod">
          <ac:chgData name="Yokoyama, Kazuki/横山 一樹" userId="eebd3b26-963b-49b8-bece-d035e86ca04e" providerId="ADAL" clId="{13D7B87C-3BC1-4904-87AE-BF0019A4C80D}" dt="2025-10-10T10:07:55.387" v="5118" actId="478"/>
          <ac:cxnSpMkLst>
            <pc:docMk/>
            <pc:sldMk cId="1145073862" sldId="280"/>
            <ac:cxnSpMk id="60" creationId="{B5A14AD8-DF50-DD89-9F81-9BC0F573627C}"/>
          </ac:cxnSpMkLst>
        </pc:cxnChg>
        <pc:cxnChg chg="del mod">
          <ac:chgData name="Yokoyama, Kazuki/横山 一樹" userId="eebd3b26-963b-49b8-bece-d035e86ca04e" providerId="ADAL" clId="{13D7B87C-3BC1-4904-87AE-BF0019A4C80D}" dt="2025-10-10T10:07:55.387" v="5118" actId="478"/>
          <ac:cxnSpMkLst>
            <pc:docMk/>
            <pc:sldMk cId="1145073862" sldId="280"/>
            <ac:cxnSpMk id="61" creationId="{4144242A-0299-025B-E82D-EC2D431F577E}"/>
          </ac:cxnSpMkLst>
        </pc:cxnChg>
        <pc:cxnChg chg="del mod">
          <ac:chgData name="Yokoyama, Kazuki/横山 一樹" userId="eebd3b26-963b-49b8-bece-d035e86ca04e" providerId="ADAL" clId="{13D7B87C-3BC1-4904-87AE-BF0019A4C80D}" dt="2025-10-10T10:07:55.387" v="5118" actId="478"/>
          <ac:cxnSpMkLst>
            <pc:docMk/>
            <pc:sldMk cId="1145073862" sldId="280"/>
            <ac:cxnSpMk id="64" creationId="{2A3BFFB0-9A93-80D4-EE65-271890682237}"/>
          </ac:cxnSpMkLst>
        </pc:cxnChg>
      </pc:sldChg>
      <pc:sldChg chg="addSp delSp modSp new mod modClrScheme chgLayout">
        <pc:chgData name="Yokoyama, Kazuki/横山 一樹" userId="eebd3b26-963b-49b8-bece-d035e86ca04e" providerId="ADAL" clId="{13D7B87C-3BC1-4904-87AE-BF0019A4C80D}" dt="2025-10-14T06:54:31.430" v="7000" actId="20577"/>
        <pc:sldMkLst>
          <pc:docMk/>
          <pc:sldMk cId="2143588132" sldId="281"/>
        </pc:sldMkLst>
        <pc:spChg chg="mod ord">
          <ac:chgData name="Yokoyama, Kazuki/横山 一樹" userId="eebd3b26-963b-49b8-bece-d035e86ca04e" providerId="ADAL" clId="{13D7B87C-3BC1-4904-87AE-BF0019A4C80D}" dt="2025-10-14T02:41:15.330" v="6527" actId="700"/>
          <ac:spMkLst>
            <pc:docMk/>
            <pc:sldMk cId="2143588132" sldId="281"/>
            <ac:spMk id="2" creationId="{2B6EACDF-E538-05B0-5FE4-CCE121D240E6}"/>
          </ac:spMkLst>
        </pc:spChg>
        <pc:spChg chg="del mod ord">
          <ac:chgData name="Yokoyama, Kazuki/横山 一樹" userId="eebd3b26-963b-49b8-bece-d035e86ca04e" providerId="ADAL" clId="{13D7B87C-3BC1-4904-87AE-BF0019A4C80D}" dt="2025-10-14T02:41:15.330" v="6527" actId="700"/>
          <ac:spMkLst>
            <pc:docMk/>
            <pc:sldMk cId="2143588132" sldId="281"/>
            <ac:spMk id="3" creationId="{E303E4BA-8C93-059A-2336-FE9BAB59D824}"/>
          </ac:spMkLst>
        </pc:spChg>
        <pc:spChg chg="add mod ord">
          <ac:chgData name="Yokoyama, Kazuki/横山 一樹" userId="eebd3b26-963b-49b8-bece-d035e86ca04e" providerId="ADAL" clId="{13D7B87C-3BC1-4904-87AE-BF0019A4C80D}" dt="2025-10-14T02:45:02.418" v="6747" actId="20577"/>
          <ac:spMkLst>
            <pc:docMk/>
            <pc:sldMk cId="2143588132" sldId="281"/>
            <ac:spMk id="5" creationId="{300A0B88-4EFC-90B9-06CB-0056B8D3D199}"/>
          </ac:spMkLst>
        </pc:spChg>
        <pc:spChg chg="add mod ord">
          <ac:chgData name="Yokoyama, Kazuki/横山 一樹" userId="eebd3b26-963b-49b8-bece-d035e86ca04e" providerId="ADAL" clId="{13D7B87C-3BC1-4904-87AE-BF0019A4C80D}" dt="2025-10-14T06:54:31.430" v="7000" actId="20577"/>
          <ac:spMkLst>
            <pc:docMk/>
            <pc:sldMk cId="2143588132" sldId="281"/>
            <ac:spMk id="6" creationId="{5C45250E-D83D-1825-36FB-DD606462C13E}"/>
          </ac:spMkLst>
        </pc:spChg>
        <pc:spChg chg="add mod">
          <ac:chgData name="Yokoyama, Kazuki/横山 一樹" userId="eebd3b26-963b-49b8-bece-d035e86ca04e" providerId="ADAL" clId="{13D7B87C-3BC1-4904-87AE-BF0019A4C80D}" dt="2025-10-14T02:43:52.870" v="6694" actId="14100"/>
          <ac:spMkLst>
            <pc:docMk/>
            <pc:sldMk cId="2143588132" sldId="281"/>
            <ac:spMk id="7" creationId="{D96F119B-7718-3A9E-89E5-0CA3DDE9FBFA}"/>
          </ac:spMkLst>
        </pc:spChg>
        <pc:picChg chg="add mod">
          <ac:chgData name="Yokoyama, Kazuki/横山 一樹" userId="eebd3b26-963b-49b8-bece-d035e86ca04e" providerId="ADAL" clId="{13D7B87C-3BC1-4904-87AE-BF0019A4C80D}" dt="2025-10-14T02:43:23.876" v="6664" actId="207"/>
          <ac:picMkLst>
            <pc:docMk/>
            <pc:sldMk cId="2143588132" sldId="281"/>
            <ac:picMk id="4" creationId="{74CD23F0-B1AF-CC69-F0E9-1ABD148639CF}"/>
          </ac:picMkLst>
        </pc:picChg>
      </pc:sldChg>
      <pc:sldChg chg="addSp delSp modSp new del mod modClrScheme chgLayout">
        <pc:chgData name="Yokoyama, Kazuki/横山 一樹" userId="eebd3b26-963b-49b8-bece-d035e86ca04e" providerId="ADAL" clId="{13D7B87C-3BC1-4904-87AE-BF0019A4C80D}" dt="2025-10-10T10:28:42.973" v="5811" actId="47"/>
        <pc:sldMkLst>
          <pc:docMk/>
          <pc:sldMk cId="3907051670" sldId="281"/>
        </pc:sldMkLst>
        <pc:spChg chg="del mod ord">
          <ac:chgData name="Yokoyama, Kazuki/横山 一樹" userId="eebd3b26-963b-49b8-bece-d035e86ca04e" providerId="ADAL" clId="{13D7B87C-3BC1-4904-87AE-BF0019A4C80D}" dt="2025-10-10T10:16:42.564" v="5510" actId="700"/>
          <ac:spMkLst>
            <pc:docMk/>
            <pc:sldMk cId="3907051670" sldId="281"/>
            <ac:spMk id="2" creationId="{03A79537-8048-4E5A-53F8-9F0ABCB4C96B}"/>
          </ac:spMkLst>
        </pc:spChg>
        <pc:spChg chg="del">
          <ac:chgData name="Yokoyama, Kazuki/横山 一樹" userId="eebd3b26-963b-49b8-bece-d035e86ca04e" providerId="ADAL" clId="{13D7B87C-3BC1-4904-87AE-BF0019A4C80D}" dt="2025-10-10T10:16:42.564" v="5510" actId="700"/>
          <ac:spMkLst>
            <pc:docMk/>
            <pc:sldMk cId="3907051670" sldId="281"/>
            <ac:spMk id="3" creationId="{076C6435-A441-8A99-163F-A87942944077}"/>
          </ac:spMkLst>
        </pc:spChg>
        <pc:spChg chg="mod ord">
          <ac:chgData name="Yokoyama, Kazuki/横山 一樹" userId="eebd3b26-963b-49b8-bece-d035e86ca04e" providerId="ADAL" clId="{13D7B87C-3BC1-4904-87AE-BF0019A4C80D}" dt="2025-10-10T10:16:42.564" v="5510" actId="700"/>
          <ac:spMkLst>
            <pc:docMk/>
            <pc:sldMk cId="3907051670" sldId="281"/>
            <ac:spMk id="4" creationId="{8019B6EA-9448-1868-0F31-A477C2FD57C1}"/>
          </ac:spMkLst>
        </pc:spChg>
        <pc:spChg chg="add mod ord">
          <ac:chgData name="Yokoyama, Kazuki/横山 一樹" userId="eebd3b26-963b-49b8-bece-d035e86ca04e" providerId="ADAL" clId="{13D7B87C-3BC1-4904-87AE-BF0019A4C80D}" dt="2025-10-10T10:16:42.564" v="5510" actId="700"/>
          <ac:spMkLst>
            <pc:docMk/>
            <pc:sldMk cId="3907051670" sldId="281"/>
            <ac:spMk id="5" creationId="{FF08BCC3-7979-2B2A-6C79-1DCF0E8A9CE1}"/>
          </ac:spMkLst>
        </pc:spChg>
        <pc:spChg chg="add mod">
          <ac:chgData name="Yokoyama, Kazuki/横山 一樹" userId="eebd3b26-963b-49b8-bece-d035e86ca04e" providerId="ADAL" clId="{13D7B87C-3BC1-4904-87AE-BF0019A4C80D}" dt="2025-10-10T10:24:34.328" v="5717" actId="14100"/>
          <ac:spMkLst>
            <pc:docMk/>
            <pc:sldMk cId="3907051670" sldId="281"/>
            <ac:spMk id="6" creationId="{3637B721-7A76-5296-3C03-B1C7A642B392}"/>
          </ac:spMkLst>
        </pc:spChg>
        <pc:spChg chg="add mod">
          <ac:chgData name="Yokoyama, Kazuki/横山 一樹" userId="eebd3b26-963b-49b8-bece-d035e86ca04e" providerId="ADAL" clId="{13D7B87C-3BC1-4904-87AE-BF0019A4C80D}" dt="2025-10-10T10:24:34.328" v="5717" actId="14100"/>
          <ac:spMkLst>
            <pc:docMk/>
            <pc:sldMk cId="3907051670" sldId="281"/>
            <ac:spMk id="7" creationId="{0CAA2A95-FA4A-EC92-EE14-A7DC836CCC5A}"/>
          </ac:spMkLst>
        </pc:spChg>
        <pc:spChg chg="add mod">
          <ac:chgData name="Yokoyama, Kazuki/横山 一樹" userId="eebd3b26-963b-49b8-bece-d035e86ca04e" providerId="ADAL" clId="{13D7B87C-3BC1-4904-87AE-BF0019A4C80D}" dt="2025-10-10T10:24:34.328" v="5717" actId="14100"/>
          <ac:spMkLst>
            <pc:docMk/>
            <pc:sldMk cId="3907051670" sldId="281"/>
            <ac:spMk id="8" creationId="{789FF965-D002-A943-7D0E-BA6D9BF027F8}"/>
          </ac:spMkLst>
        </pc:spChg>
        <pc:spChg chg="add mod topLvl">
          <ac:chgData name="Yokoyama, Kazuki/横山 一樹" userId="eebd3b26-963b-49b8-bece-d035e86ca04e" providerId="ADAL" clId="{13D7B87C-3BC1-4904-87AE-BF0019A4C80D}" dt="2025-10-10T10:24:48.339" v="5718" actId="165"/>
          <ac:spMkLst>
            <pc:docMk/>
            <pc:sldMk cId="3907051670" sldId="281"/>
            <ac:spMk id="9" creationId="{670F0ADD-BE43-1418-814B-C55D8A84A70C}"/>
          </ac:spMkLst>
        </pc:spChg>
        <pc:spChg chg="add mod">
          <ac:chgData name="Yokoyama, Kazuki/横山 一樹" userId="eebd3b26-963b-49b8-bece-d035e86ca04e" providerId="ADAL" clId="{13D7B87C-3BC1-4904-87AE-BF0019A4C80D}" dt="2025-10-10T10:24:34.328" v="5717" actId="14100"/>
          <ac:spMkLst>
            <pc:docMk/>
            <pc:sldMk cId="3907051670" sldId="281"/>
            <ac:spMk id="10" creationId="{91BFFEB7-21A0-00FF-EB6B-6A1277C83EE1}"/>
          </ac:spMkLst>
        </pc:spChg>
        <pc:spChg chg="add mod topLvl">
          <ac:chgData name="Yokoyama, Kazuki/横山 一樹" userId="eebd3b26-963b-49b8-bece-d035e86ca04e" providerId="ADAL" clId="{13D7B87C-3BC1-4904-87AE-BF0019A4C80D}" dt="2025-10-10T10:24:48.339" v="5718" actId="165"/>
          <ac:spMkLst>
            <pc:docMk/>
            <pc:sldMk cId="3907051670" sldId="281"/>
            <ac:spMk id="11" creationId="{058CF66F-9818-75B4-318D-333BB0FA6D0E}"/>
          </ac:spMkLst>
        </pc:spChg>
        <pc:spChg chg="add mod topLvl">
          <ac:chgData name="Yokoyama, Kazuki/横山 一樹" userId="eebd3b26-963b-49b8-bece-d035e86ca04e" providerId="ADAL" clId="{13D7B87C-3BC1-4904-87AE-BF0019A4C80D}" dt="2025-10-10T10:25:06.897" v="5763" actId="207"/>
          <ac:spMkLst>
            <pc:docMk/>
            <pc:sldMk cId="3907051670" sldId="281"/>
            <ac:spMk id="12" creationId="{78AAE483-02D1-9F3A-C51F-FDAA55F741C1}"/>
          </ac:spMkLst>
        </pc:spChg>
        <pc:spChg chg="add mod topLvl">
          <ac:chgData name="Yokoyama, Kazuki/横山 一樹" userId="eebd3b26-963b-49b8-bece-d035e86ca04e" providerId="ADAL" clId="{13D7B87C-3BC1-4904-87AE-BF0019A4C80D}" dt="2025-10-10T10:25:06.897" v="5763" actId="207"/>
          <ac:spMkLst>
            <pc:docMk/>
            <pc:sldMk cId="3907051670" sldId="281"/>
            <ac:spMk id="13" creationId="{550425ED-108C-E9DC-E023-AAE1AD9472D1}"/>
          </ac:spMkLst>
        </pc:spChg>
        <pc:grpChg chg="add del mod ord">
          <ac:chgData name="Yokoyama, Kazuki/横山 一樹" userId="eebd3b26-963b-49b8-bece-d035e86ca04e" providerId="ADAL" clId="{13D7B87C-3BC1-4904-87AE-BF0019A4C80D}" dt="2025-10-10T10:24:48.339" v="5718" actId="165"/>
          <ac:grpSpMkLst>
            <pc:docMk/>
            <pc:sldMk cId="3907051670" sldId="281"/>
            <ac:grpSpMk id="14" creationId="{F4FE8B2B-CD53-3E3A-AD93-C5DF3290F38D}"/>
          </ac:grpSpMkLst>
        </pc:grpChg>
      </pc:sldChg>
      <pc:sldChg chg="modSp new mod">
        <pc:chgData name="Yokoyama, Kazuki/横山 一樹" userId="eebd3b26-963b-49b8-bece-d035e86ca04e" providerId="ADAL" clId="{13D7B87C-3BC1-4904-87AE-BF0019A4C80D}" dt="2025-10-14T10:46:38.287" v="7506" actId="20577"/>
        <pc:sldMkLst>
          <pc:docMk/>
          <pc:sldMk cId="2690043429" sldId="282"/>
        </pc:sldMkLst>
        <pc:spChg chg="mod">
          <ac:chgData name="Yokoyama, Kazuki/横山 一樹" userId="eebd3b26-963b-49b8-bece-d035e86ca04e" providerId="ADAL" clId="{13D7B87C-3BC1-4904-87AE-BF0019A4C80D}" dt="2025-10-14T10:46:38.287" v="7506" actId="20577"/>
          <ac:spMkLst>
            <pc:docMk/>
            <pc:sldMk cId="2690043429" sldId="282"/>
            <ac:spMk id="3" creationId="{640800D7-3CCD-8D70-13C6-9A06602F8FF4}"/>
          </ac:spMkLst>
        </pc:spChg>
      </pc:sldChg>
      <pc:sldChg chg="addSp delSp modSp new mod modClrScheme chgLayout">
        <pc:chgData name="Yokoyama, Kazuki/横山 一樹" userId="eebd3b26-963b-49b8-bece-d035e86ca04e" providerId="ADAL" clId="{13D7B87C-3BC1-4904-87AE-BF0019A4C80D}" dt="2025-10-15T00:30:11.425" v="8507" actId="14861"/>
        <pc:sldMkLst>
          <pc:docMk/>
          <pc:sldMk cId="581888931" sldId="283"/>
        </pc:sldMkLst>
        <pc:spChg chg="del mod ord">
          <ac:chgData name="Yokoyama, Kazuki/横山 一樹" userId="eebd3b26-963b-49b8-bece-d035e86ca04e" providerId="ADAL" clId="{13D7B87C-3BC1-4904-87AE-BF0019A4C80D}" dt="2025-10-14T23:59:21.628" v="8015" actId="700"/>
          <ac:spMkLst>
            <pc:docMk/>
            <pc:sldMk cId="581888931" sldId="283"/>
            <ac:spMk id="2" creationId="{A743E95E-7325-6498-EA2E-A0D36F5A6631}"/>
          </ac:spMkLst>
        </pc:spChg>
        <pc:spChg chg="del">
          <ac:chgData name="Yokoyama, Kazuki/横山 一樹" userId="eebd3b26-963b-49b8-bece-d035e86ca04e" providerId="ADAL" clId="{13D7B87C-3BC1-4904-87AE-BF0019A4C80D}" dt="2025-10-14T23:59:21.628" v="8015" actId="700"/>
          <ac:spMkLst>
            <pc:docMk/>
            <pc:sldMk cId="581888931" sldId="283"/>
            <ac:spMk id="3" creationId="{34C02F2C-30A9-707F-2C9F-DD6A36FECCD7}"/>
          </ac:spMkLst>
        </pc:spChg>
        <pc:spChg chg="mod ord">
          <ac:chgData name="Yokoyama, Kazuki/横山 一樹" userId="eebd3b26-963b-49b8-bece-d035e86ca04e" providerId="ADAL" clId="{13D7B87C-3BC1-4904-87AE-BF0019A4C80D}" dt="2025-10-15T00:23:52.074" v="8410" actId="700"/>
          <ac:spMkLst>
            <pc:docMk/>
            <pc:sldMk cId="581888931" sldId="283"/>
            <ac:spMk id="4" creationId="{0B449849-785D-48DF-2828-2C73B017F571}"/>
          </ac:spMkLst>
        </pc:spChg>
        <pc:spChg chg="del mod ord">
          <ac:chgData name="Yokoyama, Kazuki/横山 一樹" userId="eebd3b26-963b-49b8-bece-d035e86ca04e" providerId="ADAL" clId="{13D7B87C-3BC1-4904-87AE-BF0019A4C80D}" dt="2025-10-14T23:59:21.628" v="8015" actId="700"/>
          <ac:spMkLst>
            <pc:docMk/>
            <pc:sldMk cId="581888931" sldId="283"/>
            <ac:spMk id="5" creationId="{610DE89B-A929-A6C2-4F0E-319DCE3EBD66}"/>
          </ac:spMkLst>
        </pc:spChg>
        <pc:spChg chg="add mod ord">
          <ac:chgData name="Yokoyama, Kazuki/横山 一樹" userId="eebd3b26-963b-49b8-bece-d035e86ca04e" providerId="ADAL" clId="{13D7B87C-3BC1-4904-87AE-BF0019A4C80D}" dt="2025-10-15T00:23:52.074" v="8410" actId="700"/>
          <ac:spMkLst>
            <pc:docMk/>
            <pc:sldMk cId="581888931" sldId="283"/>
            <ac:spMk id="6" creationId="{AEC62240-11FE-C432-B702-38AB5AD0F66C}"/>
          </ac:spMkLst>
        </pc:spChg>
        <pc:spChg chg="add mod ord">
          <ac:chgData name="Yokoyama, Kazuki/横山 一樹" userId="eebd3b26-963b-49b8-bece-d035e86ca04e" providerId="ADAL" clId="{13D7B87C-3BC1-4904-87AE-BF0019A4C80D}" dt="2025-10-15T00:29:59.492" v="8505" actId="20577"/>
          <ac:spMkLst>
            <pc:docMk/>
            <pc:sldMk cId="581888931" sldId="283"/>
            <ac:spMk id="7" creationId="{4F765141-E0D6-FDB1-3E79-3BE32C8ED7CF}"/>
          </ac:spMkLst>
        </pc:spChg>
        <pc:spChg chg="add del mod ord">
          <ac:chgData name="Yokoyama, Kazuki/横山 一樹" userId="eebd3b26-963b-49b8-bece-d035e86ca04e" providerId="ADAL" clId="{13D7B87C-3BC1-4904-87AE-BF0019A4C80D}" dt="2025-10-15T00:23:49.070" v="8409" actId="478"/>
          <ac:spMkLst>
            <pc:docMk/>
            <pc:sldMk cId="581888931" sldId="283"/>
            <ac:spMk id="10" creationId="{D1880175-BD65-88B4-F7DA-22F6C659BEC1}"/>
          </ac:spMkLst>
        </pc:spChg>
        <pc:spChg chg="add del mod">
          <ac:chgData name="Yokoyama, Kazuki/横山 一樹" userId="eebd3b26-963b-49b8-bece-d035e86ca04e" providerId="ADAL" clId="{13D7B87C-3BC1-4904-87AE-BF0019A4C80D}" dt="2025-10-15T00:18:59.809" v="8342" actId="6264"/>
          <ac:spMkLst>
            <pc:docMk/>
            <pc:sldMk cId="581888931" sldId="283"/>
            <ac:spMk id="11" creationId="{54D59EB0-0684-F707-E97B-F5568186ECAB}"/>
          </ac:spMkLst>
        </pc:spChg>
        <pc:spChg chg="add del mod">
          <ac:chgData name="Yokoyama, Kazuki/横山 一樹" userId="eebd3b26-963b-49b8-bece-d035e86ca04e" providerId="ADAL" clId="{13D7B87C-3BC1-4904-87AE-BF0019A4C80D}" dt="2025-10-15T00:18:59.809" v="8342" actId="6264"/>
          <ac:spMkLst>
            <pc:docMk/>
            <pc:sldMk cId="581888931" sldId="283"/>
            <ac:spMk id="12" creationId="{11D96A3A-BBA1-909A-445B-77DFE67B1033}"/>
          </ac:spMkLst>
        </pc:spChg>
        <pc:spChg chg="add del mod">
          <ac:chgData name="Yokoyama, Kazuki/横山 一樹" userId="eebd3b26-963b-49b8-bece-d035e86ca04e" providerId="ADAL" clId="{13D7B87C-3BC1-4904-87AE-BF0019A4C80D}" dt="2025-10-15T00:18:59.809" v="8342" actId="6264"/>
          <ac:spMkLst>
            <pc:docMk/>
            <pc:sldMk cId="581888931" sldId="283"/>
            <ac:spMk id="13" creationId="{6D2E210F-DFE6-56A0-ED7E-8578867AC12A}"/>
          </ac:spMkLst>
        </pc:spChg>
        <pc:spChg chg="add del mod">
          <ac:chgData name="Yokoyama, Kazuki/横山 一樹" userId="eebd3b26-963b-49b8-bece-d035e86ca04e" providerId="ADAL" clId="{13D7B87C-3BC1-4904-87AE-BF0019A4C80D}" dt="2025-10-15T00:18:59.809" v="8342" actId="6264"/>
          <ac:spMkLst>
            <pc:docMk/>
            <pc:sldMk cId="581888931" sldId="283"/>
            <ac:spMk id="14" creationId="{A947856C-1F8F-4E2B-043B-A7F68BE81E29}"/>
          </ac:spMkLst>
        </pc:spChg>
        <pc:spChg chg="add del mod">
          <ac:chgData name="Yokoyama, Kazuki/横山 一樹" userId="eebd3b26-963b-49b8-bece-d035e86ca04e" providerId="ADAL" clId="{13D7B87C-3BC1-4904-87AE-BF0019A4C80D}" dt="2025-10-15T00:23:52.074" v="8410" actId="700"/>
          <ac:spMkLst>
            <pc:docMk/>
            <pc:sldMk cId="581888931" sldId="283"/>
            <ac:spMk id="16" creationId="{908ED022-52D5-54CE-7BFE-D6EE937DE022}"/>
          </ac:spMkLst>
        </pc:spChg>
        <pc:picChg chg="add mod modCrop">
          <ac:chgData name="Yokoyama, Kazuki/横山 一樹" userId="eebd3b26-963b-49b8-bece-d035e86ca04e" providerId="ADAL" clId="{13D7B87C-3BC1-4904-87AE-BF0019A4C80D}" dt="2025-10-15T00:30:11.425" v="8507" actId="14861"/>
          <ac:picMkLst>
            <pc:docMk/>
            <pc:sldMk cId="581888931" sldId="283"/>
            <ac:picMk id="9" creationId="{3FFF4D0A-DE48-2036-B958-FCCFAA81F924}"/>
          </ac:picMkLst>
        </pc:picChg>
      </pc:sldChg>
    </pc:docChg>
  </pc:docChgLst>
  <pc:docChgLst>
    <pc:chgData name="Yokoyama, Kazuki/横山 一樹" userId="eebd3b26-963b-49b8-bece-d035e86ca04e" providerId="ADAL" clId="{F98BCCA5-3394-475F-8D9C-83F3167D3923}"/>
    <pc:docChg chg="undo custSel addSld delSld modSld">
      <pc:chgData name="Yokoyama, Kazuki/横山 一樹" userId="eebd3b26-963b-49b8-bece-d035e86ca04e" providerId="ADAL" clId="{F98BCCA5-3394-475F-8D9C-83F3167D3923}" dt="2025-10-15T05:38:09.562" v="2678" actId="1076"/>
      <pc:docMkLst>
        <pc:docMk/>
      </pc:docMkLst>
      <pc:sldChg chg="modSp mod">
        <pc:chgData name="Yokoyama, Kazuki/横山 一樹" userId="eebd3b26-963b-49b8-bece-d035e86ca04e" providerId="ADAL" clId="{F98BCCA5-3394-475F-8D9C-83F3167D3923}" dt="2025-10-15T03:57:25.605" v="2515" actId="20577"/>
        <pc:sldMkLst>
          <pc:docMk/>
          <pc:sldMk cId="2091689478" sldId="263"/>
        </pc:sldMkLst>
        <pc:spChg chg="mod">
          <ac:chgData name="Yokoyama, Kazuki/横山 一樹" userId="eebd3b26-963b-49b8-bece-d035e86ca04e" providerId="ADAL" clId="{F98BCCA5-3394-475F-8D9C-83F3167D3923}" dt="2025-10-15T03:57:25.605" v="2515" actId="20577"/>
          <ac:spMkLst>
            <pc:docMk/>
            <pc:sldMk cId="2091689478" sldId="263"/>
            <ac:spMk id="16" creationId="{E6E774C2-2585-1B85-2A8A-9B123827775B}"/>
          </ac:spMkLst>
        </pc:spChg>
      </pc:sldChg>
      <pc:sldChg chg="modSp mod">
        <pc:chgData name="Yokoyama, Kazuki/横山 一樹" userId="eebd3b26-963b-49b8-bece-d035e86ca04e" providerId="ADAL" clId="{F98BCCA5-3394-475F-8D9C-83F3167D3923}" dt="2025-10-15T05:38:09.562" v="2678" actId="1076"/>
        <pc:sldMkLst>
          <pc:docMk/>
          <pc:sldMk cId="2190140377" sldId="265"/>
        </pc:sldMkLst>
        <pc:spChg chg="mod">
          <ac:chgData name="Yokoyama, Kazuki/横山 一樹" userId="eebd3b26-963b-49b8-bece-d035e86ca04e" providerId="ADAL" clId="{F98BCCA5-3394-475F-8D9C-83F3167D3923}" dt="2025-10-15T02:38:34.009" v="2326" actId="14100"/>
          <ac:spMkLst>
            <pc:docMk/>
            <pc:sldMk cId="2190140377" sldId="265"/>
            <ac:spMk id="6" creationId="{9B0E1636-E1A4-826A-5157-8209028DE64E}"/>
          </ac:spMkLst>
        </pc:spChg>
        <pc:spChg chg="mod">
          <ac:chgData name="Yokoyama, Kazuki/横山 一樹" userId="eebd3b26-963b-49b8-bece-d035e86ca04e" providerId="ADAL" clId="{F98BCCA5-3394-475F-8D9C-83F3167D3923}" dt="2025-10-15T05:38:09.562" v="2678" actId="1076"/>
          <ac:spMkLst>
            <pc:docMk/>
            <pc:sldMk cId="2190140377" sldId="265"/>
            <ac:spMk id="11" creationId="{A334583A-A931-A0A3-51B7-2D336CA09325}"/>
          </ac:spMkLst>
        </pc:spChg>
        <pc:spChg chg="mod">
          <ac:chgData name="Yokoyama, Kazuki/横山 一樹" userId="eebd3b26-963b-49b8-bece-d035e86ca04e" providerId="ADAL" clId="{F98BCCA5-3394-475F-8D9C-83F3167D3923}" dt="2025-10-15T02:38:40.468" v="2329" actId="14100"/>
          <ac:spMkLst>
            <pc:docMk/>
            <pc:sldMk cId="2190140377" sldId="265"/>
            <ac:spMk id="36" creationId="{98EBD599-6A07-61BA-08B0-5E49116A7710}"/>
          </ac:spMkLst>
        </pc:spChg>
        <pc:spChg chg="mod">
          <ac:chgData name="Yokoyama, Kazuki/横山 一樹" userId="eebd3b26-963b-49b8-bece-d035e86ca04e" providerId="ADAL" clId="{F98BCCA5-3394-475F-8D9C-83F3167D3923}" dt="2025-10-15T02:38:19.421" v="2323" actId="14100"/>
          <ac:spMkLst>
            <pc:docMk/>
            <pc:sldMk cId="2190140377" sldId="265"/>
            <ac:spMk id="45" creationId="{06AA48C8-243B-3E4F-2EF2-4315F0E4FABD}"/>
          </ac:spMkLst>
        </pc:spChg>
      </pc:sldChg>
      <pc:sldChg chg="modSp mod">
        <pc:chgData name="Yokoyama, Kazuki/横山 一樹" userId="eebd3b26-963b-49b8-bece-d035e86ca04e" providerId="ADAL" clId="{F98BCCA5-3394-475F-8D9C-83F3167D3923}" dt="2025-10-15T05:17:56.739" v="2677" actId="27636"/>
        <pc:sldMkLst>
          <pc:docMk/>
          <pc:sldMk cId="4196167125" sldId="267"/>
        </pc:sldMkLst>
        <pc:spChg chg="mod">
          <ac:chgData name="Yokoyama, Kazuki/横山 一樹" userId="eebd3b26-963b-49b8-bece-d035e86ca04e" providerId="ADAL" clId="{F98BCCA5-3394-475F-8D9C-83F3167D3923}" dt="2025-10-15T05:17:56.739" v="2677" actId="27636"/>
          <ac:spMkLst>
            <pc:docMk/>
            <pc:sldMk cId="4196167125" sldId="267"/>
            <ac:spMk id="3" creationId="{FCCB04FF-153A-4E1B-59E2-4F80305FEBC6}"/>
          </ac:spMkLst>
        </pc:spChg>
      </pc:sldChg>
      <pc:sldChg chg="addSp modSp mod">
        <pc:chgData name="Yokoyama, Kazuki/横山 一樹" userId="eebd3b26-963b-49b8-bece-d035e86ca04e" providerId="ADAL" clId="{F98BCCA5-3394-475F-8D9C-83F3167D3923}" dt="2025-10-15T04:53:19.192" v="2654" actId="1076"/>
        <pc:sldMkLst>
          <pc:docMk/>
          <pc:sldMk cId="2420631775" sldId="272"/>
        </pc:sldMkLst>
        <pc:spChg chg="add mod">
          <ac:chgData name="Yokoyama, Kazuki/横山 一樹" userId="eebd3b26-963b-49b8-bece-d035e86ca04e" providerId="ADAL" clId="{F98BCCA5-3394-475F-8D9C-83F3167D3923}" dt="2025-10-15T04:53:19.192" v="2654" actId="1076"/>
          <ac:spMkLst>
            <pc:docMk/>
            <pc:sldMk cId="2420631775" sldId="272"/>
            <ac:spMk id="6" creationId="{27BFF3CC-5AB5-825B-0EBD-660F7B342220}"/>
          </ac:spMkLst>
        </pc:spChg>
      </pc:sldChg>
      <pc:sldChg chg="modSp mod">
        <pc:chgData name="Yokoyama, Kazuki/横山 一樹" userId="eebd3b26-963b-49b8-bece-d035e86ca04e" providerId="ADAL" clId="{F98BCCA5-3394-475F-8D9C-83F3167D3923}" dt="2025-10-15T05:17:41.558" v="2675" actId="20577"/>
        <pc:sldMkLst>
          <pc:docMk/>
          <pc:sldMk cId="3926534608" sldId="276"/>
        </pc:sldMkLst>
        <pc:spChg chg="mod">
          <ac:chgData name="Yokoyama, Kazuki/横山 一樹" userId="eebd3b26-963b-49b8-bece-d035e86ca04e" providerId="ADAL" clId="{F98BCCA5-3394-475F-8D9C-83F3167D3923}" dt="2025-10-15T05:17:41.558" v="2675" actId="20577"/>
          <ac:spMkLst>
            <pc:docMk/>
            <pc:sldMk cId="3926534608" sldId="276"/>
            <ac:spMk id="10" creationId="{087C1013-742F-BBB5-2258-030727C36A7B}"/>
          </ac:spMkLst>
        </pc:spChg>
      </pc:sldChg>
      <pc:sldChg chg="addSp modSp mod">
        <pc:chgData name="Yokoyama, Kazuki/横山 一樹" userId="eebd3b26-963b-49b8-bece-d035e86ca04e" providerId="ADAL" clId="{F98BCCA5-3394-475F-8D9C-83F3167D3923}" dt="2025-10-15T02:35:28.454" v="2321" actId="1076"/>
        <pc:sldMkLst>
          <pc:docMk/>
          <pc:sldMk cId="3429971039" sldId="279"/>
        </pc:sldMkLst>
        <pc:spChg chg="add mod">
          <ac:chgData name="Yokoyama, Kazuki/横山 一樹" userId="eebd3b26-963b-49b8-bece-d035e86ca04e" providerId="ADAL" clId="{F98BCCA5-3394-475F-8D9C-83F3167D3923}" dt="2025-10-15T02:35:28.454" v="2321" actId="1076"/>
          <ac:spMkLst>
            <pc:docMk/>
            <pc:sldMk cId="3429971039" sldId="279"/>
            <ac:spMk id="4" creationId="{233D576C-DA53-2A17-5485-94C9CF1CAE6D}"/>
          </ac:spMkLst>
        </pc:spChg>
      </pc:sldChg>
      <pc:sldChg chg="del">
        <pc:chgData name="Yokoyama, Kazuki/横山 一樹" userId="eebd3b26-963b-49b8-bece-d035e86ca04e" providerId="ADAL" clId="{F98BCCA5-3394-475F-8D9C-83F3167D3923}" dt="2025-10-15T02:44:58.662" v="2330" actId="47"/>
        <pc:sldMkLst>
          <pc:docMk/>
          <pc:sldMk cId="1145073862" sldId="280"/>
        </pc:sldMkLst>
      </pc:sldChg>
      <pc:sldChg chg="modSp del mod">
        <pc:chgData name="Yokoyama, Kazuki/横山 一樹" userId="eebd3b26-963b-49b8-bece-d035e86ca04e" providerId="ADAL" clId="{F98BCCA5-3394-475F-8D9C-83F3167D3923}" dt="2025-10-15T01:50:56.884" v="944" actId="47"/>
        <pc:sldMkLst>
          <pc:docMk/>
          <pc:sldMk cId="2143588132" sldId="281"/>
        </pc:sldMkLst>
        <pc:spChg chg="mod">
          <ac:chgData name="Yokoyama, Kazuki/横山 一樹" userId="eebd3b26-963b-49b8-bece-d035e86ca04e" providerId="ADAL" clId="{F98BCCA5-3394-475F-8D9C-83F3167D3923}" dt="2025-10-15T01:35:15.967" v="347" actId="1076"/>
          <ac:spMkLst>
            <pc:docMk/>
            <pc:sldMk cId="2143588132" sldId="281"/>
            <ac:spMk id="6" creationId="{5C45250E-D83D-1825-36FB-DD606462C13E}"/>
          </ac:spMkLst>
        </pc:spChg>
      </pc:sldChg>
      <pc:sldChg chg="addSp delSp modSp mod modClrScheme chgLayout">
        <pc:chgData name="Yokoyama, Kazuki/横山 一樹" userId="eebd3b26-963b-49b8-bece-d035e86ca04e" providerId="ADAL" clId="{F98BCCA5-3394-475F-8D9C-83F3167D3923}" dt="2025-10-15T03:55:45.962" v="2438" actId="20577"/>
        <pc:sldMkLst>
          <pc:docMk/>
          <pc:sldMk cId="2690043429" sldId="282"/>
        </pc:sldMkLst>
        <pc:spChg chg="mod ord">
          <ac:chgData name="Yokoyama, Kazuki/横山 一樹" userId="eebd3b26-963b-49b8-bece-d035e86ca04e" providerId="ADAL" clId="{F98BCCA5-3394-475F-8D9C-83F3167D3923}" dt="2025-10-15T01:28:06.016" v="203" actId="700"/>
          <ac:spMkLst>
            <pc:docMk/>
            <pc:sldMk cId="2690043429" sldId="282"/>
            <ac:spMk id="2" creationId="{E6781DD9-8F33-2295-DEBB-1D4662A29004}"/>
          </ac:spMkLst>
        </pc:spChg>
        <pc:spChg chg="mod ord">
          <ac:chgData name="Yokoyama, Kazuki/横山 一樹" userId="eebd3b26-963b-49b8-bece-d035e86ca04e" providerId="ADAL" clId="{F98BCCA5-3394-475F-8D9C-83F3167D3923}" dt="2025-10-15T01:55:03.461" v="963" actId="6549"/>
          <ac:spMkLst>
            <pc:docMk/>
            <pc:sldMk cId="2690043429" sldId="282"/>
            <ac:spMk id="3" creationId="{640800D7-3CCD-8D70-13C6-9A06602F8FF4}"/>
          </ac:spMkLst>
        </pc:spChg>
        <pc:spChg chg="add del mod ord">
          <ac:chgData name="Yokoyama, Kazuki/横山 一樹" userId="eebd3b26-963b-49b8-bece-d035e86ca04e" providerId="ADAL" clId="{F98BCCA5-3394-475F-8D9C-83F3167D3923}" dt="2025-10-15T01:28:06.016" v="203" actId="700"/>
          <ac:spMkLst>
            <pc:docMk/>
            <pc:sldMk cId="2690043429" sldId="282"/>
            <ac:spMk id="4" creationId="{23AFB449-56BF-A07B-A02B-08619F2C5883}"/>
          </ac:spMkLst>
        </pc:spChg>
        <pc:spChg chg="add mod ord">
          <ac:chgData name="Yokoyama, Kazuki/横山 一樹" userId="eebd3b26-963b-49b8-bece-d035e86ca04e" providerId="ADAL" clId="{F98BCCA5-3394-475F-8D9C-83F3167D3923}" dt="2025-10-15T01:48:25.580" v="922" actId="6549"/>
          <ac:spMkLst>
            <pc:docMk/>
            <pc:sldMk cId="2690043429" sldId="282"/>
            <ac:spMk id="5" creationId="{91528466-D4BF-6702-A8EA-3C0F6CB13AA2}"/>
          </ac:spMkLst>
        </pc:spChg>
        <pc:spChg chg="add mod">
          <ac:chgData name="Yokoyama, Kazuki/横山 一樹" userId="eebd3b26-963b-49b8-bece-d035e86ca04e" providerId="ADAL" clId="{F98BCCA5-3394-475F-8D9C-83F3167D3923}" dt="2025-10-15T01:56:02.471" v="968" actId="1076"/>
          <ac:spMkLst>
            <pc:docMk/>
            <pc:sldMk cId="2690043429" sldId="282"/>
            <ac:spMk id="6" creationId="{E8EF2711-6AB7-9162-9536-27AFD26D10C6}"/>
          </ac:spMkLst>
        </pc:spChg>
        <pc:spChg chg="add mod">
          <ac:chgData name="Yokoyama, Kazuki/横山 一樹" userId="eebd3b26-963b-49b8-bece-d035e86ca04e" providerId="ADAL" clId="{F98BCCA5-3394-475F-8D9C-83F3167D3923}" dt="2025-10-15T03:54:03.941" v="2382" actId="408"/>
          <ac:spMkLst>
            <pc:docMk/>
            <pc:sldMk cId="2690043429" sldId="282"/>
            <ac:spMk id="7" creationId="{DBEEB6D6-EC8D-8DA7-AD3D-2C6867EC83D8}"/>
          </ac:spMkLst>
        </pc:spChg>
        <pc:spChg chg="add mod">
          <ac:chgData name="Yokoyama, Kazuki/横山 一樹" userId="eebd3b26-963b-49b8-bece-d035e86ca04e" providerId="ADAL" clId="{F98BCCA5-3394-475F-8D9C-83F3167D3923}" dt="2025-10-15T03:54:03.941" v="2382" actId="408"/>
          <ac:spMkLst>
            <pc:docMk/>
            <pc:sldMk cId="2690043429" sldId="282"/>
            <ac:spMk id="8" creationId="{E60F8758-7834-D848-D29A-240F7F31FB07}"/>
          </ac:spMkLst>
        </pc:spChg>
        <pc:spChg chg="add mod">
          <ac:chgData name="Yokoyama, Kazuki/横山 一樹" userId="eebd3b26-963b-49b8-bece-d035e86ca04e" providerId="ADAL" clId="{F98BCCA5-3394-475F-8D9C-83F3167D3923}" dt="2025-10-15T01:35:25.966" v="352" actId="164"/>
          <ac:spMkLst>
            <pc:docMk/>
            <pc:sldMk cId="2690043429" sldId="282"/>
            <ac:spMk id="10" creationId="{E630DE30-2A71-426A-BDA3-7836B92355B2}"/>
          </ac:spMkLst>
        </pc:spChg>
        <pc:spChg chg="add del mod">
          <ac:chgData name="Yokoyama, Kazuki/横山 一樹" userId="eebd3b26-963b-49b8-bece-d035e86ca04e" providerId="ADAL" clId="{F98BCCA5-3394-475F-8D9C-83F3167D3923}" dt="2025-10-15T01:48:45.286" v="923" actId="478"/>
          <ac:spMkLst>
            <pc:docMk/>
            <pc:sldMk cId="2690043429" sldId="282"/>
            <ac:spMk id="12" creationId="{2D3CD090-89F8-1348-D179-BD90AAD27532}"/>
          </ac:spMkLst>
        </pc:spChg>
        <pc:spChg chg="add mod">
          <ac:chgData name="Yokoyama, Kazuki/横山 一樹" userId="eebd3b26-963b-49b8-bece-d035e86ca04e" providerId="ADAL" clId="{F98BCCA5-3394-475F-8D9C-83F3167D3923}" dt="2025-10-15T03:55:45.962" v="2438" actId="20577"/>
          <ac:spMkLst>
            <pc:docMk/>
            <pc:sldMk cId="2690043429" sldId="282"/>
            <ac:spMk id="13" creationId="{A7F9DD42-64B0-1700-DF3B-37D2D09C472D}"/>
          </ac:spMkLst>
        </pc:spChg>
        <pc:spChg chg="add mod">
          <ac:chgData name="Yokoyama, Kazuki/横山 一樹" userId="eebd3b26-963b-49b8-bece-d035e86ca04e" providerId="ADAL" clId="{F98BCCA5-3394-475F-8D9C-83F3167D3923}" dt="2025-10-15T01:53:21.607" v="953" actId="1076"/>
          <ac:spMkLst>
            <pc:docMk/>
            <pc:sldMk cId="2690043429" sldId="282"/>
            <ac:spMk id="14" creationId="{9B86216A-1927-DAC5-3ECD-05FFF0A1518C}"/>
          </ac:spMkLst>
        </pc:spChg>
        <pc:spChg chg="add mod">
          <ac:chgData name="Yokoyama, Kazuki/横山 一樹" userId="eebd3b26-963b-49b8-bece-d035e86ca04e" providerId="ADAL" clId="{F98BCCA5-3394-475F-8D9C-83F3167D3923}" dt="2025-10-15T01:53:21.607" v="953" actId="1076"/>
          <ac:spMkLst>
            <pc:docMk/>
            <pc:sldMk cId="2690043429" sldId="282"/>
            <ac:spMk id="15" creationId="{41914681-0C7B-A093-9370-A64F70878BC7}"/>
          </ac:spMkLst>
        </pc:spChg>
        <pc:spChg chg="add mod">
          <ac:chgData name="Yokoyama, Kazuki/横山 一樹" userId="eebd3b26-963b-49b8-bece-d035e86ca04e" providerId="ADAL" clId="{F98BCCA5-3394-475F-8D9C-83F3167D3923}" dt="2025-10-15T01:53:21.607" v="953" actId="1076"/>
          <ac:spMkLst>
            <pc:docMk/>
            <pc:sldMk cId="2690043429" sldId="282"/>
            <ac:spMk id="16" creationId="{A6F41E80-68F4-C92C-4DC8-DD5859D9829C}"/>
          </ac:spMkLst>
        </pc:spChg>
        <pc:spChg chg="add mod">
          <ac:chgData name="Yokoyama, Kazuki/横山 一樹" userId="eebd3b26-963b-49b8-bece-d035e86ca04e" providerId="ADAL" clId="{F98BCCA5-3394-475F-8D9C-83F3167D3923}" dt="2025-10-15T01:53:57.403" v="962" actId="14100"/>
          <ac:spMkLst>
            <pc:docMk/>
            <pc:sldMk cId="2690043429" sldId="282"/>
            <ac:spMk id="18" creationId="{788D43C4-23B5-6217-9B6F-B525931EE133}"/>
          </ac:spMkLst>
        </pc:spChg>
        <pc:spChg chg="add mod">
          <ac:chgData name="Yokoyama, Kazuki/横山 一樹" userId="eebd3b26-963b-49b8-bece-d035e86ca04e" providerId="ADAL" clId="{F98BCCA5-3394-475F-8D9C-83F3167D3923}" dt="2025-10-15T03:53:49.256" v="2381" actId="1076"/>
          <ac:spMkLst>
            <pc:docMk/>
            <pc:sldMk cId="2690043429" sldId="282"/>
            <ac:spMk id="19" creationId="{570906A7-D984-B84D-A1D4-8D9B98784B76}"/>
          </ac:spMkLst>
        </pc:spChg>
        <pc:grpChg chg="add del mod">
          <ac:chgData name="Yokoyama, Kazuki/横山 一樹" userId="eebd3b26-963b-49b8-bece-d035e86ca04e" providerId="ADAL" clId="{F98BCCA5-3394-475F-8D9C-83F3167D3923}" dt="2025-10-15T01:48:45.286" v="923" actId="478"/>
          <ac:grpSpMkLst>
            <pc:docMk/>
            <pc:sldMk cId="2690043429" sldId="282"/>
            <ac:grpSpMk id="11" creationId="{EBD5936B-1F7C-E5E1-BF28-4C33CA1795C8}"/>
          </ac:grpSpMkLst>
        </pc:grpChg>
        <pc:picChg chg="add mod">
          <ac:chgData name="Yokoyama, Kazuki/横山 一樹" userId="eebd3b26-963b-49b8-bece-d035e86ca04e" providerId="ADAL" clId="{F98BCCA5-3394-475F-8D9C-83F3167D3923}" dt="2025-10-15T01:35:25.966" v="352" actId="164"/>
          <ac:picMkLst>
            <pc:docMk/>
            <pc:sldMk cId="2690043429" sldId="282"/>
            <ac:picMk id="9" creationId="{B0472682-2DEE-5003-81BC-69E1C03FB61B}"/>
          </ac:picMkLst>
        </pc:picChg>
        <pc:picChg chg="add del mod">
          <ac:chgData name="Yokoyama, Kazuki/横山 一樹" userId="eebd3b26-963b-49b8-bece-d035e86ca04e" providerId="ADAL" clId="{F98BCCA5-3394-475F-8D9C-83F3167D3923}" dt="2025-10-15T01:53:09.799" v="950" actId="478"/>
          <ac:picMkLst>
            <pc:docMk/>
            <pc:sldMk cId="2690043429" sldId="282"/>
            <ac:picMk id="17" creationId="{C8A905A6-9E57-A090-680E-FC96A87B937E}"/>
          </ac:picMkLst>
        </pc:picChg>
        <pc:picChg chg="add mod">
          <ac:chgData name="Yokoyama, Kazuki/横山 一樹" userId="eebd3b26-963b-49b8-bece-d035e86ca04e" providerId="ADAL" clId="{F98BCCA5-3394-475F-8D9C-83F3167D3923}" dt="2025-10-15T03:53:09.231" v="2372" actId="14100"/>
          <ac:picMkLst>
            <pc:docMk/>
            <pc:sldMk cId="2690043429" sldId="282"/>
            <ac:picMk id="1026" creationId="{B9AF7F4B-A885-6233-DB7C-794A391DFD9E}"/>
          </ac:picMkLst>
        </pc:picChg>
      </pc:sldChg>
      <pc:sldChg chg="addSp delSp modSp mod">
        <pc:chgData name="Yokoyama, Kazuki/横山 一樹" userId="eebd3b26-963b-49b8-bece-d035e86ca04e" providerId="ADAL" clId="{F98BCCA5-3394-475F-8D9C-83F3167D3923}" dt="2025-10-15T01:20:03.581" v="16" actId="478"/>
        <pc:sldMkLst>
          <pc:docMk/>
          <pc:sldMk cId="581888931" sldId="283"/>
        </pc:sldMkLst>
        <pc:spChg chg="add del mod">
          <ac:chgData name="Yokoyama, Kazuki/横山 一樹" userId="eebd3b26-963b-49b8-bece-d035e86ca04e" providerId="ADAL" clId="{F98BCCA5-3394-475F-8D9C-83F3167D3923}" dt="2025-10-15T01:20:03.581" v="16" actId="478"/>
          <ac:spMkLst>
            <pc:docMk/>
            <pc:sldMk cId="581888931" sldId="283"/>
            <ac:spMk id="2" creationId="{92658C42-CA61-B692-21F0-EF35B18F22D7}"/>
          </ac:spMkLst>
        </pc:spChg>
        <pc:spChg chg="mod">
          <ac:chgData name="Yokoyama, Kazuki/横山 一樹" userId="eebd3b26-963b-49b8-bece-d035e86ca04e" providerId="ADAL" clId="{F98BCCA5-3394-475F-8D9C-83F3167D3923}" dt="2025-10-15T01:15:09.107" v="12" actId="20577"/>
          <ac:spMkLst>
            <pc:docMk/>
            <pc:sldMk cId="581888931" sldId="283"/>
            <ac:spMk id="6" creationId="{AEC62240-11FE-C432-B702-38AB5AD0F66C}"/>
          </ac:spMkLst>
        </pc:spChg>
      </pc:sldChg>
      <pc:sldChg chg="addSp delSp modSp new mod chgLayout">
        <pc:chgData name="Yokoyama, Kazuki/横山 一樹" userId="eebd3b26-963b-49b8-bece-d035e86ca04e" providerId="ADAL" clId="{F98BCCA5-3394-475F-8D9C-83F3167D3923}" dt="2025-10-15T02:45:23.238" v="2334" actId="20577"/>
        <pc:sldMkLst>
          <pc:docMk/>
          <pc:sldMk cId="3572824722" sldId="284"/>
        </pc:sldMkLst>
        <pc:spChg chg="mod ord">
          <ac:chgData name="Yokoyama, Kazuki/横山 一樹" userId="eebd3b26-963b-49b8-bece-d035e86ca04e" providerId="ADAL" clId="{F98BCCA5-3394-475F-8D9C-83F3167D3923}" dt="2025-10-15T02:10:57.595" v="1731" actId="6264"/>
          <ac:spMkLst>
            <pc:docMk/>
            <pc:sldMk cId="3572824722" sldId="284"/>
            <ac:spMk id="2" creationId="{F1DCBB08-669C-8EBF-0D1E-E805B449EC63}"/>
          </ac:spMkLst>
        </pc:spChg>
        <pc:spChg chg="mod ord">
          <ac:chgData name="Yokoyama, Kazuki/横山 一樹" userId="eebd3b26-963b-49b8-bece-d035e86ca04e" providerId="ADAL" clId="{F98BCCA5-3394-475F-8D9C-83F3167D3923}" dt="2025-10-15T02:45:23.238" v="2334" actId="20577"/>
          <ac:spMkLst>
            <pc:docMk/>
            <pc:sldMk cId="3572824722" sldId="284"/>
            <ac:spMk id="3" creationId="{03007541-343A-C083-B68F-6E8E59C04278}"/>
          </ac:spMkLst>
        </pc:spChg>
        <pc:spChg chg="mod ord">
          <ac:chgData name="Yokoyama, Kazuki/横山 一樹" userId="eebd3b26-963b-49b8-bece-d035e86ca04e" providerId="ADAL" clId="{F98BCCA5-3394-475F-8D9C-83F3167D3923}" dt="2025-10-15T02:10:57.595" v="1731" actId="6264"/>
          <ac:spMkLst>
            <pc:docMk/>
            <pc:sldMk cId="3572824722" sldId="284"/>
            <ac:spMk id="4" creationId="{06D79E59-2EC3-A195-5C9A-7557A89F713B}"/>
          </ac:spMkLst>
        </pc:spChg>
        <pc:spChg chg="mod ord">
          <ac:chgData name="Yokoyama, Kazuki/横山 一樹" userId="eebd3b26-963b-49b8-bece-d035e86ca04e" providerId="ADAL" clId="{F98BCCA5-3394-475F-8D9C-83F3167D3923}" dt="2025-10-15T02:45:10.661" v="2332" actId="20577"/>
          <ac:spMkLst>
            <pc:docMk/>
            <pc:sldMk cId="3572824722" sldId="284"/>
            <ac:spMk id="5" creationId="{D953187E-AF2D-DFE0-0526-5CD0E55155EE}"/>
          </ac:spMkLst>
        </pc:spChg>
        <pc:spChg chg="add del mod">
          <ac:chgData name="Yokoyama, Kazuki/横山 一樹" userId="eebd3b26-963b-49b8-bece-d035e86ca04e" providerId="ADAL" clId="{F98BCCA5-3394-475F-8D9C-83F3167D3923}" dt="2025-10-15T02:10:57.595" v="1731" actId="6264"/>
          <ac:spMkLst>
            <pc:docMk/>
            <pc:sldMk cId="3572824722" sldId="284"/>
            <ac:spMk id="7" creationId="{9B68B227-430F-51E7-C530-22EB0AE49928}"/>
          </ac:spMkLst>
        </pc:spChg>
        <pc:spChg chg="add del mod">
          <ac:chgData name="Yokoyama, Kazuki/横山 一樹" userId="eebd3b26-963b-49b8-bece-d035e86ca04e" providerId="ADAL" clId="{F98BCCA5-3394-475F-8D9C-83F3167D3923}" dt="2025-10-15T02:10:57.595" v="1731" actId="6264"/>
          <ac:spMkLst>
            <pc:docMk/>
            <pc:sldMk cId="3572824722" sldId="284"/>
            <ac:spMk id="8" creationId="{7AC98F66-7717-AD51-5402-877C801D00AB}"/>
          </ac:spMkLst>
        </pc:spChg>
        <pc:spChg chg="add del mod">
          <ac:chgData name="Yokoyama, Kazuki/横山 一樹" userId="eebd3b26-963b-49b8-bece-d035e86ca04e" providerId="ADAL" clId="{F98BCCA5-3394-475F-8D9C-83F3167D3923}" dt="2025-10-15T02:10:57.595" v="1731" actId="6264"/>
          <ac:spMkLst>
            <pc:docMk/>
            <pc:sldMk cId="3572824722" sldId="284"/>
            <ac:spMk id="9" creationId="{B696E635-E1DB-8E1A-4A49-D1945BA09081}"/>
          </ac:spMkLst>
        </pc:spChg>
        <pc:spChg chg="add del mod">
          <ac:chgData name="Yokoyama, Kazuki/横山 一樹" userId="eebd3b26-963b-49b8-bece-d035e86ca04e" providerId="ADAL" clId="{F98BCCA5-3394-475F-8D9C-83F3167D3923}" dt="2025-10-15T02:10:57.595" v="1731" actId="6264"/>
          <ac:spMkLst>
            <pc:docMk/>
            <pc:sldMk cId="3572824722" sldId="284"/>
            <ac:spMk id="10" creationId="{1F2C45C5-D338-5021-3031-EBEC7E029AC4}"/>
          </ac:spMkLst>
        </pc:spChg>
        <pc:picChg chg="add mod modCrop">
          <ac:chgData name="Yokoyama, Kazuki/横山 一樹" userId="eebd3b26-963b-49b8-bece-d035e86ca04e" providerId="ADAL" clId="{F98BCCA5-3394-475F-8D9C-83F3167D3923}" dt="2025-10-15T02:12:48.965" v="1742" actId="1076"/>
          <ac:picMkLst>
            <pc:docMk/>
            <pc:sldMk cId="3572824722" sldId="284"/>
            <ac:picMk id="6" creationId="{29482C89-4DC4-78A9-AAE6-FAEAACE40CD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B0755-A0C0-4BFE-B791-6B7171F20C9B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2A197-E1A7-4FE8-BF4E-2CAA3F9E35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939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10523"/>
          </a:xfr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35053"/>
            <a:ext cx="9144000" cy="1655762"/>
          </a:xfrm>
        </p:spPr>
        <p:txBody>
          <a:bodyPr tIns="72000" bIns="72000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FA2E61A-97DF-8A1A-B218-20EBB5340937}"/>
              </a:ext>
            </a:extLst>
          </p:cNvPr>
          <p:cNvCxnSpPr/>
          <p:nvPr/>
        </p:nvCxnSpPr>
        <p:spPr>
          <a:xfrm>
            <a:off x="0" y="3435056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C:\Users\s-ishimaru\Desktop\③関係者外秘RED.png">
            <a:extLst>
              <a:ext uri="{FF2B5EF4-FFF2-40B4-BE49-F238E27FC236}">
                <a16:creationId xmlns:a16="http://schemas.microsoft.com/office/drawing/2014/main" id="{BC2A4D17-2641-CF5D-EE28-804EB122DA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771" y="258840"/>
            <a:ext cx="886458" cy="86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764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69A9369-6595-428E-541A-1CE5788A3A52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680CF19-5C08-F176-FFF5-D6E348B41DA3}"/>
              </a:ext>
            </a:extLst>
          </p:cNvPr>
          <p:cNvSpPr/>
          <p:nvPr/>
        </p:nvSpPr>
        <p:spPr>
          <a:xfrm>
            <a:off x="0" y="632524"/>
            <a:ext cx="12192000" cy="18000"/>
          </a:xfrm>
          <a:prstGeom prst="rect">
            <a:avLst/>
          </a:prstGeom>
          <a:gradFill>
            <a:gsLst>
              <a:gs pos="0">
                <a:srgbClr val="C81528"/>
              </a:gs>
              <a:gs pos="50000">
                <a:srgbClr val="E83820"/>
              </a:gs>
              <a:gs pos="100000">
                <a:srgbClr val="F6AC1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20170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27" y="1619651"/>
            <a:ext cx="10515600" cy="459357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69A9369-6595-428E-541A-1CE5788A3A52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680CF19-5C08-F176-FFF5-D6E348B41DA3}"/>
              </a:ext>
            </a:extLst>
          </p:cNvPr>
          <p:cNvSpPr/>
          <p:nvPr/>
        </p:nvSpPr>
        <p:spPr>
          <a:xfrm>
            <a:off x="0" y="632524"/>
            <a:ext cx="12192000" cy="18000"/>
          </a:xfrm>
          <a:prstGeom prst="rect">
            <a:avLst/>
          </a:prstGeom>
          <a:gradFill>
            <a:gsLst>
              <a:gs pos="0">
                <a:srgbClr val="C81528"/>
              </a:gs>
              <a:gs pos="50000">
                <a:srgbClr val="E83820"/>
              </a:gs>
              <a:gs pos="100000">
                <a:srgbClr val="F6AC1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40212B0-6325-1E24-7781-ECA9DD6373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553549"/>
          </a:xfrm>
        </p:spPr>
        <p:txBody>
          <a:bodyPr>
            <a:spAutoFit/>
          </a:bodyPr>
          <a:lstStyle>
            <a:lvl1pPr marL="0" indent="0" algn="ctr">
              <a:buNone/>
              <a:defRPr sz="2400" baseline="0"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9960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メッセ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AACCD9-D23C-BD53-8D5B-3C4F2F67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C7325B9-E506-E64D-362D-DE826608A8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DD157B-5E7D-53C5-153E-B00A78F46D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338DF67-7A86-38A4-299D-A5912086280E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E7CD8E8-40A1-76F4-57F6-04D3253926BB}"/>
              </a:ext>
            </a:extLst>
          </p:cNvPr>
          <p:cNvSpPr/>
          <p:nvPr/>
        </p:nvSpPr>
        <p:spPr>
          <a:xfrm>
            <a:off x="0" y="632524"/>
            <a:ext cx="12192000" cy="18000"/>
          </a:xfrm>
          <a:prstGeom prst="rect">
            <a:avLst/>
          </a:prstGeom>
          <a:gradFill>
            <a:gsLst>
              <a:gs pos="0">
                <a:srgbClr val="C81528"/>
              </a:gs>
              <a:gs pos="50000">
                <a:srgbClr val="E83820"/>
              </a:gs>
              <a:gs pos="100000">
                <a:srgbClr val="F6AC1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5F6C810D-C71F-42FB-27EA-7FDFFDEF12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553549"/>
          </a:xfrm>
        </p:spPr>
        <p:txBody>
          <a:bodyPr>
            <a:spAutoFit/>
          </a:bodyPr>
          <a:lstStyle>
            <a:lvl1pPr marL="0" indent="0" algn="ctr">
              <a:buNone/>
              <a:defRPr sz="2400" baseline="0"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4713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555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583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65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932B324-6D17-717E-7ABB-D419179AC02B}"/>
              </a:ext>
            </a:extLst>
          </p:cNvPr>
          <p:cNvSpPr/>
          <p:nvPr/>
        </p:nvSpPr>
        <p:spPr>
          <a:xfrm>
            <a:off x="0" y="632524"/>
            <a:ext cx="12192000" cy="18000"/>
          </a:xfrm>
          <a:prstGeom prst="rect">
            <a:avLst/>
          </a:prstGeom>
          <a:gradFill>
            <a:gsLst>
              <a:gs pos="0">
                <a:srgbClr val="C81528"/>
              </a:gs>
              <a:gs pos="50000">
                <a:srgbClr val="E83820"/>
              </a:gs>
              <a:gs pos="100000">
                <a:srgbClr val="F6AC1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DCA0C748-95A8-CF29-1075-F18996DEAE50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746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E9AA2DA-5DE9-D0C7-5138-0E98BE939D2E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6">
            <a:extLst>
              <a:ext uri="{FF2B5EF4-FFF2-40B4-BE49-F238E27FC236}">
                <a16:creationId xmlns:a16="http://schemas.microsoft.com/office/drawing/2014/main" id="{E6E7F355-2F1C-9778-D1C4-5B97614EE5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4550" y="3036906"/>
            <a:ext cx="10515600" cy="784189"/>
          </a:xfrm>
        </p:spPr>
        <p:txBody>
          <a:bodyPr anchor="ctr">
            <a:spAutoFit/>
          </a:bodyPr>
          <a:lstStyle>
            <a:lvl1pPr marL="0" indent="0" algn="ctr">
              <a:buNone/>
              <a:defRPr sz="3600" baseline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537529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E9AA2DA-5DE9-D0C7-5138-0E98BE939D2E}"/>
              </a:ext>
            </a:extLst>
          </p:cNvPr>
          <p:cNvCxnSpPr/>
          <p:nvPr/>
        </p:nvCxnSpPr>
        <p:spPr>
          <a:xfrm>
            <a:off x="0" y="646963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350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0242" y="207396"/>
            <a:ext cx="11525370" cy="37702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859899"/>
            <a:ext cx="10515600" cy="5353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37061"/>
            <a:ext cx="4114800" cy="26161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22412" y="6490894"/>
            <a:ext cx="2743200" cy="307777"/>
          </a:xfrm>
          <a:prstGeom prst="rect">
            <a:avLst/>
          </a:prstGeom>
        </p:spPr>
        <p:txBody>
          <a:bodyPr vert="horz" lIns="0" tIns="45720" rIns="0" bIns="45720" rtlCol="0" anchor="b">
            <a:spAutoFit/>
          </a:bodyPr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fld id="{34F1282D-240A-4B6A-BEB7-7825F9D6184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110AB57-86AE-847C-8C61-5FC41F72383C}"/>
              </a:ext>
            </a:extLst>
          </p:cNvPr>
          <p:cNvSpPr txBox="1"/>
          <p:nvPr/>
        </p:nvSpPr>
        <p:spPr>
          <a:xfrm>
            <a:off x="340242" y="6552450"/>
            <a:ext cx="3651124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kumimoji="1" lang="en-US" altLang="ja-JP" sz="1000">
                <a:solidFill>
                  <a:schemeClr val="tx2"/>
                </a:solidFill>
              </a:rPr>
              <a:t>© TOYOTA SYSTEMS CORPORATION All Rights Reserved.</a:t>
            </a:r>
            <a:endParaRPr kumimoji="1" lang="ja-JP" altLang="en-US" sz="1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09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130000"/>
        </a:lnSpc>
        <a:spcBef>
          <a:spcPts val="1800"/>
        </a:spcBef>
        <a:buFont typeface="Arial" panose="020B0604020202020204" pitchFamily="34" charset="0"/>
        <a:buChar char="•"/>
        <a:defRPr kumimoji="1" sz="1800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600"/>
        </a:spcBef>
        <a:buFont typeface="Noto Sans JP" panose="020B0200000000000000" pitchFamily="50" charset="-128"/>
        <a:buChar char="◦"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300"/>
        </a:spcBef>
        <a:buFont typeface="Noto Sans JP" panose="020B0200000000000000" pitchFamily="50" charset="-128"/>
        <a:buChar char="▪"/>
        <a:defRPr kumimoji="1"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Noto Sans JP" panose="020B0200000000000000" pitchFamily="50" charset="-128"/>
        <a:buChar char="▫"/>
        <a:defRPr kumimoji="1" sz="11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メイリオ" panose="020B0604030504040204" pitchFamily="50" charset="-128"/>
        <a:buChar char="‒"/>
        <a:defRPr kumimoji="1" sz="105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3BD9AE-1D9F-C1A2-3608-44F4375CF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/>
              <a:t>DIT</a:t>
            </a:r>
            <a:r>
              <a:rPr lang="ja-JP" altLang="en-US"/>
              <a:t>「</a:t>
            </a:r>
            <a:r>
              <a:rPr lang="ja-JP" altLang="en-US" spc="-300"/>
              <a:t>ソフト</a:t>
            </a:r>
            <a:r>
              <a:rPr lang="ja-JP" altLang="en-US"/>
              <a:t>関連認証業務</a:t>
            </a:r>
            <a:r>
              <a:rPr lang="en-US" altLang="ja-JP"/>
              <a:t>_</a:t>
            </a:r>
            <a:r>
              <a:rPr lang="ja-JP" altLang="en-US"/>
              <a:t>運用検討」</a:t>
            </a:r>
            <a:br>
              <a:rPr lang="en-US" altLang="ja-JP"/>
            </a:br>
            <a:r>
              <a:rPr lang="ja-JP" altLang="en-US"/>
              <a:t>案件報告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C84FE6-AF01-7BA8-B43F-64E1CC57DE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本部長報告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2D8EEA-230F-294B-2D1F-B9540B1F4C57}"/>
              </a:ext>
            </a:extLst>
          </p:cNvPr>
          <p:cNvSpPr txBox="1"/>
          <p:nvPr/>
        </p:nvSpPr>
        <p:spPr>
          <a:xfrm>
            <a:off x="8134736" y="5745576"/>
            <a:ext cx="3700052" cy="826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kumimoji="1" lang="en-US" altLang="ja-JP">
                <a:latin typeface="+mj-lt"/>
                <a:ea typeface="+mj-ea"/>
              </a:rPr>
              <a:t>2025/10/15</a:t>
            </a:r>
          </a:p>
          <a:p>
            <a:pPr algn="r">
              <a:lnSpc>
                <a:spcPct val="140000"/>
              </a:lnSpc>
            </a:pPr>
            <a:r>
              <a:rPr kumimoji="1" lang="ja-JP" altLang="en-US">
                <a:latin typeface="+mj-lt"/>
                <a:ea typeface="+mj-ea"/>
              </a:rPr>
              <a:t>電技改革支援部 </a:t>
            </a:r>
            <a:r>
              <a:rPr kumimoji="1" lang="en-US" altLang="ja-JP">
                <a:latin typeface="+mj-lt"/>
                <a:ea typeface="+mj-ea"/>
              </a:rPr>
              <a:t>DX</a:t>
            </a:r>
            <a:r>
              <a:rPr kumimoji="1" lang="ja-JP" altLang="en-US">
                <a:latin typeface="+mj-lt"/>
                <a:ea typeface="+mj-ea"/>
              </a:rPr>
              <a:t>企画</a:t>
            </a:r>
            <a:r>
              <a:rPr kumimoji="1" lang="en-US" altLang="ja-JP">
                <a:latin typeface="+mj-lt"/>
                <a:ea typeface="+mj-ea"/>
              </a:rPr>
              <a:t>G </a:t>
            </a:r>
            <a:r>
              <a:rPr kumimoji="1" lang="ja-JP" altLang="en-US">
                <a:latin typeface="+mj-lt"/>
                <a:ea typeface="+mj-ea"/>
              </a:rPr>
              <a:t>横山</a:t>
            </a:r>
            <a:r>
              <a:rPr kumimoji="1" lang="en-US" altLang="ja-JP">
                <a:latin typeface="+mj-lt"/>
                <a:ea typeface="+mj-ea"/>
              </a:rPr>
              <a:t>(</a:t>
            </a:r>
            <a:r>
              <a:rPr kumimoji="1" lang="ja-JP" altLang="en-US">
                <a:latin typeface="+mj-lt"/>
                <a:ea typeface="+mj-ea"/>
              </a:rPr>
              <a:t>一</a:t>
            </a:r>
            <a:r>
              <a:rPr kumimoji="1" lang="en-US" altLang="ja-JP">
                <a:latin typeface="+mj-lt"/>
                <a:ea typeface="+mj-ea"/>
              </a:rPr>
              <a:t>)</a:t>
            </a:r>
            <a:endParaRPr kumimoji="1" lang="ja-JP" altLang="en-US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3431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E4DF9A-E35D-12DB-19B2-5AC57036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2" y="207396"/>
            <a:ext cx="11525370" cy="377026"/>
          </a:xfrm>
        </p:spPr>
        <p:txBody>
          <a:bodyPr/>
          <a:lstStyle/>
          <a:p>
            <a:r>
              <a:rPr lang="ja-JP" altLang="en-US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86A202-0CA7-2DD4-6878-7F6265CFC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859899"/>
            <a:ext cx="10515600" cy="5353329"/>
          </a:xfrm>
        </p:spPr>
        <p:txBody>
          <a:bodyPr/>
          <a:lstStyle/>
          <a:p>
            <a:r>
              <a:rPr lang="ja-JP" altLang="en-US"/>
              <a:t>趣旨</a:t>
            </a:r>
            <a:endParaRPr lang="en-US" altLang="ja-JP"/>
          </a:p>
          <a:p>
            <a:pPr lvl="1"/>
            <a:r>
              <a:rPr lang="ja-JP" altLang="en-US"/>
              <a:t>前回</a:t>
            </a:r>
            <a:r>
              <a:rPr lang="en-US" altLang="ja-JP"/>
              <a:t>(7/18)</a:t>
            </a:r>
            <a:r>
              <a:rPr lang="ja-JP" altLang="en-US"/>
              <a:t>は法規認証</a:t>
            </a:r>
            <a:r>
              <a:rPr lang="en-US" altLang="ja-JP"/>
              <a:t>TPS</a:t>
            </a:r>
            <a:r>
              <a:rPr lang="ja-JP" altLang="en-US"/>
              <a:t>案件参画し、</a:t>
            </a:r>
            <a:r>
              <a:rPr lang="en-US" altLang="ja-JP"/>
              <a:t>RxSWIN</a:t>
            </a:r>
            <a:r>
              <a:rPr lang="ja-JP" altLang="en-US"/>
              <a:t>案件も立ち上がることになったことをご報告</a:t>
            </a:r>
            <a:endParaRPr lang="en-US" altLang="ja-JP"/>
          </a:p>
          <a:p>
            <a:pPr lvl="1"/>
            <a:r>
              <a:rPr lang="en-US" altLang="ja-JP"/>
              <a:t>8/18</a:t>
            </a:r>
            <a:r>
              <a:rPr lang="ja-JP" altLang="en-US"/>
              <a:t>から</a:t>
            </a:r>
            <a:r>
              <a:rPr lang="en-US" altLang="ja-JP"/>
              <a:t>RxSWIN</a:t>
            </a:r>
            <a:r>
              <a:rPr lang="ja-JP" altLang="en-US"/>
              <a:t>案件が開始</a:t>
            </a:r>
            <a:endParaRPr lang="en-US" altLang="ja-JP"/>
          </a:p>
          <a:p>
            <a:pPr lvl="1"/>
            <a:r>
              <a:rPr lang="ja-JP" altLang="en-US"/>
              <a:t>取り組み状況について共有させていただきます。</a:t>
            </a:r>
            <a:endParaRPr lang="en-US" altLang="ja-JP"/>
          </a:p>
          <a:p>
            <a:r>
              <a:rPr lang="ja-JP" altLang="en-US"/>
              <a:t>目次</a:t>
            </a:r>
            <a:endParaRPr lang="en-US" altLang="ja-JP"/>
          </a:p>
          <a:p>
            <a:pPr lvl="1"/>
            <a:r>
              <a:rPr lang="ja-JP" altLang="en-US"/>
              <a:t>案件概要</a:t>
            </a:r>
            <a:endParaRPr lang="en-US" altLang="ja-JP"/>
          </a:p>
          <a:p>
            <a:pPr lvl="1"/>
            <a:r>
              <a:rPr lang="ja-JP" altLang="en-US"/>
              <a:t>取り組み状況</a:t>
            </a:r>
            <a:endParaRPr lang="en-US" altLang="ja-JP"/>
          </a:p>
          <a:p>
            <a:pPr lvl="1"/>
            <a:r>
              <a:rPr lang="ja-JP" altLang="en-US"/>
              <a:t>今後の進め方</a:t>
            </a:r>
            <a:endParaRPr lang="en-US" altLang="ja-JP"/>
          </a:p>
          <a:p>
            <a:pPr lvl="1"/>
            <a:r>
              <a:rPr lang="ja-JP" altLang="en-US"/>
              <a:t>所感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A2ED7F-90C7-186F-A132-D5DA2BDD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47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42D739D-9886-4D9E-C7CB-F68003F5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2" y="211243"/>
            <a:ext cx="11525370" cy="369332"/>
          </a:xfrm>
        </p:spPr>
        <p:txBody>
          <a:bodyPr/>
          <a:lstStyle/>
          <a:p>
            <a:r>
              <a:rPr lang="en-US" altLang="ja-JP"/>
              <a:t>RxSWIN</a:t>
            </a:r>
            <a:r>
              <a:rPr lang="ja-JP" altLang="en-US"/>
              <a:t>とは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3580A8-9B82-4688-A68B-A266C07CE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b="1"/>
              <a:t>RxSWIN</a:t>
            </a:r>
            <a:r>
              <a:rPr lang="ja-JP" altLang="en-US" b="1"/>
              <a:t>（</a:t>
            </a:r>
            <a:r>
              <a:rPr lang="en-US" altLang="ja-JP" b="1"/>
              <a:t>Regulation X Software Identification Number</a:t>
            </a:r>
            <a:r>
              <a:rPr lang="ja-JP" altLang="en-US" b="1"/>
              <a:t>） とは</a:t>
            </a:r>
            <a:r>
              <a:rPr lang="ja-JP" altLang="en-US"/>
              <a:t>、特定の法規（</a:t>
            </a:r>
            <a:r>
              <a:rPr lang="en-US" altLang="ja-JP"/>
              <a:t>Regulation X</a:t>
            </a:r>
            <a:r>
              <a:rPr lang="ja-JP" altLang="en-US"/>
              <a:t>）に関連する</a:t>
            </a:r>
            <a:r>
              <a:rPr lang="ja-JP" altLang="en-US" b="1"/>
              <a:t>ソフトウェア構成を一意に識別する番号</a:t>
            </a:r>
            <a:r>
              <a:rPr lang="ja-JP" altLang="en-US"/>
              <a:t>。型式認証において、法規適合状態を維持するために、ソフトウェアの構成や更新を識別・追跡することを目的としている。</a:t>
            </a:r>
          </a:p>
        </p:txBody>
      </p:sp>
      <p:pic>
        <p:nvPicPr>
          <p:cNvPr id="5" name="図 4" descr="ダイアグラム&#10;&#10;自動的に生成された説明">
            <a:extLst>
              <a:ext uri="{FF2B5EF4-FFF2-40B4-BE49-F238E27FC236}">
                <a16:creationId xmlns:a16="http://schemas.microsoft.com/office/drawing/2014/main" id="{B678CA48-277D-A4B6-388C-247B6F768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678" y="2313817"/>
            <a:ext cx="8414643" cy="4015450"/>
          </a:xfrm>
          <a:prstGeom prst="rect">
            <a:avLst/>
          </a:prstGeom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EBE82F0-7EE2-6A9D-5AAA-9D9AF34B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6" name="コンテンツ プレースホルダー 10">
            <a:extLst>
              <a:ext uri="{FF2B5EF4-FFF2-40B4-BE49-F238E27FC236}">
                <a16:creationId xmlns:a16="http://schemas.microsoft.com/office/drawing/2014/main" id="{27BFF3CC-5AB5-825B-0EBD-660F7B342220}"/>
              </a:ext>
            </a:extLst>
          </p:cNvPr>
          <p:cNvSpPr txBox="1">
            <a:spLocks/>
          </p:cNvSpPr>
          <p:nvPr/>
        </p:nvSpPr>
        <p:spPr>
          <a:xfrm>
            <a:off x="103697" y="3362522"/>
            <a:ext cx="3827281" cy="841832"/>
          </a:xfrm>
          <a:prstGeom prst="rect">
            <a:avLst/>
          </a:prstGeom>
          <a:solidFill>
            <a:schemeClr val="accent2">
              <a:alpha val="88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normAutofit fontScale="85000" lnSpcReduction="20000"/>
          </a:bodyPr>
          <a:lstStyle>
            <a:lvl1pPr marL="177800" indent="-177800" algn="l" defTabSz="914400" rtl="0" eaLnBrk="1" latinLnBrk="0" hangingPunct="1">
              <a:lnSpc>
                <a:spcPct val="13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kumimoji="1" sz="1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Font typeface="Noto Sans JP" panose="020B0200000000000000" pitchFamily="50" charset="-128"/>
              <a:buChar char="◦"/>
              <a:defRPr kumimoji="1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300"/>
              </a:spcBef>
              <a:buFont typeface="Noto Sans JP" panose="020B0200000000000000" pitchFamily="50" charset="-128"/>
              <a:buChar char="▪"/>
              <a:defRPr kumimoji="1"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oto Sans JP" panose="020B0200000000000000" pitchFamily="50" charset="-128"/>
              <a:buChar char="▫"/>
              <a:defRPr kumimoji="1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‒"/>
              <a:defRPr kumimoji="1"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>
                <a:solidFill>
                  <a:schemeClr val="bg1"/>
                </a:solidFill>
              </a:rPr>
              <a:t>TMC</a:t>
            </a:r>
            <a:r>
              <a:rPr lang="ja-JP" altLang="en-US">
                <a:solidFill>
                  <a:schemeClr val="bg1"/>
                </a:solidFill>
              </a:rPr>
              <a:t>では</a:t>
            </a:r>
            <a:r>
              <a:rPr lang="en-US" altLang="ja-JP">
                <a:solidFill>
                  <a:schemeClr val="bg1"/>
                </a:solidFill>
              </a:rPr>
              <a:t>R171</a:t>
            </a:r>
            <a:r>
              <a:rPr lang="ja-JP" altLang="en-US">
                <a:solidFill>
                  <a:schemeClr val="bg1"/>
                </a:solidFill>
              </a:rPr>
              <a:t>が頭出し法規</a:t>
            </a:r>
            <a:endParaRPr lang="en-US" altLang="ja-JP">
              <a:solidFill>
                <a:schemeClr val="bg1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altLang="ja-JP">
                <a:solidFill>
                  <a:schemeClr val="bg1"/>
                </a:solidFill>
              </a:rPr>
              <a:t>R171: Driver Control Assistance System</a:t>
            </a:r>
          </a:p>
        </p:txBody>
      </p:sp>
    </p:spTree>
    <p:extLst>
      <p:ext uri="{BB962C8B-B14F-4D97-AF65-F5344CB8AC3E}">
        <p14:creationId xmlns:p14="http://schemas.microsoft.com/office/powerpoint/2010/main" val="2420631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DDF40C-8460-24DF-336C-DDECE96B3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2" y="207396"/>
            <a:ext cx="11525370" cy="377026"/>
          </a:xfrm>
        </p:spPr>
        <p:txBody>
          <a:bodyPr/>
          <a:lstStyle/>
          <a:p>
            <a:r>
              <a:rPr lang="ja-JP" altLang="en-US"/>
              <a:t>プロジェクトのスコープ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8E2720E-6AB2-8C72-B74F-AC06DAFB32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/>
              <a:t>法規認証申請に必要な「部品リスト」を出力すること</a:t>
            </a:r>
          </a:p>
        </p:txBody>
      </p:sp>
      <p:pic>
        <p:nvPicPr>
          <p:cNvPr id="9" name="図 8" descr="ダイアグラム&#10;&#10;自動的に生成された説明">
            <a:extLst>
              <a:ext uri="{FF2B5EF4-FFF2-40B4-BE49-F238E27FC236}">
                <a16:creationId xmlns:a16="http://schemas.microsoft.com/office/drawing/2014/main" id="{75D71223-84BF-044B-BFAD-002A2F8E7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79" y="1660622"/>
            <a:ext cx="10156242" cy="4607727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AE7EF41-53C7-5552-2D48-D018BDD97988}"/>
              </a:ext>
            </a:extLst>
          </p:cNvPr>
          <p:cNvSpPr/>
          <p:nvPr/>
        </p:nvSpPr>
        <p:spPr>
          <a:xfrm>
            <a:off x="925664" y="1535322"/>
            <a:ext cx="3272708" cy="4733027"/>
          </a:xfrm>
          <a:prstGeom prst="rect">
            <a:avLst/>
          </a:prstGeom>
          <a:noFill/>
          <a:ln w="76200">
            <a:solidFill>
              <a:schemeClr val="accent2">
                <a:alpha val="8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0B03E73-BB93-D049-1306-A71B25FCF3C4}"/>
              </a:ext>
            </a:extLst>
          </p:cNvPr>
          <p:cNvSpPr/>
          <p:nvPr/>
        </p:nvSpPr>
        <p:spPr>
          <a:xfrm>
            <a:off x="4416116" y="1535322"/>
            <a:ext cx="6850220" cy="4733028"/>
          </a:xfrm>
          <a:prstGeom prst="rect">
            <a:avLst/>
          </a:prstGeom>
          <a:solidFill>
            <a:schemeClr val="bg2">
              <a:alpha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bIns="144000" rtlCol="0" anchor="b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  <a:latin typeface="+mj-lt"/>
                <a:ea typeface="+mj-ea"/>
              </a:rPr>
              <a:t>EP</a:t>
            </a:r>
            <a:r>
              <a:rPr kumimoji="1" lang="ja-JP" altLang="en-US" sz="2000">
                <a:solidFill>
                  <a:schemeClr val="tx1"/>
                </a:solidFill>
                <a:latin typeface="+mj-lt"/>
                <a:ea typeface="+mj-ea"/>
              </a:rPr>
              <a:t>本部で対応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4C4D86-BEAA-F56A-9A1A-3A3866195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6937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1AEE5E6-74DF-4B23-5DF8-945CDB8F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A09EB14-C033-3837-E519-F244389A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部品リスト出力の概要</a:t>
            </a:r>
          </a:p>
        </p:txBody>
      </p:sp>
      <p:pic>
        <p:nvPicPr>
          <p:cNvPr id="5" name="図 4" descr="ダイアグラム, 概略図&#10;&#10;自動的に生成された説明">
            <a:extLst>
              <a:ext uri="{FF2B5EF4-FFF2-40B4-BE49-F238E27FC236}">
                <a16:creationId xmlns:a16="http://schemas.microsoft.com/office/drawing/2014/main" id="{E893CEC3-4AE1-CCC2-8A93-6E5066CD5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313" y="869792"/>
            <a:ext cx="9573374" cy="53757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コンテンツ プレースホルダー 10">
            <a:extLst>
              <a:ext uri="{FF2B5EF4-FFF2-40B4-BE49-F238E27FC236}">
                <a16:creationId xmlns:a16="http://schemas.microsoft.com/office/drawing/2014/main" id="{233D576C-DA53-2A17-5485-94C9CF1CAE6D}"/>
              </a:ext>
            </a:extLst>
          </p:cNvPr>
          <p:cNvSpPr txBox="1">
            <a:spLocks/>
          </p:cNvSpPr>
          <p:nvPr/>
        </p:nvSpPr>
        <p:spPr>
          <a:xfrm>
            <a:off x="8059918" y="2252527"/>
            <a:ext cx="3918815" cy="1461634"/>
          </a:xfrm>
          <a:prstGeom prst="rect">
            <a:avLst/>
          </a:prstGeom>
          <a:solidFill>
            <a:schemeClr val="accent2">
              <a:alpha val="88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normAutofit fontScale="85000" lnSpcReduction="20000"/>
          </a:bodyPr>
          <a:lstStyle>
            <a:lvl1pPr marL="177800" indent="-177800" algn="l" defTabSz="914400" rtl="0" eaLnBrk="1" latinLnBrk="0" hangingPunct="1">
              <a:lnSpc>
                <a:spcPct val="13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kumimoji="1" sz="1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Font typeface="Noto Sans JP" panose="020B0200000000000000" pitchFamily="50" charset="-128"/>
              <a:buChar char="◦"/>
              <a:defRPr kumimoji="1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300"/>
              </a:spcBef>
              <a:buFont typeface="Noto Sans JP" panose="020B0200000000000000" pitchFamily="50" charset="-128"/>
              <a:buChar char="▪"/>
              <a:defRPr kumimoji="1"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oto Sans JP" panose="020B0200000000000000" pitchFamily="50" charset="-128"/>
              <a:buChar char="▫"/>
              <a:defRPr kumimoji="1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‒"/>
              <a:defRPr kumimoji="1"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>
                <a:solidFill>
                  <a:schemeClr val="bg1"/>
                </a:solidFill>
              </a:rPr>
              <a:t>車種・法規ごとに適切な</a:t>
            </a:r>
            <a:r>
              <a:rPr lang="en-US" altLang="ja-JP">
                <a:solidFill>
                  <a:schemeClr val="bg1"/>
                </a:solidFill>
              </a:rPr>
              <a:t>SW</a:t>
            </a:r>
            <a:r>
              <a:rPr lang="ja-JP" altLang="en-US">
                <a:solidFill>
                  <a:schemeClr val="bg1"/>
                </a:solidFill>
              </a:rPr>
              <a:t>品番を出力し</a:t>
            </a:r>
            <a:br>
              <a:rPr lang="en-US" altLang="ja-JP">
                <a:solidFill>
                  <a:schemeClr val="bg1"/>
                </a:solidFill>
              </a:rPr>
            </a:br>
            <a:r>
              <a:rPr lang="en-US" altLang="ja-JP">
                <a:solidFill>
                  <a:schemeClr val="bg1"/>
                </a:solidFill>
              </a:rPr>
              <a:t>SWIN</a:t>
            </a:r>
            <a:r>
              <a:rPr lang="ja-JP" altLang="en-US">
                <a:solidFill>
                  <a:schemeClr val="bg1"/>
                </a:solidFill>
              </a:rPr>
              <a:t>を付与する</a:t>
            </a:r>
            <a:endParaRPr lang="en-US" altLang="ja-JP">
              <a:solidFill>
                <a:schemeClr val="bg1"/>
              </a:solidFill>
            </a:endParaRPr>
          </a:p>
          <a:p>
            <a:pPr lvl="1"/>
            <a:r>
              <a:rPr lang="en-US" altLang="ja-JP">
                <a:solidFill>
                  <a:schemeClr val="bg1"/>
                </a:solidFill>
              </a:rPr>
              <a:t>SMS</a:t>
            </a:r>
            <a:r>
              <a:rPr lang="ja-JP" altLang="en-US">
                <a:solidFill>
                  <a:schemeClr val="bg1"/>
                </a:solidFill>
              </a:rPr>
              <a:t>や</a:t>
            </a:r>
            <a:r>
              <a:rPr lang="en-US" altLang="ja-JP">
                <a:solidFill>
                  <a:schemeClr val="bg1"/>
                </a:solidFill>
              </a:rPr>
              <a:t>AISAC</a:t>
            </a:r>
            <a:r>
              <a:rPr lang="ja-JP" altLang="en-US">
                <a:solidFill>
                  <a:schemeClr val="bg1"/>
                </a:solidFill>
              </a:rPr>
              <a:t>と連携要</a:t>
            </a:r>
            <a:endParaRPr lang="en-US" altLang="ja-JP">
              <a:solidFill>
                <a:schemeClr val="bg1"/>
              </a:solidFill>
            </a:endParaRPr>
          </a:p>
          <a:p>
            <a:pPr lvl="1"/>
            <a:r>
              <a:rPr lang="ja-JP" altLang="en-US">
                <a:solidFill>
                  <a:schemeClr val="bg1"/>
                </a:solidFill>
              </a:rPr>
              <a:t>選定に必要な標準テーブル管理</a:t>
            </a:r>
            <a:endParaRPr lang="en-US" altLang="ja-JP">
              <a:solidFill>
                <a:schemeClr val="bg1"/>
              </a:solidFill>
            </a:endParaRPr>
          </a:p>
          <a:p>
            <a:pPr lvl="2"/>
            <a:r>
              <a:rPr lang="ja-JP" altLang="en-US">
                <a:solidFill>
                  <a:schemeClr val="bg1"/>
                </a:solidFill>
              </a:rPr>
              <a:t>国→法規→システム→部品→品番</a:t>
            </a:r>
            <a:endParaRPr lang="en-US" altLang="ja-JP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971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8D34CB-51A2-1D2C-54AF-79ECA182E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大日程</a:t>
            </a:r>
          </a:p>
        </p:txBody>
      </p:sp>
      <p:sp>
        <p:nvSpPr>
          <p:cNvPr id="49" name="スライド番号プレースホルダー 48">
            <a:extLst>
              <a:ext uri="{FF2B5EF4-FFF2-40B4-BE49-F238E27FC236}">
                <a16:creationId xmlns:a16="http://schemas.microsoft.com/office/drawing/2014/main" id="{7410CF72-5A89-5575-4831-3BA2F13D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5</a:t>
            </a:fld>
            <a:endParaRPr kumimoji="1" lang="ja-JP" altLang="en-US"/>
          </a:p>
        </p:txBody>
      </p:sp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D25DB688-24C9-7E66-4CCD-D26DE104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89764"/>
              </p:ext>
            </p:extLst>
          </p:nvPr>
        </p:nvGraphicFramePr>
        <p:xfrm>
          <a:off x="332996" y="1224601"/>
          <a:ext cx="10676763" cy="46261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2901045883"/>
                    </a:ext>
                  </a:extLst>
                </a:gridCol>
                <a:gridCol w="1192276">
                  <a:extLst>
                    <a:ext uri="{9D8B030D-6E8A-4147-A177-3AD203B41FA5}">
                      <a16:colId xmlns:a16="http://schemas.microsoft.com/office/drawing/2014/main" val="2060048413"/>
                    </a:ext>
                  </a:extLst>
                </a:gridCol>
                <a:gridCol w="1192276">
                  <a:extLst>
                    <a:ext uri="{9D8B030D-6E8A-4147-A177-3AD203B41FA5}">
                      <a16:colId xmlns:a16="http://schemas.microsoft.com/office/drawing/2014/main" val="111971042"/>
                    </a:ext>
                  </a:extLst>
                </a:gridCol>
                <a:gridCol w="1192276">
                  <a:extLst>
                    <a:ext uri="{9D8B030D-6E8A-4147-A177-3AD203B41FA5}">
                      <a16:colId xmlns:a16="http://schemas.microsoft.com/office/drawing/2014/main" val="2771841303"/>
                    </a:ext>
                  </a:extLst>
                </a:gridCol>
                <a:gridCol w="1192276">
                  <a:extLst>
                    <a:ext uri="{9D8B030D-6E8A-4147-A177-3AD203B41FA5}">
                      <a16:colId xmlns:a16="http://schemas.microsoft.com/office/drawing/2014/main" val="3393092949"/>
                    </a:ext>
                  </a:extLst>
                </a:gridCol>
                <a:gridCol w="1192276">
                  <a:extLst>
                    <a:ext uri="{9D8B030D-6E8A-4147-A177-3AD203B41FA5}">
                      <a16:colId xmlns:a16="http://schemas.microsoft.com/office/drawing/2014/main" val="2323854912"/>
                    </a:ext>
                  </a:extLst>
                </a:gridCol>
                <a:gridCol w="1192276">
                  <a:extLst>
                    <a:ext uri="{9D8B030D-6E8A-4147-A177-3AD203B41FA5}">
                      <a16:colId xmlns:a16="http://schemas.microsoft.com/office/drawing/2014/main" val="3798929034"/>
                    </a:ext>
                  </a:extLst>
                </a:gridCol>
                <a:gridCol w="1192276">
                  <a:extLst>
                    <a:ext uri="{9D8B030D-6E8A-4147-A177-3AD203B41FA5}">
                      <a16:colId xmlns:a16="http://schemas.microsoft.com/office/drawing/2014/main" val="967667144"/>
                    </a:ext>
                  </a:extLst>
                </a:gridCol>
                <a:gridCol w="1192276">
                  <a:extLst>
                    <a:ext uri="{9D8B030D-6E8A-4147-A177-3AD203B41FA5}">
                      <a16:colId xmlns:a16="http://schemas.microsoft.com/office/drawing/2014/main" val="1339329538"/>
                    </a:ext>
                  </a:extLst>
                </a:gridCol>
              </a:tblGrid>
              <a:tr h="262781"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2"/>
                          </a:solidFill>
                        </a:rPr>
                        <a:t>FY25</a:t>
                      </a:r>
                      <a:endParaRPr kumimoji="1" lang="ja-JP" altLang="en-US" sz="1200" b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1">
                        <a:solidFill>
                          <a:schemeClr val="tx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1">
                        <a:solidFill>
                          <a:schemeClr val="tx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1">
                        <a:solidFill>
                          <a:schemeClr val="tx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2"/>
                          </a:solidFill>
                        </a:rPr>
                        <a:t>FY26</a:t>
                      </a:r>
                      <a:endParaRPr kumimoji="1" lang="ja-JP" altLang="en-US" sz="1200" b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1">
                        <a:solidFill>
                          <a:schemeClr val="tx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1">
                        <a:solidFill>
                          <a:schemeClr val="tx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400" b="1">
                        <a:solidFill>
                          <a:schemeClr val="tx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195889"/>
                  </a:ext>
                </a:extLst>
              </a:tr>
              <a:tr h="262781"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2"/>
                          </a:solidFill>
                        </a:rPr>
                        <a:t>1Q</a:t>
                      </a:r>
                      <a:endParaRPr kumimoji="1" lang="ja-JP" altLang="en-US" sz="1200" b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2"/>
                          </a:solidFill>
                        </a:rPr>
                        <a:t>2Q</a:t>
                      </a:r>
                      <a:endParaRPr kumimoji="1" lang="ja-JP" altLang="en-US" sz="1200" b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2"/>
                          </a:solidFill>
                        </a:rPr>
                        <a:t>3Q</a:t>
                      </a:r>
                      <a:endParaRPr kumimoji="1" lang="ja-JP" altLang="en-US" sz="1200" b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2"/>
                          </a:solidFill>
                        </a:rPr>
                        <a:t>4Q</a:t>
                      </a:r>
                      <a:endParaRPr kumimoji="1" lang="ja-JP" altLang="en-US" sz="1200" b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2"/>
                          </a:solidFill>
                        </a:rPr>
                        <a:t>1Q</a:t>
                      </a:r>
                      <a:endParaRPr kumimoji="1" lang="ja-JP" altLang="en-US" sz="1200" b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2"/>
                          </a:solidFill>
                        </a:rPr>
                        <a:t>2Q</a:t>
                      </a:r>
                      <a:endParaRPr kumimoji="1" lang="ja-JP" altLang="en-US" sz="1200" b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2"/>
                          </a:solidFill>
                        </a:rPr>
                        <a:t>3Q</a:t>
                      </a:r>
                      <a:endParaRPr kumimoji="1" lang="ja-JP" altLang="en-US" sz="1200" b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2"/>
                          </a:solidFill>
                        </a:rPr>
                        <a:t>4Q</a:t>
                      </a:r>
                      <a:endParaRPr kumimoji="1" lang="ja-JP" altLang="en-US" sz="1200" b="0">
                        <a:solidFill>
                          <a:schemeClr val="bg2"/>
                        </a:solidFill>
                      </a:endParaRPr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88042"/>
                  </a:ext>
                </a:extLst>
              </a:tr>
              <a:tr h="483480">
                <a:tc>
                  <a:txBody>
                    <a:bodyPr/>
                    <a:lstStyle/>
                    <a:p>
                      <a:r>
                        <a:rPr kumimoji="1" lang="en-US" altLang="ja-JP" sz="1200" b="0" baseline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ADAS</a:t>
                      </a:r>
                      <a:br>
                        <a:rPr kumimoji="1" lang="en-US" altLang="ja-JP" sz="1200" b="0" baseline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</a:br>
                      <a:r>
                        <a:rPr kumimoji="1" lang="ja-JP" altLang="en-US" sz="1200" b="0" baseline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法規確認</a:t>
                      </a:r>
                    </a:p>
                  </a:txBody>
                  <a:tcPr marT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28301"/>
                  </a:ext>
                </a:extLst>
              </a:tr>
              <a:tr h="483480">
                <a:tc>
                  <a:txBody>
                    <a:bodyPr/>
                    <a:lstStyle/>
                    <a:p>
                      <a:r>
                        <a:rPr kumimoji="1" lang="en-US" altLang="ja-JP" sz="1200" b="0" baseline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SU</a:t>
                      </a:r>
                      <a:r>
                        <a:rPr kumimoji="1" lang="ja-JP" altLang="en-US" sz="1200" b="0" baseline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認証</a:t>
                      </a:r>
                    </a:p>
                  </a:txBody>
                  <a:tcPr marT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079890"/>
                  </a:ext>
                </a:extLst>
              </a:tr>
              <a:tr h="483480">
                <a:tc>
                  <a:txBody>
                    <a:bodyPr/>
                    <a:lstStyle/>
                    <a:p>
                      <a:r>
                        <a:rPr kumimoji="1" lang="en-US" altLang="ja-JP" sz="1200" b="0" baseline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EMC</a:t>
                      </a:r>
                      <a:r>
                        <a:rPr kumimoji="1" lang="ja-JP" altLang="en-US" sz="1200" b="0" baseline="0">
                          <a:solidFill>
                            <a:schemeClr val="tx2"/>
                          </a:solidFill>
                          <a:latin typeface="+mj-lt"/>
                          <a:ea typeface="+mj-ea"/>
                        </a:rPr>
                        <a:t>認証</a:t>
                      </a:r>
                    </a:p>
                  </a:txBody>
                  <a:tcPr marT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666750"/>
                  </a:ext>
                </a:extLst>
              </a:tr>
              <a:tr h="1412423">
                <a:tc>
                  <a:txBody>
                    <a:bodyPr/>
                    <a:lstStyle/>
                    <a:p>
                      <a:r>
                        <a:rPr kumimoji="1" lang="en-US" altLang="ja-JP" sz="1200" b="0" baseline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  <a:t>RXSWIN</a:t>
                      </a:r>
                      <a:endParaRPr kumimoji="1" lang="ja-JP" altLang="en-US" sz="1200" b="0" baseline="0">
                        <a:solidFill>
                          <a:schemeClr val="tx1"/>
                        </a:solidFill>
                        <a:latin typeface="+mj-lt"/>
                        <a:ea typeface="+mj-ea"/>
                      </a:endParaRPr>
                    </a:p>
                  </a:txBody>
                  <a:tcPr marT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421951"/>
                  </a:ext>
                </a:extLst>
              </a:tr>
              <a:tr h="1162050">
                <a:tc>
                  <a:txBody>
                    <a:bodyPr/>
                    <a:lstStyle/>
                    <a:p>
                      <a:r>
                        <a:rPr kumimoji="1" lang="ja-JP" altLang="en-US" sz="1200" b="0" baseline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  <a:t>認証系統合</a:t>
                      </a:r>
                      <a:br>
                        <a:rPr kumimoji="1" lang="en-US" altLang="ja-JP" sz="1200" b="0" baseline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</a:br>
                      <a:r>
                        <a:rPr kumimoji="1" lang="en-US" altLang="ja-JP" sz="1200" b="0" baseline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  <a:t>(</a:t>
                      </a:r>
                      <a:r>
                        <a:rPr kumimoji="1" lang="ja-JP" altLang="en-US" sz="1200" b="0" baseline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  <a:t>直近は</a:t>
                      </a:r>
                      <a:r>
                        <a:rPr kumimoji="1" lang="en-US" altLang="ja-JP" sz="1200" b="0" baseline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  <a:t>SU</a:t>
                      </a:r>
                      <a:r>
                        <a:rPr kumimoji="1" lang="ja-JP" altLang="en-US" sz="1200" b="0" baseline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  <a:t>主</a:t>
                      </a:r>
                      <a:r>
                        <a:rPr kumimoji="1" lang="en-US" altLang="ja-JP" sz="1200" b="0" baseline="0">
                          <a:solidFill>
                            <a:schemeClr val="tx1"/>
                          </a:solidFill>
                          <a:latin typeface="+mj-lt"/>
                          <a:ea typeface="+mj-ea"/>
                        </a:rPr>
                        <a:t>)</a:t>
                      </a:r>
                      <a:endParaRPr kumimoji="1" lang="ja-JP" altLang="en-US" sz="1200" b="0" baseline="0">
                        <a:solidFill>
                          <a:schemeClr val="tx1"/>
                        </a:solidFill>
                        <a:latin typeface="+mj-lt"/>
                        <a:ea typeface="+mj-ea"/>
                      </a:endParaRPr>
                    </a:p>
                  </a:txBody>
                  <a:tcPr marT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200" b="1"/>
                    </a:p>
                  </a:txBody>
                  <a:tcPr marT="72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065075"/>
                  </a:ext>
                </a:extLst>
              </a:tr>
            </a:tbl>
          </a:graphicData>
        </a:graphic>
      </p:graphicFrame>
      <p:sp>
        <p:nvSpPr>
          <p:cNvPr id="22" name="矢印: 五方向 21">
            <a:extLst>
              <a:ext uri="{FF2B5EF4-FFF2-40B4-BE49-F238E27FC236}">
                <a16:creationId xmlns:a16="http://schemas.microsoft.com/office/drawing/2014/main" id="{8A99E66C-B7BB-1E4C-D6AE-2AF72E181E5B}"/>
              </a:ext>
            </a:extLst>
          </p:cNvPr>
          <p:cNvSpPr/>
          <p:nvPr/>
        </p:nvSpPr>
        <p:spPr>
          <a:xfrm>
            <a:off x="2692554" y="1964965"/>
            <a:ext cx="1128316" cy="24622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kumimoji="1" lang="en-US" altLang="ja-JP" sz="1000">
                <a:solidFill>
                  <a:schemeClr val="bg2"/>
                </a:solidFill>
              </a:rPr>
              <a:t>PoC</a:t>
            </a:r>
            <a:r>
              <a:rPr kumimoji="1" lang="ja-JP" altLang="en-US" sz="1000">
                <a:solidFill>
                  <a:schemeClr val="bg2"/>
                </a:solidFill>
              </a:rPr>
              <a:t>開発</a:t>
            </a: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8BCB0F63-13EE-599D-FB59-27DD421501C5}"/>
              </a:ext>
            </a:extLst>
          </p:cNvPr>
          <p:cNvSpPr/>
          <p:nvPr/>
        </p:nvSpPr>
        <p:spPr>
          <a:xfrm>
            <a:off x="3896333" y="1964965"/>
            <a:ext cx="1128316" cy="24622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kumimoji="1" lang="ja-JP" altLang="en-US" sz="1000">
                <a:solidFill>
                  <a:schemeClr val="bg2"/>
                </a:solidFill>
              </a:rPr>
              <a:t>トライ</a:t>
            </a:r>
          </a:p>
        </p:txBody>
      </p:sp>
      <p:sp>
        <p:nvSpPr>
          <p:cNvPr id="24" name="矢印: 五方向 23">
            <a:extLst>
              <a:ext uri="{FF2B5EF4-FFF2-40B4-BE49-F238E27FC236}">
                <a16:creationId xmlns:a16="http://schemas.microsoft.com/office/drawing/2014/main" id="{C1CFB5F7-6AB1-5353-35FC-31F298B4070E}"/>
              </a:ext>
            </a:extLst>
          </p:cNvPr>
          <p:cNvSpPr/>
          <p:nvPr/>
        </p:nvSpPr>
        <p:spPr>
          <a:xfrm>
            <a:off x="1507676" y="1964965"/>
            <a:ext cx="1128316" cy="24622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kumimoji="1" lang="ja-JP" altLang="en-US" sz="1000">
                <a:solidFill>
                  <a:schemeClr val="bg2"/>
                </a:solidFill>
              </a:rPr>
              <a:t>業務分析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029B482-4D55-DFC2-F910-61ABB9924B4B}"/>
              </a:ext>
            </a:extLst>
          </p:cNvPr>
          <p:cNvSpPr txBox="1"/>
          <p:nvPr/>
        </p:nvSpPr>
        <p:spPr>
          <a:xfrm>
            <a:off x="8453230" y="3675434"/>
            <a:ext cx="10406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>
                <a:latin typeface="+mj-lt"/>
                <a:ea typeface="+mj-ea"/>
              </a:rPr>
              <a:t>▼</a:t>
            </a:r>
            <a:r>
              <a:rPr kumimoji="1" lang="en-US" altLang="ja-JP" sz="1000">
                <a:latin typeface="+mj-lt"/>
                <a:ea typeface="+mj-ea"/>
              </a:rPr>
              <a:t>β</a:t>
            </a:r>
            <a:r>
              <a:rPr kumimoji="1" lang="ja-JP" altLang="en-US" sz="1000">
                <a:latin typeface="+mj-lt"/>
                <a:ea typeface="+mj-ea"/>
              </a:rPr>
              <a:t>版リリース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CBF2B88-8561-F2A3-C069-1AA7C9375CDD}"/>
              </a:ext>
            </a:extLst>
          </p:cNvPr>
          <p:cNvSpPr txBox="1"/>
          <p:nvPr/>
        </p:nvSpPr>
        <p:spPr>
          <a:xfrm>
            <a:off x="9640951" y="3673437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>
                <a:latin typeface="+mj-lt"/>
                <a:ea typeface="+mj-ea"/>
              </a:rPr>
              <a:t>▼号口リリース</a:t>
            </a:r>
          </a:p>
        </p:txBody>
      </p:sp>
      <p:sp>
        <p:nvSpPr>
          <p:cNvPr id="27" name="矢印: 五方向 26">
            <a:extLst>
              <a:ext uri="{FF2B5EF4-FFF2-40B4-BE49-F238E27FC236}">
                <a16:creationId xmlns:a16="http://schemas.microsoft.com/office/drawing/2014/main" id="{4C94DC20-8B08-066E-7F61-ECD0527720B1}"/>
              </a:ext>
            </a:extLst>
          </p:cNvPr>
          <p:cNvSpPr/>
          <p:nvPr/>
        </p:nvSpPr>
        <p:spPr>
          <a:xfrm>
            <a:off x="4628981" y="4252532"/>
            <a:ext cx="882701" cy="253916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kumimoji="1" lang="ja-JP" altLang="en-US" sz="1050">
                <a:solidFill>
                  <a:schemeClr val="bg1"/>
                </a:solidFill>
              </a:rPr>
              <a:t>開発準備</a:t>
            </a:r>
          </a:p>
        </p:txBody>
      </p:sp>
      <p:sp>
        <p:nvSpPr>
          <p:cNvPr id="28" name="矢印: 五方向 27">
            <a:extLst>
              <a:ext uri="{FF2B5EF4-FFF2-40B4-BE49-F238E27FC236}">
                <a16:creationId xmlns:a16="http://schemas.microsoft.com/office/drawing/2014/main" id="{9435411F-F758-1F1E-E177-EBAE3FB005CD}"/>
              </a:ext>
            </a:extLst>
          </p:cNvPr>
          <p:cNvSpPr/>
          <p:nvPr/>
        </p:nvSpPr>
        <p:spPr>
          <a:xfrm>
            <a:off x="3336899" y="2439640"/>
            <a:ext cx="1708994" cy="24622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kumimoji="1" lang="en-US" altLang="ja-JP" sz="1000">
                <a:solidFill>
                  <a:schemeClr val="bg2"/>
                </a:solidFill>
              </a:rPr>
              <a:t>PoC</a:t>
            </a:r>
            <a:r>
              <a:rPr kumimoji="1" lang="ja-JP" altLang="en-US" sz="1000">
                <a:solidFill>
                  <a:schemeClr val="bg2"/>
                </a:solidFill>
              </a:rPr>
              <a:t>開発</a:t>
            </a:r>
          </a:p>
        </p:txBody>
      </p:sp>
      <p:sp>
        <p:nvSpPr>
          <p:cNvPr id="29" name="矢印: 五方向 28">
            <a:extLst>
              <a:ext uri="{FF2B5EF4-FFF2-40B4-BE49-F238E27FC236}">
                <a16:creationId xmlns:a16="http://schemas.microsoft.com/office/drawing/2014/main" id="{D041F5D7-EE6D-F9AE-72D4-68E40CD40AD9}"/>
              </a:ext>
            </a:extLst>
          </p:cNvPr>
          <p:cNvSpPr/>
          <p:nvPr/>
        </p:nvSpPr>
        <p:spPr>
          <a:xfrm>
            <a:off x="5077732" y="2439640"/>
            <a:ext cx="1128316" cy="24622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kumimoji="1" lang="ja-JP" altLang="en-US" sz="1000">
                <a:solidFill>
                  <a:schemeClr val="bg2"/>
                </a:solidFill>
              </a:rPr>
              <a:t>トライ</a:t>
            </a:r>
          </a:p>
        </p:txBody>
      </p:sp>
      <p:sp>
        <p:nvSpPr>
          <p:cNvPr id="30" name="矢印: 五方向 29">
            <a:extLst>
              <a:ext uri="{FF2B5EF4-FFF2-40B4-BE49-F238E27FC236}">
                <a16:creationId xmlns:a16="http://schemas.microsoft.com/office/drawing/2014/main" id="{7497ED6B-00E4-D1C4-7FD9-B5DE6A04AF0C}"/>
              </a:ext>
            </a:extLst>
          </p:cNvPr>
          <p:cNvSpPr/>
          <p:nvPr/>
        </p:nvSpPr>
        <p:spPr>
          <a:xfrm>
            <a:off x="5087014" y="2909558"/>
            <a:ext cx="1128316" cy="24622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kumimoji="1" lang="en-US" altLang="ja-JP" sz="1000">
                <a:solidFill>
                  <a:schemeClr val="bg2"/>
                </a:solidFill>
              </a:rPr>
              <a:t>PoC</a:t>
            </a:r>
            <a:r>
              <a:rPr kumimoji="1" lang="ja-JP" altLang="en-US" sz="1000">
                <a:solidFill>
                  <a:schemeClr val="bg2"/>
                </a:solidFill>
              </a:rPr>
              <a:t>開発</a:t>
            </a:r>
          </a:p>
        </p:txBody>
      </p:sp>
      <p:sp>
        <p:nvSpPr>
          <p:cNvPr id="31" name="矢印: 五方向 30">
            <a:extLst>
              <a:ext uri="{FF2B5EF4-FFF2-40B4-BE49-F238E27FC236}">
                <a16:creationId xmlns:a16="http://schemas.microsoft.com/office/drawing/2014/main" id="{635C5945-365F-7AF9-BF1A-A07C18E4627D}"/>
              </a:ext>
            </a:extLst>
          </p:cNvPr>
          <p:cNvSpPr/>
          <p:nvPr/>
        </p:nvSpPr>
        <p:spPr>
          <a:xfrm>
            <a:off x="6251277" y="2905436"/>
            <a:ext cx="1128316" cy="24622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kumimoji="1" lang="ja-JP" altLang="en-US" sz="1000">
                <a:solidFill>
                  <a:schemeClr val="bg2"/>
                </a:solidFill>
              </a:rPr>
              <a:t>トライ</a:t>
            </a:r>
          </a:p>
        </p:txBody>
      </p:sp>
      <p:sp>
        <p:nvSpPr>
          <p:cNvPr id="32" name="右中かっこ 31">
            <a:extLst>
              <a:ext uri="{FF2B5EF4-FFF2-40B4-BE49-F238E27FC236}">
                <a16:creationId xmlns:a16="http://schemas.microsoft.com/office/drawing/2014/main" id="{3D95317E-D6F8-1778-BDB1-B09B7D179711}"/>
              </a:ext>
            </a:extLst>
          </p:cNvPr>
          <p:cNvSpPr/>
          <p:nvPr/>
        </p:nvSpPr>
        <p:spPr>
          <a:xfrm>
            <a:off x="11052110" y="3296792"/>
            <a:ext cx="254993" cy="2553922"/>
          </a:xfrm>
          <a:prstGeom prst="rightBrace">
            <a:avLst>
              <a:gd name="adj1" fmla="val 45439"/>
              <a:gd name="adj2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FD119B7-B611-210B-5641-4F5D1E13E1A6}"/>
              </a:ext>
            </a:extLst>
          </p:cNvPr>
          <p:cNvSpPr txBox="1"/>
          <p:nvPr/>
        </p:nvSpPr>
        <p:spPr>
          <a:xfrm>
            <a:off x="11327460" y="2400722"/>
            <a:ext cx="680242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r>
              <a:rPr kumimoji="1" lang="en-US" altLang="ja-JP" sz="1050">
                <a:solidFill>
                  <a:schemeClr val="tx2"/>
                </a:solidFill>
              </a:rPr>
              <a:t>DTPS</a:t>
            </a:r>
            <a:r>
              <a:rPr kumimoji="1" lang="ja-JP" altLang="en-US" sz="1050">
                <a:solidFill>
                  <a:schemeClr val="tx2"/>
                </a:solidFill>
              </a:rPr>
              <a:t>案件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53F9C9-831F-8D3A-DA5E-8353B6A532F6}"/>
              </a:ext>
            </a:extLst>
          </p:cNvPr>
          <p:cNvSpPr txBox="1"/>
          <p:nvPr/>
        </p:nvSpPr>
        <p:spPr>
          <a:xfrm>
            <a:off x="11327460" y="4446795"/>
            <a:ext cx="55520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r>
              <a:rPr kumimoji="1" lang="en-US" altLang="ja-JP" sz="1050">
                <a:solidFill>
                  <a:schemeClr val="accent1"/>
                </a:solidFill>
              </a:rPr>
              <a:t>DIT</a:t>
            </a:r>
            <a:r>
              <a:rPr kumimoji="1" lang="ja-JP" altLang="en-US" sz="1050">
                <a:solidFill>
                  <a:schemeClr val="accent1"/>
                </a:solidFill>
              </a:rPr>
              <a:t>案件</a:t>
            </a:r>
          </a:p>
        </p:txBody>
      </p:sp>
      <p:sp>
        <p:nvSpPr>
          <p:cNvPr id="35" name="矢印: 五方向 34">
            <a:extLst>
              <a:ext uri="{FF2B5EF4-FFF2-40B4-BE49-F238E27FC236}">
                <a16:creationId xmlns:a16="http://schemas.microsoft.com/office/drawing/2014/main" id="{0AF01D84-A252-4652-1C7A-C47347BAB0CA}"/>
              </a:ext>
            </a:extLst>
          </p:cNvPr>
          <p:cNvSpPr/>
          <p:nvPr/>
        </p:nvSpPr>
        <p:spPr>
          <a:xfrm>
            <a:off x="3278907" y="3645800"/>
            <a:ext cx="1745742" cy="246221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ja-JP" altLang="en-US" sz="1000">
                <a:solidFill>
                  <a:schemeClr val="bg1"/>
                </a:solidFill>
              </a:rPr>
              <a:t>運用・要件定義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39E95F1-C6AB-B64D-16BF-5EE3B12B1440}"/>
              </a:ext>
            </a:extLst>
          </p:cNvPr>
          <p:cNvSpPr txBox="1"/>
          <p:nvPr/>
        </p:nvSpPr>
        <p:spPr>
          <a:xfrm>
            <a:off x="4773919" y="3266006"/>
            <a:ext cx="9637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>
                <a:latin typeface="+mj-lt"/>
                <a:ea typeface="+mj-ea"/>
              </a:rPr>
              <a:t>▼開発</a:t>
            </a:r>
            <a:r>
              <a:rPr kumimoji="1" lang="en-US" altLang="ja-JP" sz="1000">
                <a:latin typeface="+mj-lt"/>
                <a:ea typeface="+mj-ea"/>
              </a:rPr>
              <a:t>Ready</a:t>
            </a:r>
            <a:endParaRPr kumimoji="1" lang="ja-JP" altLang="en-US" sz="1000">
              <a:latin typeface="+mj-lt"/>
              <a:ea typeface="+mj-ea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3B2FD6E-2ADB-1ED9-A5A1-57DF20B43F48}"/>
              </a:ext>
            </a:extLst>
          </p:cNvPr>
          <p:cNvSpPr txBox="1"/>
          <p:nvPr/>
        </p:nvSpPr>
        <p:spPr>
          <a:xfrm>
            <a:off x="7248740" y="3675434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>
                <a:latin typeface="+mj-lt"/>
                <a:ea typeface="+mj-ea"/>
              </a:rPr>
              <a:t>▼</a:t>
            </a:r>
            <a:r>
              <a:rPr kumimoji="1" lang="en-US" altLang="ja-JP" sz="1000">
                <a:latin typeface="+mj-lt"/>
                <a:ea typeface="+mj-ea"/>
              </a:rPr>
              <a:t>α</a:t>
            </a:r>
            <a:r>
              <a:rPr kumimoji="1" lang="ja-JP" altLang="en-US" sz="1000">
                <a:latin typeface="+mj-lt"/>
                <a:ea typeface="+mj-ea"/>
              </a:rPr>
              <a:t>版リリース</a:t>
            </a:r>
          </a:p>
        </p:txBody>
      </p:sp>
      <p:sp>
        <p:nvSpPr>
          <p:cNvPr id="39" name="吹き出し: 四角形 38">
            <a:extLst>
              <a:ext uri="{FF2B5EF4-FFF2-40B4-BE49-F238E27FC236}">
                <a16:creationId xmlns:a16="http://schemas.microsoft.com/office/drawing/2014/main" id="{65D5AFD7-9342-80AF-CD1E-13D3AF1F65D1}"/>
              </a:ext>
            </a:extLst>
          </p:cNvPr>
          <p:cNvSpPr/>
          <p:nvPr/>
        </p:nvSpPr>
        <p:spPr>
          <a:xfrm>
            <a:off x="7120756" y="3262401"/>
            <a:ext cx="954107" cy="261418"/>
          </a:xfrm>
          <a:prstGeom prst="wedgeRectCallout">
            <a:avLst>
              <a:gd name="adj1" fmla="val -23611"/>
              <a:gd name="adj2" fmla="val 10434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000">
                <a:solidFill>
                  <a:schemeClr val="accent1"/>
                </a:solidFill>
              </a:rPr>
              <a:t>運用トライ用</a:t>
            </a:r>
          </a:p>
        </p:txBody>
      </p:sp>
      <p:sp>
        <p:nvSpPr>
          <p:cNvPr id="40" name="吹き出し: 四角形 39">
            <a:extLst>
              <a:ext uri="{FF2B5EF4-FFF2-40B4-BE49-F238E27FC236}">
                <a16:creationId xmlns:a16="http://schemas.microsoft.com/office/drawing/2014/main" id="{2806574B-ADEA-B539-E702-62AB9468CA51}"/>
              </a:ext>
            </a:extLst>
          </p:cNvPr>
          <p:cNvSpPr/>
          <p:nvPr/>
        </p:nvSpPr>
        <p:spPr>
          <a:xfrm>
            <a:off x="8373621" y="3085007"/>
            <a:ext cx="1082348" cy="446084"/>
          </a:xfrm>
          <a:prstGeom prst="wedgeRectCallout">
            <a:avLst>
              <a:gd name="adj1" fmla="val -23611"/>
              <a:gd name="adj2" fmla="val 8413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000">
                <a:solidFill>
                  <a:schemeClr val="accent1"/>
                </a:solidFill>
              </a:rPr>
              <a:t>トライ結果反映</a:t>
            </a:r>
            <a:endParaRPr kumimoji="1" lang="en-US" altLang="ja-JP" sz="1000">
              <a:solidFill>
                <a:schemeClr val="accent1"/>
              </a:solidFill>
            </a:endParaRPr>
          </a:p>
          <a:p>
            <a:pPr algn="ctr">
              <a:lnSpc>
                <a:spcPct val="120000"/>
              </a:lnSpc>
            </a:pPr>
            <a:r>
              <a:rPr kumimoji="1" lang="ja-JP" altLang="en-US" sz="1000">
                <a:solidFill>
                  <a:schemeClr val="accent1"/>
                </a:solidFill>
              </a:rPr>
              <a:t>機能拡充</a:t>
            </a:r>
          </a:p>
        </p:txBody>
      </p:sp>
      <p:sp>
        <p:nvSpPr>
          <p:cNvPr id="41" name="吹き出し: 四角形 40">
            <a:extLst>
              <a:ext uri="{FF2B5EF4-FFF2-40B4-BE49-F238E27FC236}">
                <a16:creationId xmlns:a16="http://schemas.microsoft.com/office/drawing/2014/main" id="{BABD794D-1FD9-F511-026B-C35F6F50CA48}"/>
              </a:ext>
            </a:extLst>
          </p:cNvPr>
          <p:cNvSpPr/>
          <p:nvPr/>
        </p:nvSpPr>
        <p:spPr>
          <a:xfrm>
            <a:off x="9705070" y="3266006"/>
            <a:ext cx="697627" cy="261418"/>
          </a:xfrm>
          <a:prstGeom prst="wedgeRectCallout">
            <a:avLst>
              <a:gd name="adj1" fmla="val -33557"/>
              <a:gd name="adj2" fmla="val 10434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000">
                <a:solidFill>
                  <a:schemeClr val="accent1"/>
                </a:solidFill>
              </a:rPr>
              <a:t>品質担保</a:t>
            </a:r>
          </a:p>
        </p:txBody>
      </p:sp>
      <p:sp>
        <p:nvSpPr>
          <p:cNvPr id="42" name="矢印: 五方向 41">
            <a:extLst>
              <a:ext uri="{FF2B5EF4-FFF2-40B4-BE49-F238E27FC236}">
                <a16:creationId xmlns:a16="http://schemas.microsoft.com/office/drawing/2014/main" id="{948FC77E-FFF9-FD83-F031-6E2AB2B009A7}"/>
              </a:ext>
            </a:extLst>
          </p:cNvPr>
          <p:cNvSpPr/>
          <p:nvPr/>
        </p:nvSpPr>
        <p:spPr>
          <a:xfrm>
            <a:off x="5077732" y="3943567"/>
            <a:ext cx="4704623" cy="246221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1000">
                <a:solidFill>
                  <a:schemeClr val="bg1"/>
                </a:solidFill>
              </a:rPr>
              <a:t>開発 </a:t>
            </a:r>
            <a:r>
              <a:rPr kumimoji="1" lang="en-US" altLang="ja-JP" sz="1000">
                <a:solidFill>
                  <a:schemeClr val="bg1"/>
                </a:solidFill>
              </a:rPr>
              <a:t>&amp; </a:t>
            </a:r>
            <a:r>
              <a:rPr kumimoji="1" lang="ja-JP" altLang="en-US" sz="1000">
                <a:solidFill>
                  <a:schemeClr val="bg1"/>
                </a:solidFill>
              </a:rPr>
              <a:t>仮説検証</a:t>
            </a:r>
          </a:p>
        </p:txBody>
      </p:sp>
      <p:sp>
        <p:nvSpPr>
          <p:cNvPr id="43" name="矢印: 五方向 42">
            <a:extLst>
              <a:ext uri="{FF2B5EF4-FFF2-40B4-BE49-F238E27FC236}">
                <a16:creationId xmlns:a16="http://schemas.microsoft.com/office/drawing/2014/main" id="{D30E2650-B6A9-04EB-D8BF-6C34438868A1}"/>
              </a:ext>
            </a:extLst>
          </p:cNvPr>
          <p:cNvSpPr/>
          <p:nvPr/>
        </p:nvSpPr>
        <p:spPr>
          <a:xfrm>
            <a:off x="3911135" y="4826225"/>
            <a:ext cx="2335958" cy="25273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1000">
                <a:solidFill>
                  <a:schemeClr val="bg1"/>
                </a:solidFill>
              </a:rPr>
              <a:t>要件定義</a:t>
            </a:r>
          </a:p>
        </p:txBody>
      </p:sp>
      <p:sp>
        <p:nvSpPr>
          <p:cNvPr id="44" name="矢印: 五方向 43">
            <a:extLst>
              <a:ext uri="{FF2B5EF4-FFF2-40B4-BE49-F238E27FC236}">
                <a16:creationId xmlns:a16="http://schemas.microsoft.com/office/drawing/2014/main" id="{42FDB02B-11BF-70D6-ADE8-46EFB002B406}"/>
              </a:ext>
            </a:extLst>
          </p:cNvPr>
          <p:cNvSpPr/>
          <p:nvPr/>
        </p:nvSpPr>
        <p:spPr>
          <a:xfrm>
            <a:off x="6285048" y="5129972"/>
            <a:ext cx="3497307" cy="246221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1000">
                <a:solidFill>
                  <a:schemeClr val="bg1"/>
                </a:solidFill>
              </a:rPr>
              <a:t>開発 </a:t>
            </a:r>
            <a:r>
              <a:rPr kumimoji="1" lang="en-US" altLang="ja-JP" sz="1000">
                <a:solidFill>
                  <a:schemeClr val="bg1"/>
                </a:solidFill>
              </a:rPr>
              <a:t>&amp; </a:t>
            </a:r>
            <a:r>
              <a:rPr kumimoji="1" lang="ja-JP" altLang="en-US" sz="1000">
                <a:solidFill>
                  <a:schemeClr val="bg1"/>
                </a:solidFill>
              </a:rPr>
              <a:t>仮説検証</a:t>
            </a:r>
          </a:p>
        </p:txBody>
      </p:sp>
      <p:sp>
        <p:nvSpPr>
          <p:cNvPr id="46" name="矢印: 五方向 45">
            <a:extLst>
              <a:ext uri="{FF2B5EF4-FFF2-40B4-BE49-F238E27FC236}">
                <a16:creationId xmlns:a16="http://schemas.microsoft.com/office/drawing/2014/main" id="{516CF4C1-D856-1C85-33DE-C710D9197413}"/>
              </a:ext>
            </a:extLst>
          </p:cNvPr>
          <p:cNvSpPr/>
          <p:nvPr/>
        </p:nvSpPr>
        <p:spPr>
          <a:xfrm>
            <a:off x="8674217" y="5454597"/>
            <a:ext cx="2293191" cy="246221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1000">
                <a:solidFill>
                  <a:schemeClr val="bg1"/>
                </a:solidFill>
              </a:rPr>
              <a:t>他認証業務</a:t>
            </a:r>
          </a:p>
        </p:txBody>
      </p:sp>
      <p:sp>
        <p:nvSpPr>
          <p:cNvPr id="47" name="吹き出し: 四角形 46">
            <a:extLst>
              <a:ext uri="{FF2B5EF4-FFF2-40B4-BE49-F238E27FC236}">
                <a16:creationId xmlns:a16="http://schemas.microsoft.com/office/drawing/2014/main" id="{6A554833-BF73-775A-A251-93084EE80D01}"/>
              </a:ext>
            </a:extLst>
          </p:cNvPr>
          <p:cNvSpPr/>
          <p:nvPr/>
        </p:nvSpPr>
        <p:spPr>
          <a:xfrm>
            <a:off x="6848956" y="4657919"/>
            <a:ext cx="2877711" cy="261418"/>
          </a:xfrm>
          <a:prstGeom prst="wedgeRectCallout">
            <a:avLst>
              <a:gd name="adj1" fmla="val -23611"/>
              <a:gd name="adj2" fmla="val 10434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000">
                <a:solidFill>
                  <a:schemeClr val="accent1"/>
                </a:solidFill>
              </a:rPr>
              <a:t>総リソース量や配分などに依存（今後具体化）</a:t>
            </a:r>
          </a:p>
        </p:txBody>
      </p:sp>
      <p:sp>
        <p:nvSpPr>
          <p:cNvPr id="48" name="右中かっこ 47">
            <a:extLst>
              <a:ext uri="{FF2B5EF4-FFF2-40B4-BE49-F238E27FC236}">
                <a16:creationId xmlns:a16="http://schemas.microsoft.com/office/drawing/2014/main" id="{50CF9156-0417-9147-374F-627350D4DED9}"/>
              </a:ext>
            </a:extLst>
          </p:cNvPr>
          <p:cNvSpPr/>
          <p:nvPr/>
        </p:nvSpPr>
        <p:spPr>
          <a:xfrm>
            <a:off x="11052110" y="1808578"/>
            <a:ext cx="254993" cy="1438204"/>
          </a:xfrm>
          <a:prstGeom prst="rightBrace">
            <a:avLst>
              <a:gd name="adj1" fmla="val 45439"/>
              <a:gd name="adj2" fmla="val 50000"/>
            </a:avLst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右中かっこ 2">
            <a:extLst>
              <a:ext uri="{FF2B5EF4-FFF2-40B4-BE49-F238E27FC236}">
                <a16:creationId xmlns:a16="http://schemas.microsoft.com/office/drawing/2014/main" id="{C246B4B7-5424-9EC8-B94E-60EA8899A2ED}"/>
              </a:ext>
            </a:extLst>
          </p:cNvPr>
          <p:cNvSpPr/>
          <p:nvPr/>
        </p:nvSpPr>
        <p:spPr>
          <a:xfrm>
            <a:off x="1170047" y="1885556"/>
            <a:ext cx="209502" cy="1329833"/>
          </a:xfrm>
          <a:prstGeom prst="rightBrace">
            <a:avLst>
              <a:gd name="adj1" fmla="val 49620"/>
              <a:gd name="adj2" fmla="val 85763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9B0E1636-E1A4-826A-5157-8209028DE64E}"/>
              </a:ext>
            </a:extLst>
          </p:cNvPr>
          <p:cNvSpPr/>
          <p:nvPr/>
        </p:nvSpPr>
        <p:spPr>
          <a:xfrm>
            <a:off x="1722823" y="5231555"/>
            <a:ext cx="1406154" cy="446084"/>
          </a:xfrm>
          <a:prstGeom prst="wedgeRectCallout">
            <a:avLst>
              <a:gd name="adj1" fmla="val -26091"/>
              <a:gd name="adj2" fmla="val -12035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000">
                <a:solidFill>
                  <a:schemeClr val="accent1"/>
                </a:solidFill>
              </a:rPr>
              <a:t>DTPS</a:t>
            </a:r>
            <a:r>
              <a:rPr kumimoji="1" lang="ja-JP" altLang="en-US" sz="1000">
                <a:solidFill>
                  <a:schemeClr val="accent1"/>
                </a:solidFill>
              </a:rPr>
              <a:t>の認証系案件を</a:t>
            </a:r>
            <a:br>
              <a:rPr kumimoji="1" lang="en-US" altLang="ja-JP" sz="1000">
                <a:solidFill>
                  <a:schemeClr val="accent1"/>
                </a:solidFill>
              </a:rPr>
            </a:br>
            <a:r>
              <a:rPr kumimoji="1" lang="ja-JP" altLang="en-US" sz="1000">
                <a:solidFill>
                  <a:schemeClr val="accent1"/>
                </a:solidFill>
              </a:rPr>
              <a:t>巻き取る</a:t>
            </a:r>
          </a:p>
        </p:txBody>
      </p:sp>
      <p:pic>
        <p:nvPicPr>
          <p:cNvPr id="8" name="グラフィックス 7" descr="戻る 単色塗りつぶし">
            <a:extLst>
              <a:ext uri="{FF2B5EF4-FFF2-40B4-BE49-F238E27FC236}">
                <a16:creationId xmlns:a16="http://schemas.microsoft.com/office/drawing/2014/main" id="{76CB13C6-1B0F-8E17-B095-8244B1077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874019">
            <a:off x="736607" y="3486367"/>
            <a:ext cx="2331099" cy="914400"/>
          </a:xfrm>
          <a:prstGeom prst="rect">
            <a:avLst/>
          </a:prstGeom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6160606-6DF7-3139-D449-9098D08AA15F}"/>
              </a:ext>
            </a:extLst>
          </p:cNvPr>
          <p:cNvCxnSpPr/>
          <p:nvPr/>
        </p:nvCxnSpPr>
        <p:spPr>
          <a:xfrm>
            <a:off x="4100965" y="1224601"/>
            <a:ext cx="0" cy="46261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8EBD599-6A07-61BA-08B0-5E49116A7710}"/>
              </a:ext>
            </a:extLst>
          </p:cNvPr>
          <p:cNvSpPr/>
          <p:nvPr/>
        </p:nvSpPr>
        <p:spPr>
          <a:xfrm>
            <a:off x="3199581" y="3272863"/>
            <a:ext cx="1076995" cy="254562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+mj-lt"/>
                <a:ea typeface="+mj-ea"/>
              </a:rPr>
              <a:t>ご報告範囲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6AA48C8-243B-3E4F-2EF2-4315F0E4FABD}"/>
              </a:ext>
            </a:extLst>
          </p:cNvPr>
          <p:cNvSpPr/>
          <p:nvPr/>
        </p:nvSpPr>
        <p:spPr>
          <a:xfrm>
            <a:off x="3200401" y="3262401"/>
            <a:ext cx="1076996" cy="2438417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A334583A-A931-A0A3-51B7-2D336CA09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9466" y="940689"/>
            <a:ext cx="4704623" cy="1580571"/>
          </a:xfrm>
          <a:solidFill>
            <a:schemeClr val="accent2">
              <a:alpha val="88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normAutofit fontScale="85000" lnSpcReduction="20000"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2026</a:t>
            </a:r>
            <a:r>
              <a:rPr lang="ja-JP" altLang="en-US">
                <a:solidFill>
                  <a:schemeClr val="bg1"/>
                </a:solidFill>
              </a:rPr>
              <a:t>年</a:t>
            </a:r>
            <a:r>
              <a:rPr lang="en-US" altLang="ja-JP">
                <a:solidFill>
                  <a:schemeClr val="bg1"/>
                </a:solidFill>
              </a:rPr>
              <a:t>12</a:t>
            </a:r>
            <a:r>
              <a:rPr lang="ja-JP" altLang="en-US">
                <a:solidFill>
                  <a:schemeClr val="bg1"/>
                </a:solidFill>
              </a:rPr>
              <a:t>月に</a:t>
            </a:r>
            <a:r>
              <a:rPr lang="en-US" altLang="ja-JP">
                <a:solidFill>
                  <a:schemeClr val="bg1"/>
                </a:solidFill>
              </a:rPr>
              <a:t>RxSWIN</a:t>
            </a:r>
            <a:r>
              <a:rPr lang="ja-JP" altLang="en-US">
                <a:solidFill>
                  <a:schemeClr val="bg1"/>
                </a:solidFill>
              </a:rPr>
              <a:t>機能を号口リリース目標</a:t>
            </a:r>
            <a:endParaRPr lang="en-US" altLang="ja-JP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ja-JP" altLang="en-US">
                <a:solidFill>
                  <a:schemeClr val="bg1"/>
                </a:solidFill>
              </a:rPr>
              <a:t>変更前提ではあるが、</a:t>
            </a:r>
            <a:r>
              <a:rPr lang="en-US" altLang="ja-JP">
                <a:solidFill>
                  <a:schemeClr val="bg1"/>
                </a:solidFill>
              </a:rPr>
              <a:t>3Q</a:t>
            </a:r>
            <a:r>
              <a:rPr lang="ja-JP" altLang="en-US">
                <a:solidFill>
                  <a:schemeClr val="bg1"/>
                </a:solidFill>
              </a:rPr>
              <a:t>中に大枠の要件をまとめ</a:t>
            </a:r>
            <a:r>
              <a:rPr lang="en-US" altLang="ja-JP">
                <a:solidFill>
                  <a:schemeClr val="bg1"/>
                </a:solidFill>
              </a:rPr>
              <a:t>1</a:t>
            </a:r>
            <a:r>
              <a:rPr lang="ja-JP" altLang="en-US">
                <a:solidFill>
                  <a:schemeClr val="bg1"/>
                </a:solidFill>
              </a:rPr>
              <a:t>月からアジャイル開発に着手予定</a:t>
            </a:r>
            <a:endParaRPr lang="en-US" altLang="ja-JP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ja-JP">
                <a:solidFill>
                  <a:schemeClr val="bg1"/>
                </a:solidFill>
              </a:rPr>
              <a:t>DTPS</a:t>
            </a:r>
            <a:r>
              <a:rPr lang="ja-JP" altLang="en-US">
                <a:solidFill>
                  <a:schemeClr val="bg1"/>
                </a:solidFill>
              </a:rPr>
              <a:t>での認証案件も</a:t>
            </a:r>
            <a:r>
              <a:rPr lang="en-US" altLang="ja-JP">
                <a:solidFill>
                  <a:schemeClr val="bg1"/>
                </a:solidFill>
              </a:rPr>
              <a:t>DIT</a:t>
            </a:r>
            <a:r>
              <a:rPr lang="ja-JP" altLang="en-US">
                <a:solidFill>
                  <a:schemeClr val="bg1"/>
                </a:solidFill>
              </a:rPr>
              <a:t>が巻取り</a:t>
            </a:r>
            <a:br>
              <a:rPr lang="en-US" altLang="ja-JP">
                <a:solidFill>
                  <a:schemeClr val="bg1"/>
                </a:solidFill>
              </a:rPr>
            </a:br>
            <a:r>
              <a:rPr lang="ja-JP" altLang="en-US">
                <a:solidFill>
                  <a:schemeClr val="bg1"/>
                </a:solidFill>
              </a:rPr>
              <a:t>開発を行う予定（認証系統合）</a:t>
            </a:r>
            <a:endParaRPr lang="en-US" altLang="ja-JP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14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7A921A-61A0-DB18-6E89-9D491A44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TMC</a:t>
            </a:r>
            <a:r>
              <a:rPr kumimoji="1" lang="ja-JP" altLang="en-US"/>
              <a:t>の</a:t>
            </a:r>
            <a:r>
              <a:rPr kumimoji="1" lang="en-US" altLang="ja-JP"/>
              <a:t>RxSWIN</a:t>
            </a:r>
            <a:r>
              <a:rPr kumimoji="1" lang="ja-JP" altLang="en-US"/>
              <a:t>活動体制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6E2E677-BBBC-70BF-9F18-331AC0AB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58" y="847540"/>
            <a:ext cx="10815883" cy="5486148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B996277-E23C-2F85-BAA1-70880F3A4BE9}"/>
              </a:ext>
            </a:extLst>
          </p:cNvPr>
          <p:cNvSpPr/>
          <p:nvPr/>
        </p:nvSpPr>
        <p:spPr>
          <a:xfrm>
            <a:off x="5335398" y="3741491"/>
            <a:ext cx="822121" cy="276836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DD0A858-EB26-1B07-B4EF-529953FA06C9}"/>
              </a:ext>
            </a:extLst>
          </p:cNvPr>
          <p:cNvSpPr/>
          <p:nvPr/>
        </p:nvSpPr>
        <p:spPr>
          <a:xfrm>
            <a:off x="5461233" y="5343787"/>
            <a:ext cx="1904301" cy="989900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6C2F7A7-ADF1-FF7D-F877-90D725EC1581}"/>
              </a:ext>
            </a:extLst>
          </p:cNvPr>
          <p:cNvSpPr txBox="1"/>
          <p:nvPr/>
        </p:nvSpPr>
        <p:spPr>
          <a:xfrm>
            <a:off x="6157519" y="6179798"/>
            <a:ext cx="1247457" cy="307777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400">
                <a:solidFill>
                  <a:schemeClr val="bg1"/>
                </a:solidFill>
                <a:latin typeface="+mj-lt"/>
                <a:ea typeface="+mj-ea"/>
              </a:rPr>
              <a:t>担当</a:t>
            </a:r>
            <a:r>
              <a:rPr kumimoji="1" lang="en-US" altLang="ja-JP" sz="1400">
                <a:solidFill>
                  <a:schemeClr val="bg1"/>
                </a:solidFill>
                <a:latin typeface="+mj-lt"/>
                <a:ea typeface="+mj-ea"/>
              </a:rPr>
              <a:t>: </a:t>
            </a:r>
            <a:r>
              <a:rPr kumimoji="1" lang="ja-JP" altLang="en-US" sz="1400">
                <a:solidFill>
                  <a:schemeClr val="bg1"/>
                </a:solidFill>
                <a:latin typeface="+mj-lt"/>
                <a:ea typeface="+mj-ea"/>
              </a:rPr>
              <a:t>松田</a:t>
            </a:r>
            <a:r>
              <a:rPr kumimoji="1" lang="en-US" altLang="ja-JP" sz="1400">
                <a:solidFill>
                  <a:schemeClr val="bg1"/>
                </a:solidFill>
                <a:latin typeface="+mj-lt"/>
                <a:ea typeface="+mj-ea"/>
              </a:rPr>
              <a:t>SN</a:t>
            </a:r>
            <a:endParaRPr kumimoji="1" lang="ja-JP" altLang="en-US" sz="140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F3011CE-C78D-C834-3DA0-8F3069C72A6F}"/>
              </a:ext>
            </a:extLst>
          </p:cNvPr>
          <p:cNvSpPr/>
          <p:nvPr/>
        </p:nvSpPr>
        <p:spPr>
          <a:xfrm>
            <a:off x="1362268" y="5343787"/>
            <a:ext cx="1904301" cy="989900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25FE4AB-D9E9-223E-BB2A-8A0EF37DC248}"/>
              </a:ext>
            </a:extLst>
          </p:cNvPr>
          <p:cNvSpPr txBox="1"/>
          <p:nvPr/>
        </p:nvSpPr>
        <p:spPr>
          <a:xfrm>
            <a:off x="7822802" y="6002186"/>
            <a:ext cx="3841116" cy="663002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ja-JP" sz="1400">
                <a:solidFill>
                  <a:schemeClr val="bg1"/>
                </a:solidFill>
                <a:latin typeface="+mj-lt"/>
                <a:ea typeface="+mj-ea"/>
              </a:rPr>
              <a:t>DTPS: </a:t>
            </a:r>
            <a:r>
              <a:rPr kumimoji="1" lang="ja-JP" altLang="en-US" sz="1400">
                <a:solidFill>
                  <a:schemeClr val="bg1"/>
                </a:solidFill>
                <a:latin typeface="+mj-lt"/>
                <a:ea typeface="+mj-ea"/>
              </a:rPr>
              <a:t>榊原</a:t>
            </a:r>
            <a:r>
              <a:rPr kumimoji="1" lang="en-US" altLang="ja-JP" sz="1400">
                <a:solidFill>
                  <a:schemeClr val="bg1"/>
                </a:solidFill>
                <a:latin typeface="+mj-lt"/>
                <a:ea typeface="+mj-ea"/>
              </a:rPr>
              <a:t>SN</a:t>
            </a:r>
          </a:p>
          <a:p>
            <a:pPr>
              <a:lnSpc>
                <a:spcPct val="140000"/>
              </a:lnSpc>
            </a:pPr>
            <a:r>
              <a:rPr kumimoji="1" lang="ja-JP" altLang="en-US" sz="1400">
                <a:solidFill>
                  <a:schemeClr val="bg1"/>
                </a:solidFill>
                <a:latin typeface="+mj-lt"/>
                <a:ea typeface="+mj-ea"/>
              </a:rPr>
              <a:t>法認</a:t>
            </a:r>
            <a:r>
              <a:rPr kumimoji="1" lang="en-US" altLang="ja-JP" sz="1400">
                <a:solidFill>
                  <a:schemeClr val="bg1"/>
                </a:solidFill>
                <a:latin typeface="+mj-lt"/>
                <a:ea typeface="+mj-ea"/>
              </a:rPr>
              <a:t>: </a:t>
            </a:r>
            <a:r>
              <a:rPr kumimoji="1" lang="ja-JP" altLang="en-US" sz="1400">
                <a:solidFill>
                  <a:schemeClr val="bg1"/>
                </a:solidFill>
                <a:latin typeface="+mj-lt"/>
                <a:ea typeface="+mj-ea"/>
              </a:rPr>
              <a:t>関連システム</a:t>
            </a:r>
            <a:r>
              <a:rPr kumimoji="1" lang="en-US" altLang="ja-JP" sz="1400">
                <a:solidFill>
                  <a:schemeClr val="bg1"/>
                </a:solidFill>
                <a:latin typeface="+mj-lt"/>
                <a:ea typeface="+mj-ea"/>
              </a:rPr>
              <a:t>(G-CIS, </a:t>
            </a:r>
            <a:r>
              <a:rPr kumimoji="1" lang="en-US" altLang="ja-JP" sz="1400" err="1">
                <a:solidFill>
                  <a:schemeClr val="bg1"/>
                </a:solidFill>
                <a:latin typeface="+mj-lt"/>
                <a:ea typeface="+mj-ea"/>
              </a:rPr>
              <a:t>SEAMless</a:t>
            </a:r>
            <a:r>
              <a:rPr kumimoji="1" lang="en-US" altLang="ja-JP" sz="1400">
                <a:solidFill>
                  <a:schemeClr val="bg1"/>
                </a:solidFill>
                <a:latin typeface="+mj-lt"/>
                <a:ea typeface="+mj-ea"/>
              </a:rPr>
              <a:t>)</a:t>
            </a:r>
            <a:r>
              <a:rPr kumimoji="1" lang="ja-JP" altLang="en-US" sz="1400">
                <a:solidFill>
                  <a:schemeClr val="bg1"/>
                </a:solidFill>
                <a:latin typeface="+mj-lt"/>
                <a:ea typeface="+mj-ea"/>
              </a:rPr>
              <a:t>担当者</a:t>
            </a:r>
          </a:p>
        </p:txBody>
      </p:sp>
      <p:sp>
        <p:nvSpPr>
          <p:cNvPr id="12" name="十字形 11">
            <a:extLst>
              <a:ext uri="{FF2B5EF4-FFF2-40B4-BE49-F238E27FC236}">
                <a16:creationId xmlns:a16="http://schemas.microsoft.com/office/drawing/2014/main" id="{CD32B709-F82F-8201-EDBD-A89A3B9CAE44}"/>
              </a:ext>
            </a:extLst>
          </p:cNvPr>
          <p:cNvSpPr/>
          <p:nvPr/>
        </p:nvSpPr>
        <p:spPr>
          <a:xfrm>
            <a:off x="7482980" y="6179798"/>
            <a:ext cx="300380" cy="300380"/>
          </a:xfrm>
          <a:prstGeom prst="plus">
            <a:avLst>
              <a:gd name="adj" fmla="val 3617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4EA5D24-0679-40F5-81D8-628CAEE5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コンテンツ プレースホルダー 10">
            <a:extLst>
              <a:ext uri="{FF2B5EF4-FFF2-40B4-BE49-F238E27FC236}">
                <a16:creationId xmlns:a16="http://schemas.microsoft.com/office/drawing/2014/main" id="{EFBDCC5B-EB21-A70B-5830-FE92BC09908A}"/>
              </a:ext>
            </a:extLst>
          </p:cNvPr>
          <p:cNvSpPr txBox="1">
            <a:spLocks/>
          </p:cNvSpPr>
          <p:nvPr/>
        </p:nvSpPr>
        <p:spPr>
          <a:xfrm>
            <a:off x="7884478" y="885640"/>
            <a:ext cx="3981134" cy="2213500"/>
          </a:xfrm>
          <a:prstGeom prst="rect">
            <a:avLst/>
          </a:prstGeom>
          <a:solidFill>
            <a:schemeClr val="accent2">
              <a:alpha val="88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normAutofit fontScale="85000" lnSpcReduction="20000"/>
          </a:bodyPr>
          <a:lstStyle>
            <a:lvl1pPr marL="177800" indent="-177800" algn="l" defTabSz="914400" rtl="0" eaLnBrk="1" latinLnBrk="0" hangingPunct="1">
              <a:lnSpc>
                <a:spcPct val="13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kumimoji="1" sz="1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buFont typeface="Noto Sans JP" panose="020B0200000000000000" pitchFamily="50" charset="-128"/>
              <a:buChar char="◦"/>
              <a:defRPr kumimoji="1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300"/>
              </a:spcBef>
              <a:buFont typeface="Noto Sans JP" panose="020B0200000000000000" pitchFamily="50" charset="-128"/>
              <a:buChar char="▪"/>
              <a:defRPr kumimoji="1"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oto Sans JP" panose="020B0200000000000000" pitchFamily="50" charset="-128"/>
              <a:buChar char="▫"/>
              <a:defRPr kumimoji="1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メイリオ" panose="020B0604030504040204" pitchFamily="50" charset="-128"/>
              <a:buChar char="‒"/>
              <a:defRPr kumimoji="1"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>
                <a:solidFill>
                  <a:schemeClr val="bg1"/>
                </a:solidFill>
              </a:rPr>
              <a:t>ソフトウェア管理体制・</a:t>
            </a:r>
            <a:r>
              <a:rPr lang="en-US" altLang="ja-JP">
                <a:solidFill>
                  <a:schemeClr val="bg1"/>
                </a:solidFill>
              </a:rPr>
              <a:t>RxSWIN</a:t>
            </a:r>
            <a:r>
              <a:rPr lang="ja-JP" altLang="en-US">
                <a:solidFill>
                  <a:schemeClr val="bg1"/>
                </a:solidFill>
              </a:rPr>
              <a:t>検討推進</a:t>
            </a:r>
            <a:r>
              <a:rPr lang="en-US" altLang="ja-JP">
                <a:solidFill>
                  <a:schemeClr val="bg1"/>
                </a:solidFill>
              </a:rPr>
              <a:t>WG</a:t>
            </a:r>
            <a:r>
              <a:rPr lang="ja-JP" altLang="en-US">
                <a:solidFill>
                  <a:schemeClr val="bg1"/>
                </a:solidFill>
              </a:rPr>
              <a:t>が活動母体</a:t>
            </a:r>
            <a:endParaRPr lang="en-US" altLang="ja-JP">
              <a:solidFill>
                <a:schemeClr val="bg1"/>
              </a:solidFill>
            </a:endParaRPr>
          </a:p>
          <a:p>
            <a:pPr>
              <a:spcBef>
                <a:spcPts val="1200"/>
              </a:spcBef>
            </a:pPr>
            <a:r>
              <a:rPr lang="ja-JP" altLang="en-US">
                <a:solidFill>
                  <a:schemeClr val="bg1"/>
                </a:solidFill>
              </a:rPr>
              <a:t>主なステークホルダー</a:t>
            </a:r>
            <a:endParaRPr lang="en-US" altLang="ja-JP">
              <a:solidFill>
                <a:schemeClr val="bg1"/>
              </a:solidFill>
            </a:endParaRPr>
          </a:p>
          <a:p>
            <a:pPr lvl="1">
              <a:spcBef>
                <a:spcPts val="300"/>
              </a:spcBef>
            </a:pPr>
            <a:r>
              <a:rPr lang="ja-JP" altLang="en-US">
                <a:solidFill>
                  <a:schemeClr val="bg1"/>
                </a:solidFill>
              </a:rPr>
              <a:t>木本</a:t>
            </a:r>
            <a:r>
              <a:rPr lang="en-US" altLang="ja-JP">
                <a:solidFill>
                  <a:schemeClr val="bg1"/>
                </a:solidFill>
              </a:rPr>
              <a:t>SS(</a:t>
            </a:r>
            <a:r>
              <a:rPr lang="ja-JP" altLang="en-US">
                <a:solidFill>
                  <a:schemeClr val="bg1"/>
                </a:solidFill>
              </a:rPr>
              <a:t>事務局</a:t>
            </a:r>
            <a:r>
              <a:rPr lang="en-US" altLang="ja-JP">
                <a:solidFill>
                  <a:schemeClr val="bg1"/>
                </a:solidFill>
              </a:rPr>
              <a:t>)</a:t>
            </a:r>
          </a:p>
          <a:p>
            <a:pPr lvl="1">
              <a:spcBef>
                <a:spcPts val="300"/>
              </a:spcBef>
            </a:pPr>
            <a:r>
              <a:rPr lang="ja-JP" altLang="en-US">
                <a:solidFill>
                  <a:schemeClr val="bg1"/>
                </a:solidFill>
              </a:rPr>
              <a:t>認証</a:t>
            </a:r>
            <a:r>
              <a:rPr lang="en-US" altLang="ja-JP">
                <a:solidFill>
                  <a:schemeClr val="bg1"/>
                </a:solidFill>
              </a:rPr>
              <a:t>W/G</a:t>
            </a:r>
          </a:p>
          <a:p>
            <a:pPr lvl="1">
              <a:spcBef>
                <a:spcPts val="300"/>
              </a:spcBef>
            </a:pPr>
            <a:r>
              <a:rPr lang="ja-JP" altLang="en-US">
                <a:solidFill>
                  <a:schemeClr val="bg1"/>
                </a:solidFill>
              </a:rPr>
              <a:t>情報システム</a:t>
            </a:r>
            <a:r>
              <a:rPr lang="en-US" altLang="ja-JP">
                <a:solidFill>
                  <a:schemeClr val="bg1"/>
                </a:solidFill>
              </a:rPr>
              <a:t>W/G</a:t>
            </a:r>
          </a:p>
          <a:p>
            <a:pPr lvl="1">
              <a:spcBef>
                <a:spcPts val="300"/>
              </a:spcBef>
            </a:pPr>
            <a:r>
              <a:rPr lang="en-US" altLang="ja-JP">
                <a:solidFill>
                  <a:schemeClr val="bg1"/>
                </a:solidFill>
              </a:rPr>
              <a:t>DTPS</a:t>
            </a:r>
          </a:p>
        </p:txBody>
      </p:sp>
    </p:spTree>
    <p:extLst>
      <p:ext uri="{BB962C8B-B14F-4D97-AF65-F5344CB8AC3E}">
        <p14:creationId xmlns:p14="http://schemas.microsoft.com/office/powerpoint/2010/main" val="4062320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3F763-3EE8-0AF1-D6B7-4D758FBE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プロジェクト体制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06BF50-DC43-3B85-95A4-5D633E522C8C}"/>
              </a:ext>
            </a:extLst>
          </p:cNvPr>
          <p:cNvSpPr txBox="1"/>
          <p:nvPr/>
        </p:nvSpPr>
        <p:spPr>
          <a:xfrm>
            <a:off x="7386869" y="5279723"/>
            <a:ext cx="9380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800">
                <a:solidFill>
                  <a:schemeClr val="tx2"/>
                </a:solidFill>
              </a:rPr>
              <a:t>※ </a:t>
            </a:r>
            <a:r>
              <a:rPr kumimoji="1" lang="ja-JP" altLang="en-US" sz="800">
                <a:solidFill>
                  <a:schemeClr val="tx2"/>
                </a:solidFill>
              </a:rPr>
              <a:t>ニジボックス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63A8BDB-3CAB-4344-1426-F9309D526DC1}"/>
              </a:ext>
            </a:extLst>
          </p:cNvPr>
          <p:cNvCxnSpPr>
            <a:cxnSpLocks/>
            <a:stCxn id="17" idx="2"/>
            <a:endCxn id="14" idx="0"/>
          </p:cNvCxnSpPr>
          <p:nvPr/>
        </p:nvCxnSpPr>
        <p:spPr>
          <a:xfrm>
            <a:off x="5123129" y="3136632"/>
            <a:ext cx="0" cy="11794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E334D06-FB33-908C-D4F9-58BE77AE808E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7102645" y="3643348"/>
            <a:ext cx="0" cy="171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9EF5EAC-8A5C-A3A1-6991-325F0434354A}"/>
              </a:ext>
            </a:extLst>
          </p:cNvPr>
          <p:cNvSpPr/>
          <p:nvPr/>
        </p:nvSpPr>
        <p:spPr>
          <a:xfrm>
            <a:off x="6609071" y="4316090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横山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408CE23-069D-D265-A6A3-ADC781E80535}"/>
              </a:ext>
            </a:extLst>
          </p:cNvPr>
          <p:cNvSpPr/>
          <p:nvPr/>
        </p:nvSpPr>
        <p:spPr>
          <a:xfrm>
            <a:off x="8324947" y="4316090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長嶋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93F61B5-FD88-F1BC-8684-189209434A4B}"/>
              </a:ext>
            </a:extLst>
          </p:cNvPr>
          <p:cNvSpPr/>
          <p:nvPr/>
        </p:nvSpPr>
        <p:spPr>
          <a:xfrm>
            <a:off x="6609073" y="3814537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髙綱</a:t>
            </a:r>
            <a:r>
              <a:rPr kumimoji="1" lang="en-US" altLang="ja-JP" sz="1200">
                <a:solidFill>
                  <a:schemeClr val="tx1"/>
                </a:solidFill>
              </a:rPr>
              <a:t>GM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C793D60-2A9D-A323-F3A3-1BA412434D2E}"/>
              </a:ext>
            </a:extLst>
          </p:cNvPr>
          <p:cNvSpPr/>
          <p:nvPr/>
        </p:nvSpPr>
        <p:spPr>
          <a:xfrm>
            <a:off x="6609073" y="3312985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植田</a:t>
            </a:r>
            <a:r>
              <a:rPr kumimoji="1" lang="en-US" altLang="ja-JP" sz="1200">
                <a:solidFill>
                  <a:schemeClr val="tx1"/>
                </a:solidFill>
              </a:rPr>
              <a:t>B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E213142-CC2A-D9FC-67FB-B06FCFD97839}"/>
              </a:ext>
            </a:extLst>
          </p:cNvPr>
          <p:cNvSpPr/>
          <p:nvPr/>
        </p:nvSpPr>
        <p:spPr>
          <a:xfrm>
            <a:off x="8896906" y="3814537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大江</a:t>
            </a:r>
            <a:r>
              <a:rPr kumimoji="1" lang="en-US" altLang="ja-JP" sz="1200">
                <a:solidFill>
                  <a:schemeClr val="tx1"/>
                </a:solidFill>
              </a:rPr>
              <a:t>GM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C0FCA6D-EEBB-9A4D-84BB-323099A50090}"/>
              </a:ext>
            </a:extLst>
          </p:cNvPr>
          <p:cNvSpPr/>
          <p:nvPr/>
        </p:nvSpPr>
        <p:spPr>
          <a:xfrm>
            <a:off x="8896905" y="3312985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佐藤</a:t>
            </a:r>
            <a:r>
              <a:rPr kumimoji="1" lang="en-US" altLang="ja-JP" sz="1200">
                <a:solidFill>
                  <a:schemeClr val="tx1"/>
                </a:solidFill>
              </a:rPr>
              <a:t>B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58E54E4-BCF3-0BE3-0BE0-3DEE5594B517}"/>
              </a:ext>
            </a:extLst>
          </p:cNvPr>
          <p:cNvSpPr/>
          <p:nvPr/>
        </p:nvSpPr>
        <p:spPr>
          <a:xfrm>
            <a:off x="10612779" y="3814537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磯田</a:t>
            </a:r>
            <a:r>
              <a:rPr kumimoji="1" lang="en-US" altLang="ja-JP" sz="1200">
                <a:solidFill>
                  <a:schemeClr val="tx1"/>
                </a:solidFill>
              </a:rPr>
              <a:t>GM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1981DB0-6CAD-3CBF-E786-C35C1828C409}"/>
              </a:ext>
            </a:extLst>
          </p:cNvPr>
          <p:cNvSpPr/>
          <p:nvPr/>
        </p:nvSpPr>
        <p:spPr>
          <a:xfrm>
            <a:off x="10612779" y="3312985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舟橋</a:t>
            </a:r>
            <a:r>
              <a:rPr kumimoji="1" lang="en-US" altLang="ja-JP" sz="1200">
                <a:solidFill>
                  <a:schemeClr val="tx1"/>
                </a:solidFill>
              </a:rPr>
              <a:t>B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69E7D62-CFC8-7FEF-EECC-C1814A6BD4C8}"/>
              </a:ext>
            </a:extLst>
          </p:cNvPr>
          <p:cNvSpPr/>
          <p:nvPr/>
        </p:nvSpPr>
        <p:spPr>
          <a:xfrm>
            <a:off x="4629557" y="4316090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松田</a:t>
            </a:r>
            <a:r>
              <a:rPr kumimoji="1" lang="en-US" altLang="ja-JP" sz="1200">
                <a:solidFill>
                  <a:schemeClr val="tx1"/>
                </a:solidFill>
              </a:rPr>
              <a:t>SN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56E051E-E5F3-17E0-4BB0-15E7FCA8405F}"/>
              </a:ext>
            </a:extLst>
          </p:cNvPr>
          <p:cNvSpPr/>
          <p:nvPr/>
        </p:nvSpPr>
        <p:spPr>
          <a:xfrm>
            <a:off x="4629557" y="3812817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酒井</a:t>
            </a:r>
            <a:r>
              <a:rPr kumimoji="1" lang="en-US" altLang="ja-JP" sz="1200">
                <a:solidFill>
                  <a:schemeClr val="tx1"/>
                </a:solidFill>
              </a:rPr>
              <a:t>GM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6AA022C-A900-4FCE-E341-186555DCF52B}"/>
              </a:ext>
            </a:extLst>
          </p:cNvPr>
          <p:cNvSpPr/>
          <p:nvPr/>
        </p:nvSpPr>
        <p:spPr>
          <a:xfrm>
            <a:off x="4629557" y="3309543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大草</a:t>
            </a:r>
            <a:r>
              <a:rPr kumimoji="1" lang="en-US" altLang="ja-JP" sz="1200">
                <a:solidFill>
                  <a:schemeClr val="tx1"/>
                </a:solidFill>
              </a:rPr>
              <a:t>S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A5F2833-0588-0029-51B7-15E7324E2983}"/>
              </a:ext>
            </a:extLst>
          </p:cNvPr>
          <p:cNvSpPr/>
          <p:nvPr/>
        </p:nvSpPr>
        <p:spPr>
          <a:xfrm>
            <a:off x="4629557" y="2806269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稲垣</a:t>
            </a:r>
            <a:r>
              <a:rPr kumimoji="1" lang="en-US" altLang="ja-JP" sz="1200">
                <a:solidFill>
                  <a:schemeClr val="tx1"/>
                </a:solidFill>
              </a:rPr>
              <a:t>B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72486E4-3F63-42F5-1791-F164C8C220F4}"/>
              </a:ext>
            </a:extLst>
          </p:cNvPr>
          <p:cNvSpPr/>
          <p:nvPr/>
        </p:nvSpPr>
        <p:spPr>
          <a:xfrm>
            <a:off x="7183411" y="4808620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1200">
                <a:solidFill>
                  <a:schemeClr val="tx1"/>
                </a:solidFill>
              </a:rPr>
              <a:t>NBX</a:t>
            </a:r>
            <a:r>
              <a:rPr kumimoji="1" lang="en-US" altLang="ja-JP" sz="1200" baseline="30000">
                <a:solidFill>
                  <a:schemeClr val="tx1"/>
                </a:solidFill>
              </a:rPr>
              <a:t>※</a:t>
            </a:r>
            <a:endParaRPr kumimoji="1" lang="ja-JP" altLang="en-US" sz="1200" baseline="30000">
              <a:solidFill>
                <a:schemeClr val="tx1"/>
              </a:solidFill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2380748-DA5A-A68C-6B4D-1D4DE2778568}"/>
              </a:ext>
            </a:extLst>
          </p:cNvPr>
          <p:cNvCxnSpPr>
            <a:cxnSpLocks/>
            <a:stCxn id="14" idx="3"/>
            <a:endCxn id="6" idx="1"/>
          </p:cNvCxnSpPr>
          <p:nvPr/>
        </p:nvCxnSpPr>
        <p:spPr>
          <a:xfrm>
            <a:off x="5616701" y="4481272"/>
            <a:ext cx="9923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E762C14-83ED-C5B4-B97A-83222AA17B65}"/>
              </a:ext>
            </a:extLst>
          </p:cNvPr>
          <p:cNvSpPr/>
          <p:nvPr/>
        </p:nvSpPr>
        <p:spPr>
          <a:xfrm>
            <a:off x="8324947" y="4811293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1200">
                <a:solidFill>
                  <a:schemeClr val="tx1"/>
                </a:solidFill>
              </a:rPr>
              <a:t>CEC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D31979A-42B7-4053-D1D4-A61A24D63E56}"/>
              </a:ext>
            </a:extLst>
          </p:cNvPr>
          <p:cNvSpPr/>
          <p:nvPr/>
        </p:nvSpPr>
        <p:spPr>
          <a:xfrm>
            <a:off x="9468864" y="4316090"/>
            <a:ext cx="987144" cy="3303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久野木</a:t>
            </a: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97A48F30-77EC-C47A-E835-D70C6A7A1B28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rot="5400000">
            <a:off x="9018904" y="3944516"/>
            <a:ext cx="171190" cy="571959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60383DB4-1C13-197F-525B-8FD8F5FF7EFC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 rot="16200000" flipH="1">
            <a:off x="9590862" y="3944516"/>
            <a:ext cx="171190" cy="571958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DC37BCB2-7A61-3FAB-A974-3C5CBD3B909E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9390477" y="3643348"/>
            <a:ext cx="1" cy="171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E71B6A6A-202D-EF68-80FD-65B4BDAF475D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11106351" y="3643348"/>
            <a:ext cx="0" cy="171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BA5042E-E266-2A9E-56E7-8C2C73E1D57E}"/>
              </a:ext>
            </a:extLst>
          </p:cNvPr>
          <p:cNvSpPr/>
          <p:nvPr/>
        </p:nvSpPr>
        <p:spPr>
          <a:xfrm>
            <a:off x="6037114" y="1796018"/>
            <a:ext cx="5562809" cy="3426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/>
            <a:r>
              <a:rPr kumimoji="1" lang="en-US" altLang="ja-JP" sz="1400">
                <a:latin typeface="+mj-lt"/>
                <a:ea typeface="+mj-ea"/>
              </a:rPr>
              <a:t>TS</a:t>
            </a:r>
            <a:endParaRPr kumimoji="1" lang="ja-JP" altLang="en-US" sz="1400">
              <a:latin typeface="+mj-lt"/>
              <a:ea typeface="+mj-ea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3DF53C4-A55B-02B4-32B2-3DB35E35BCE3}"/>
              </a:ext>
            </a:extLst>
          </p:cNvPr>
          <p:cNvSpPr/>
          <p:nvPr/>
        </p:nvSpPr>
        <p:spPr>
          <a:xfrm>
            <a:off x="3483754" y="2310015"/>
            <a:ext cx="987144" cy="3163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1200">
                <a:solidFill>
                  <a:schemeClr val="accent3"/>
                </a:solidFill>
                <a:latin typeface="+mj-lt"/>
                <a:ea typeface="+mj-ea"/>
              </a:rPr>
              <a:t>DTPS</a:t>
            </a:r>
            <a:endParaRPr kumimoji="1" lang="ja-JP" altLang="en-US" sz="1200">
              <a:solidFill>
                <a:schemeClr val="accent3"/>
              </a:solidFill>
              <a:latin typeface="+mj-lt"/>
              <a:ea typeface="+mj-ea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05FDA0E-1809-6260-BB94-A26F122E7F1D}"/>
              </a:ext>
            </a:extLst>
          </p:cNvPr>
          <p:cNvSpPr/>
          <p:nvPr/>
        </p:nvSpPr>
        <p:spPr>
          <a:xfrm>
            <a:off x="4629557" y="2310016"/>
            <a:ext cx="987144" cy="3163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1200">
                <a:solidFill>
                  <a:schemeClr val="accent3"/>
                </a:solidFill>
                <a:latin typeface="+mj-lt"/>
                <a:ea typeface="+mj-ea"/>
              </a:rPr>
              <a:t>DIT</a:t>
            </a:r>
            <a:endParaRPr kumimoji="1" lang="ja-JP" altLang="en-US" sz="1200">
              <a:solidFill>
                <a:schemeClr val="accent3"/>
              </a:solidFill>
              <a:latin typeface="+mj-lt"/>
              <a:ea typeface="+mj-ea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A8A22B3-16BB-120E-654A-5AE18B563195}"/>
              </a:ext>
            </a:extLst>
          </p:cNvPr>
          <p:cNvSpPr/>
          <p:nvPr/>
        </p:nvSpPr>
        <p:spPr>
          <a:xfrm>
            <a:off x="2337951" y="1806742"/>
            <a:ext cx="3278751" cy="3163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ja-JP" sz="1200">
                <a:solidFill>
                  <a:schemeClr val="bg1"/>
                </a:solidFill>
                <a:latin typeface="+mj-lt"/>
                <a:ea typeface="+mj-ea"/>
              </a:rPr>
              <a:t>TMC</a:t>
            </a:r>
            <a:endParaRPr kumimoji="1" lang="ja-JP" altLang="en-US" sz="120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8D6F595-4DD3-AEFB-5D4D-96E2474E6ACC}"/>
              </a:ext>
            </a:extLst>
          </p:cNvPr>
          <p:cNvSpPr/>
          <p:nvPr/>
        </p:nvSpPr>
        <p:spPr>
          <a:xfrm>
            <a:off x="6037114" y="2818454"/>
            <a:ext cx="2131060" cy="316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accent1"/>
                </a:solidFill>
                <a:latin typeface="+mj-lt"/>
                <a:ea typeface="+mj-ea"/>
              </a:rPr>
              <a:t>電技改革支援部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BEE380B-EB80-C604-A1AB-9F95067530B9}"/>
              </a:ext>
            </a:extLst>
          </p:cNvPr>
          <p:cNvSpPr/>
          <p:nvPr/>
        </p:nvSpPr>
        <p:spPr>
          <a:xfrm>
            <a:off x="6037113" y="2309881"/>
            <a:ext cx="2131061" cy="33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accent1"/>
                </a:solidFill>
              </a:rPr>
              <a:t>制御本部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A1F922A-9167-5CD7-2C15-AAE868EBD084}"/>
              </a:ext>
            </a:extLst>
          </p:cNvPr>
          <p:cNvSpPr/>
          <p:nvPr/>
        </p:nvSpPr>
        <p:spPr>
          <a:xfrm>
            <a:off x="8324946" y="2316902"/>
            <a:ext cx="3274977" cy="316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accent1"/>
                </a:solidFill>
              </a:rPr>
              <a:t>設計管理・アドミニ</a:t>
            </a:r>
            <a:r>
              <a:rPr kumimoji="1" lang="en-US" altLang="ja-JP" sz="1200">
                <a:solidFill>
                  <a:schemeClr val="accent1"/>
                </a:solidFill>
              </a:rPr>
              <a:t>IT</a:t>
            </a:r>
            <a:r>
              <a:rPr kumimoji="1" lang="ja-JP" altLang="en-US" sz="1200">
                <a:solidFill>
                  <a:schemeClr val="accent1"/>
                </a:solidFill>
              </a:rPr>
              <a:t>本部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7B0A3BB-F52A-1484-8FCE-459D71D4F7BC}"/>
              </a:ext>
            </a:extLst>
          </p:cNvPr>
          <p:cNvSpPr/>
          <p:nvPr/>
        </p:nvSpPr>
        <p:spPr>
          <a:xfrm>
            <a:off x="8324947" y="2818454"/>
            <a:ext cx="2131060" cy="316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accent1"/>
                </a:solidFill>
                <a:latin typeface="+mj-lt"/>
                <a:ea typeface="+mj-ea"/>
              </a:rPr>
              <a:t>情報管理システム部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FD06042-1A4B-8833-73A8-EEBD63956DF5}"/>
              </a:ext>
            </a:extLst>
          </p:cNvPr>
          <p:cNvSpPr/>
          <p:nvPr/>
        </p:nvSpPr>
        <p:spPr>
          <a:xfrm>
            <a:off x="10612780" y="2812014"/>
            <a:ext cx="987144" cy="316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accent1"/>
                </a:solidFill>
                <a:latin typeface="+mj-lt"/>
                <a:ea typeface="+mj-ea"/>
              </a:rPr>
              <a:t>部活シス部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53287C6-EA48-08E8-CE0C-F42F25C86139}"/>
              </a:ext>
            </a:extLst>
          </p:cNvPr>
          <p:cNvSpPr/>
          <p:nvPr/>
        </p:nvSpPr>
        <p:spPr>
          <a:xfrm>
            <a:off x="6042593" y="4815641"/>
            <a:ext cx="987144" cy="3163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山崎</a:t>
            </a:r>
            <a:r>
              <a:rPr kumimoji="1" lang="en-US" altLang="ja-JP" sz="1200">
                <a:solidFill>
                  <a:schemeClr val="tx1"/>
                </a:solidFill>
              </a:rPr>
              <a:t>, </a:t>
            </a:r>
            <a:r>
              <a:rPr kumimoji="1" lang="ja-JP" altLang="en-US" sz="1200">
                <a:solidFill>
                  <a:schemeClr val="tx1"/>
                </a:solidFill>
              </a:rPr>
              <a:t>高木</a:t>
            </a:r>
          </a:p>
        </p:txBody>
      </p: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A0071548-1C29-EA4E-B1AA-9EF05D504656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 rot="16200000" flipH="1">
            <a:off x="7308730" y="4440366"/>
            <a:ext cx="162167" cy="57434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DD6C9685-55AE-6805-AE92-13048C622314}"/>
              </a:ext>
            </a:extLst>
          </p:cNvPr>
          <p:cNvCxnSpPr>
            <a:cxnSpLocks/>
            <a:stCxn id="6" idx="2"/>
            <a:endCxn id="37" idx="0"/>
          </p:cNvCxnSpPr>
          <p:nvPr/>
        </p:nvCxnSpPr>
        <p:spPr>
          <a:xfrm rot="5400000">
            <a:off x="6734810" y="4447808"/>
            <a:ext cx="169188" cy="566478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4C188AE-86E1-27C9-BD44-134C935A94C4}"/>
              </a:ext>
            </a:extLst>
          </p:cNvPr>
          <p:cNvSpPr/>
          <p:nvPr/>
        </p:nvSpPr>
        <p:spPr>
          <a:xfrm>
            <a:off x="5965656" y="4239492"/>
            <a:ext cx="2280899" cy="1020331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E2FB9282-654D-0DB0-9B2D-79CE9DA19264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>
            <a:off x="8818519" y="4646453"/>
            <a:ext cx="0" cy="1648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BFC7608C-9B75-8BEF-FFAD-247A820B6E8B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 flipH="1">
            <a:off x="7102643" y="4144900"/>
            <a:ext cx="2" cy="1711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BD4B3CD0-A203-3B0A-C979-5D8804675601}"/>
              </a:ext>
            </a:extLst>
          </p:cNvPr>
          <p:cNvSpPr/>
          <p:nvPr/>
        </p:nvSpPr>
        <p:spPr>
          <a:xfrm>
            <a:off x="3483754" y="2805886"/>
            <a:ext cx="987144" cy="3163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榊原</a:t>
            </a:r>
            <a:r>
              <a:rPr kumimoji="1" lang="en-US" altLang="ja-JP" sz="1200">
                <a:solidFill>
                  <a:schemeClr val="tx1"/>
                </a:solidFill>
              </a:rPr>
              <a:t>SN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7" name="スライド番号プレースホルダー 46">
            <a:extLst>
              <a:ext uri="{FF2B5EF4-FFF2-40B4-BE49-F238E27FC236}">
                <a16:creationId xmlns:a16="http://schemas.microsoft.com/office/drawing/2014/main" id="{900C073D-26EF-1677-F0F4-56B25C79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7F08474-B536-BCA5-0963-84DFBE62092E}"/>
              </a:ext>
            </a:extLst>
          </p:cNvPr>
          <p:cNvSpPr/>
          <p:nvPr/>
        </p:nvSpPr>
        <p:spPr>
          <a:xfrm>
            <a:off x="2337951" y="2310015"/>
            <a:ext cx="987144" cy="3163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accent3"/>
                </a:solidFill>
                <a:latin typeface="+mj-lt"/>
                <a:ea typeface="+mj-ea"/>
              </a:rPr>
              <a:t>法規認証部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AB98F01-A243-409F-23F5-90EB9CABB431}"/>
              </a:ext>
            </a:extLst>
          </p:cNvPr>
          <p:cNvSpPr/>
          <p:nvPr/>
        </p:nvSpPr>
        <p:spPr>
          <a:xfrm>
            <a:off x="2337951" y="2805886"/>
            <a:ext cx="987144" cy="3163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木本</a:t>
            </a:r>
            <a:r>
              <a:rPr kumimoji="1" lang="en-US" altLang="ja-JP" sz="1200">
                <a:solidFill>
                  <a:schemeClr val="tx1"/>
                </a:solidFill>
              </a:rPr>
              <a:t>SS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D9670F32-F93A-61C0-034B-145E30872AFF}"/>
              </a:ext>
            </a:extLst>
          </p:cNvPr>
          <p:cNvSpPr/>
          <p:nvPr/>
        </p:nvSpPr>
        <p:spPr>
          <a:xfrm>
            <a:off x="2337951" y="3321044"/>
            <a:ext cx="987144" cy="3163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三澤</a:t>
            </a:r>
            <a:r>
              <a:rPr kumimoji="1" lang="en-US" altLang="ja-JP" sz="1200">
                <a:solidFill>
                  <a:schemeClr val="tx1"/>
                </a:solidFill>
              </a:rPr>
              <a:t>GM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B9E38286-7637-2631-7BC0-7A3228E0081D}"/>
              </a:ext>
            </a:extLst>
          </p:cNvPr>
          <p:cNvSpPr/>
          <p:nvPr/>
        </p:nvSpPr>
        <p:spPr>
          <a:xfrm>
            <a:off x="2337951" y="3806624"/>
            <a:ext cx="987144" cy="3163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bIns="54000" rtlCol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ja-JP" altLang="en-US" sz="1200">
                <a:solidFill>
                  <a:schemeClr val="tx1"/>
                </a:solidFill>
              </a:rPr>
              <a:t>山崎</a:t>
            </a:r>
            <a:r>
              <a:rPr kumimoji="1" lang="en-US" altLang="ja-JP" sz="1200">
                <a:solidFill>
                  <a:schemeClr val="tx1"/>
                </a:solidFill>
              </a:rPr>
              <a:t>SN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98C8A1C-5837-4486-EB89-77334FE60DD6}"/>
              </a:ext>
            </a:extLst>
          </p:cNvPr>
          <p:cNvSpPr txBox="1"/>
          <p:nvPr/>
        </p:nvSpPr>
        <p:spPr>
          <a:xfrm>
            <a:off x="476841" y="2577715"/>
            <a:ext cx="1538883" cy="44608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000">
                <a:solidFill>
                  <a:schemeClr val="tx2"/>
                </a:solidFill>
              </a:rPr>
              <a:t>ユーザー側推進の中心人物</a:t>
            </a:r>
            <a:endParaRPr kumimoji="1" lang="en-US" altLang="ja-JP" sz="1000">
              <a:solidFill>
                <a:schemeClr val="tx2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ja-JP" altLang="en-US" sz="1000">
                <a:solidFill>
                  <a:schemeClr val="tx2"/>
                </a:solidFill>
              </a:rPr>
              <a:t>設計とフェイシング</a:t>
            </a: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627CDA39-CF78-932A-7AAC-BCB32A615E41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2015724" y="2800757"/>
            <a:ext cx="420413" cy="102191"/>
          </a:xfrm>
          <a:prstGeom prst="straightConnector1">
            <a:avLst/>
          </a:prstGeom>
          <a:ln>
            <a:solidFill>
              <a:schemeClr val="tx2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8E25D92C-0C4B-3F7A-1289-36FA83F2A8E7}"/>
              </a:ext>
            </a:extLst>
          </p:cNvPr>
          <p:cNvSpPr txBox="1"/>
          <p:nvPr/>
        </p:nvSpPr>
        <p:spPr>
          <a:xfrm>
            <a:off x="661192" y="3246841"/>
            <a:ext cx="1025922" cy="26141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000">
                <a:solidFill>
                  <a:schemeClr val="tx2"/>
                </a:solidFill>
              </a:rPr>
              <a:t>法規認証部代表者</a:t>
            </a: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55232CF3-83D3-A0F5-71D3-116952DD8751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1687114" y="3377550"/>
            <a:ext cx="749023" cy="21763"/>
          </a:xfrm>
          <a:prstGeom prst="straightConnector1">
            <a:avLst/>
          </a:prstGeom>
          <a:ln>
            <a:solidFill>
              <a:schemeClr val="tx2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FF17D18E-17AD-3E1E-9B21-827186C5F5F0}"/>
              </a:ext>
            </a:extLst>
          </p:cNvPr>
          <p:cNvSpPr txBox="1"/>
          <p:nvPr/>
        </p:nvSpPr>
        <p:spPr>
          <a:xfrm>
            <a:off x="476841" y="3860407"/>
            <a:ext cx="1410643" cy="26141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000">
                <a:solidFill>
                  <a:schemeClr val="tx2"/>
                </a:solidFill>
              </a:rPr>
              <a:t>法規認証部システム担当</a:t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4F6C047F-6E1B-0E39-C08F-FA66FA67C2F2}"/>
              </a:ext>
            </a:extLst>
          </p:cNvPr>
          <p:cNvCxnSpPr>
            <a:cxnSpLocks/>
          </p:cNvCxnSpPr>
          <p:nvPr/>
        </p:nvCxnSpPr>
        <p:spPr>
          <a:xfrm flipV="1">
            <a:off x="1949997" y="3940472"/>
            <a:ext cx="486140" cy="72828"/>
          </a:xfrm>
          <a:prstGeom prst="straightConnector1">
            <a:avLst/>
          </a:prstGeom>
          <a:ln>
            <a:solidFill>
              <a:schemeClr val="tx2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99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40800D7-3CCD-8D70-13C6-9A06602F8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取り組み状況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6781DD9-8F33-2295-DEBB-1D4662A290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528466-D4BF-6702-A8EA-3C0F6CB13A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1005981"/>
          </a:xfrm>
        </p:spPr>
        <p:txBody>
          <a:bodyPr/>
          <a:lstStyle/>
          <a:p>
            <a:r>
              <a:rPr lang="ja-JP" altLang="en-US"/>
              <a:t>約</a:t>
            </a:r>
            <a:r>
              <a:rPr lang="en-US" altLang="ja-JP"/>
              <a:t>2</a:t>
            </a:r>
            <a:r>
              <a:rPr lang="ja-JP" altLang="en-US"/>
              <a:t>か月の取り組みで、</a:t>
            </a:r>
            <a:r>
              <a:rPr lang="en-US" altLang="ja-JP"/>
              <a:t>RxSWIN</a:t>
            </a:r>
            <a:r>
              <a:rPr lang="ja-JP" altLang="en-US"/>
              <a:t>要件や業務フローの整理を進め</a:t>
            </a:r>
            <a:br>
              <a:rPr lang="en-US" altLang="ja-JP"/>
            </a:br>
            <a:r>
              <a:rPr lang="ja-JP" altLang="en-US"/>
              <a:t>システム化の全体像が見えつつある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E8EF2711-6AB7-9162-9536-27AFD26D10C6}"/>
              </a:ext>
            </a:extLst>
          </p:cNvPr>
          <p:cNvSpPr/>
          <p:nvPr/>
        </p:nvSpPr>
        <p:spPr>
          <a:xfrm>
            <a:off x="260088" y="3998813"/>
            <a:ext cx="2866100" cy="436583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+mj-lt"/>
                <a:ea typeface="+mj-ea"/>
              </a:rPr>
              <a:t>RxSWIN</a:t>
            </a:r>
            <a:r>
              <a:rPr kumimoji="1" lang="ja-JP" altLang="en-US" sz="1200">
                <a:latin typeface="+mj-lt"/>
                <a:ea typeface="+mj-ea"/>
              </a:rPr>
              <a:t>自体の要件</a:t>
            </a:r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DBEEB6D6-EC8D-8DA7-AD3D-2C6867EC83D8}"/>
              </a:ext>
            </a:extLst>
          </p:cNvPr>
          <p:cNvSpPr/>
          <p:nvPr/>
        </p:nvSpPr>
        <p:spPr>
          <a:xfrm>
            <a:off x="796469" y="4484774"/>
            <a:ext cx="2866100" cy="436583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+mj-lt"/>
                <a:ea typeface="+mj-ea"/>
              </a:rPr>
              <a:t>業務フロー</a:t>
            </a: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E60F8758-7834-D848-D29A-240F7F31FB07}"/>
              </a:ext>
            </a:extLst>
          </p:cNvPr>
          <p:cNvSpPr/>
          <p:nvPr/>
        </p:nvSpPr>
        <p:spPr>
          <a:xfrm>
            <a:off x="1332850" y="4970735"/>
            <a:ext cx="2866100" cy="436583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+mj-lt"/>
                <a:ea typeface="+mj-ea"/>
              </a:rPr>
              <a:t>リスト出力ロジック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7F9DD42-64B0-1700-DF3B-37D2D09C472D}"/>
              </a:ext>
            </a:extLst>
          </p:cNvPr>
          <p:cNvSpPr txBox="1"/>
          <p:nvPr/>
        </p:nvSpPr>
        <p:spPr>
          <a:xfrm>
            <a:off x="260088" y="2214436"/>
            <a:ext cx="5014514" cy="777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ja-JP" altLang="en-US"/>
              <a:t>不確定な要素が多いため</a:t>
            </a:r>
            <a:br>
              <a:rPr lang="en-US" altLang="ja-JP"/>
            </a:br>
            <a:r>
              <a:rPr lang="ja-JP" altLang="en-US"/>
              <a:t>並行して業務フローや要件を固めていっている</a:t>
            </a:r>
            <a:endParaRPr kumimoji="1" lang="ja-JP" altLang="en-US"/>
          </a:p>
        </p:txBody>
      </p:sp>
      <p:sp>
        <p:nvSpPr>
          <p:cNvPr id="14" name="矢印: 五方向 13">
            <a:extLst>
              <a:ext uri="{FF2B5EF4-FFF2-40B4-BE49-F238E27FC236}">
                <a16:creationId xmlns:a16="http://schemas.microsoft.com/office/drawing/2014/main" id="{9B86216A-1927-DAC5-3ECD-05FFF0A1518C}"/>
              </a:ext>
            </a:extLst>
          </p:cNvPr>
          <p:cNvSpPr/>
          <p:nvPr/>
        </p:nvSpPr>
        <p:spPr>
          <a:xfrm>
            <a:off x="260088" y="3091833"/>
            <a:ext cx="1699224" cy="436583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latin typeface="+mj-lt"/>
                <a:ea typeface="+mj-ea"/>
              </a:rPr>
              <a:t>RxSWIN</a:t>
            </a:r>
            <a:r>
              <a:rPr kumimoji="1" lang="ja-JP" altLang="en-US" sz="1200">
                <a:latin typeface="+mj-lt"/>
                <a:ea typeface="+mj-ea"/>
              </a:rPr>
              <a:t>自体の要件</a:t>
            </a: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41914681-0C7B-A093-9370-A64F70878BC7}"/>
              </a:ext>
            </a:extLst>
          </p:cNvPr>
          <p:cNvSpPr/>
          <p:nvPr/>
        </p:nvSpPr>
        <p:spPr>
          <a:xfrm>
            <a:off x="1983379" y="3083644"/>
            <a:ext cx="1699224" cy="436583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+mj-lt"/>
                <a:ea typeface="+mj-ea"/>
              </a:rPr>
              <a:t>業務フロー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A6F41E80-68F4-C92C-4DC8-DD5859D9829C}"/>
              </a:ext>
            </a:extLst>
          </p:cNvPr>
          <p:cNvSpPr/>
          <p:nvPr/>
        </p:nvSpPr>
        <p:spPr>
          <a:xfrm>
            <a:off x="3706670" y="3083644"/>
            <a:ext cx="1699224" cy="436583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+mj-lt"/>
                <a:ea typeface="+mj-ea"/>
              </a:rPr>
              <a:t>リスト出力ロジック</a:t>
            </a:r>
          </a:p>
        </p:txBody>
      </p:sp>
      <p:pic>
        <p:nvPicPr>
          <p:cNvPr id="1026" name="Picture 2" descr="アジャイルとウォーターフォールという二つの開発手法の違いを紹介 - 誰も見ていない時間">
            <a:extLst>
              <a:ext uri="{FF2B5EF4-FFF2-40B4-BE49-F238E27FC236}">
                <a16:creationId xmlns:a16="http://schemas.microsoft.com/office/drawing/2014/main" id="{B9AF7F4B-A885-6233-DB7C-794A391DF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058" y="2578957"/>
            <a:ext cx="6077554" cy="3356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88D43C4-23B5-6217-9B6F-B525931EE133}"/>
              </a:ext>
            </a:extLst>
          </p:cNvPr>
          <p:cNvSpPr/>
          <p:nvPr/>
        </p:nvSpPr>
        <p:spPr>
          <a:xfrm>
            <a:off x="7786540" y="4176074"/>
            <a:ext cx="1335872" cy="163083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570906A7-D984-B84D-A1D4-8D9B98784B76}"/>
              </a:ext>
            </a:extLst>
          </p:cNvPr>
          <p:cNvSpPr/>
          <p:nvPr/>
        </p:nvSpPr>
        <p:spPr>
          <a:xfrm>
            <a:off x="1869231" y="5456696"/>
            <a:ext cx="2866100" cy="436583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+mj-lt"/>
                <a:ea typeface="+mj-ea"/>
              </a:rPr>
              <a:t>システム構成</a:t>
            </a:r>
          </a:p>
        </p:txBody>
      </p:sp>
    </p:spTree>
    <p:extLst>
      <p:ext uri="{BB962C8B-B14F-4D97-AF65-F5344CB8AC3E}">
        <p14:creationId xmlns:p14="http://schemas.microsoft.com/office/powerpoint/2010/main" val="269004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>
            <a:extLst>
              <a:ext uri="{FF2B5EF4-FFF2-40B4-BE49-F238E27FC236}">
                <a16:creationId xmlns:a16="http://schemas.microsoft.com/office/drawing/2014/main" id="{43CF1A0C-067B-650F-C9B7-E95EB743F13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243" y="1619250"/>
            <a:ext cx="4444899" cy="31713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BB2AE06-E4AF-35D2-42CB-7D861DC28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2" y="207396"/>
            <a:ext cx="11525370" cy="377026"/>
          </a:xfrm>
        </p:spPr>
        <p:txBody>
          <a:bodyPr/>
          <a:lstStyle/>
          <a:p>
            <a:pPr>
              <a:tabLst>
                <a:tab pos="2239963" algn="l"/>
              </a:tabLst>
            </a:pPr>
            <a:r>
              <a:rPr lang="ja-JP" altLang="en-US"/>
              <a:t>取り組み状況</a:t>
            </a:r>
          </a:p>
        </p:txBody>
      </p:sp>
      <p:sp>
        <p:nvSpPr>
          <p:cNvPr id="16" name="コンテンツ プレースホルダー 15">
            <a:extLst>
              <a:ext uri="{FF2B5EF4-FFF2-40B4-BE49-F238E27FC236}">
                <a16:creationId xmlns:a16="http://schemas.microsoft.com/office/drawing/2014/main" id="{E6E774C2-2585-1B85-2A8A-9B1238277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6255" y="1619250"/>
            <a:ext cx="5618720" cy="4594225"/>
          </a:xfrm>
        </p:spPr>
        <p:txBody>
          <a:bodyPr>
            <a:normAutofit/>
          </a:bodyPr>
          <a:lstStyle/>
          <a:p>
            <a:r>
              <a:rPr lang="en-US" altLang="ja-JP"/>
              <a:t>TMC</a:t>
            </a:r>
            <a:r>
              <a:rPr lang="ja-JP" altLang="en-US"/>
              <a:t>での事前検討情報を参考に、法規認証部の</a:t>
            </a:r>
            <a:br>
              <a:rPr lang="en-US" altLang="ja-JP"/>
            </a:br>
            <a:r>
              <a:rPr lang="ja-JP" altLang="en-US"/>
              <a:t>認識とすり合わせながら整理。</a:t>
            </a:r>
            <a:endParaRPr lang="en-US" altLang="ja-JP"/>
          </a:p>
          <a:p>
            <a:pPr lvl="1"/>
            <a:r>
              <a:rPr lang="en-US" altLang="ja-JP"/>
              <a:t>1RxSWIN</a:t>
            </a:r>
            <a:r>
              <a:rPr lang="ja-JP" altLang="en-US"/>
              <a:t>の範囲や変更条件など</a:t>
            </a:r>
          </a:p>
          <a:p>
            <a:r>
              <a:rPr lang="ja-JP" altLang="en-US"/>
              <a:t>事前検討情報と異なる部分もあり</a:t>
            </a:r>
            <a:br>
              <a:rPr lang="en-US" altLang="ja-JP"/>
            </a:br>
            <a:r>
              <a:rPr lang="ja-JP" altLang="en-US"/>
              <a:t>不確定 </a:t>
            </a:r>
            <a:r>
              <a:rPr lang="en-US" altLang="ja-JP"/>
              <a:t>or </a:t>
            </a:r>
            <a:r>
              <a:rPr lang="ja-JP" altLang="en-US"/>
              <a:t>暗黙知となっている要素が多いことが</a:t>
            </a:r>
            <a:br>
              <a:rPr lang="en-US" altLang="ja-JP"/>
            </a:br>
            <a:r>
              <a:rPr lang="ja-JP" altLang="en-US"/>
              <a:t>浮き彫りになった。</a:t>
            </a:r>
            <a:endParaRPr lang="en-US" altLang="ja-JP"/>
          </a:p>
          <a:p>
            <a:r>
              <a:rPr lang="ja-JP" altLang="en-US"/>
              <a:t>法規認証部は車両</a:t>
            </a:r>
            <a:r>
              <a:rPr lang="en-US" altLang="ja-JP"/>
              <a:t>PJT</a:t>
            </a:r>
            <a:r>
              <a:rPr lang="ja-JP" altLang="en-US"/>
              <a:t>ではなく</a:t>
            </a:r>
            <a:br>
              <a:rPr lang="en-US" altLang="ja-JP"/>
            </a:br>
            <a:r>
              <a:rPr lang="ja-JP" altLang="en-US"/>
              <a:t>申請の単位で仕事をしていることがわかり</a:t>
            </a:r>
            <a:br>
              <a:rPr lang="en-US" altLang="ja-JP"/>
            </a:br>
            <a:r>
              <a:rPr lang="ja-JP" altLang="en-US"/>
              <a:t>部品リストもこの単位で出力する必要あり</a:t>
            </a:r>
            <a:endParaRPr lang="en-US" altLang="ja-JP"/>
          </a:p>
          <a:p>
            <a:pPr lvl="1"/>
            <a:r>
              <a:rPr lang="ja-JP" altLang="en-US"/>
              <a:t>申請単位 </a:t>
            </a:r>
            <a:r>
              <a:rPr lang="en-US" altLang="ja-JP"/>
              <a:t>= Application Document </a:t>
            </a:r>
            <a:r>
              <a:rPr lang="en-US" altLang="ja-JP" err="1"/>
              <a:t>Fullname</a:t>
            </a:r>
            <a:r>
              <a:rPr lang="en-US" altLang="ja-JP"/>
              <a:t>(ADFN)</a:t>
            </a:r>
            <a:r>
              <a:rPr lang="ja-JP" altLang="en-US"/>
              <a:t>として管理されている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793AA6-3456-1DC1-3E54-EA3F6AA5D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553549"/>
          </a:xfrm>
        </p:spPr>
        <p:txBody>
          <a:bodyPr/>
          <a:lstStyle/>
          <a:p>
            <a:r>
              <a:rPr lang="en-US" altLang="ja-JP"/>
              <a:t>RxSWIN</a:t>
            </a:r>
            <a:r>
              <a:rPr lang="ja-JP" altLang="en-US"/>
              <a:t>自体の定義・要件を明確化</a:t>
            </a:r>
          </a:p>
        </p:txBody>
      </p:sp>
      <p:pic>
        <p:nvPicPr>
          <p:cNvPr id="14" name="コンテンツ プレースホルダー 5" descr="グラフィカル ユーザー インターフェイス, アプリケーション, テーブル&#10;&#10;自動的に生成された説明">
            <a:extLst>
              <a:ext uri="{FF2B5EF4-FFF2-40B4-BE49-F238E27FC236}">
                <a16:creationId xmlns:a16="http://schemas.microsoft.com/office/drawing/2014/main" id="{8C4E27C7-F68D-01B3-2B86-DA0B8A2FDD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50" y="2304054"/>
            <a:ext cx="5194855" cy="28596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図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608BE3A2-FD5B-2583-FCF1-D88C00A12F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391" y="3726035"/>
            <a:ext cx="2398609" cy="24178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6888CA-171A-3776-6C2E-7CE300FF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689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E33702-76FF-635A-BB62-B8CD67C9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取り組み状況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CB04FF-153A-4E1B-59E2-4F80305FE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048" y="1619651"/>
            <a:ext cx="5375564" cy="4593577"/>
          </a:xfrm>
        </p:spPr>
        <p:txBody>
          <a:bodyPr>
            <a:normAutofit/>
          </a:bodyPr>
          <a:lstStyle/>
          <a:p>
            <a:r>
              <a:rPr kumimoji="1" lang="ja-JP" altLang="en-US"/>
              <a:t>既にある業務の改善ではなく、</a:t>
            </a:r>
            <a:r>
              <a:rPr kumimoji="1" lang="en-US" altLang="ja-JP"/>
              <a:t>SWIN</a:t>
            </a:r>
            <a:r>
              <a:rPr kumimoji="1" lang="ja-JP" altLang="en-US"/>
              <a:t>および</a:t>
            </a:r>
            <a:br>
              <a:rPr kumimoji="1" lang="en-US" altLang="ja-JP"/>
            </a:br>
            <a:r>
              <a:rPr kumimoji="1" lang="ja-JP" altLang="en-US"/>
              <a:t>その頭出し法規となる</a:t>
            </a:r>
            <a:r>
              <a:rPr kumimoji="1" lang="en-US" altLang="ja-JP"/>
              <a:t>R171</a:t>
            </a:r>
            <a:r>
              <a:rPr lang="ja-JP" altLang="en-US"/>
              <a:t>の法規対応業務も</a:t>
            </a:r>
            <a:br>
              <a:rPr lang="en-US" altLang="ja-JP"/>
            </a:br>
            <a:r>
              <a:rPr lang="ja-JP" altLang="en-US"/>
              <a:t>まだ存在しない（＝誰も正解を知らない）</a:t>
            </a:r>
            <a:endParaRPr lang="en-US" altLang="ja-JP"/>
          </a:p>
          <a:p>
            <a:r>
              <a:rPr lang="ja-JP" altLang="en-US"/>
              <a:t>システムで</a:t>
            </a:r>
            <a:r>
              <a:rPr lang="en-US" altLang="ja-JP"/>
              <a:t>100%</a:t>
            </a:r>
            <a:r>
              <a:rPr lang="ja-JP" altLang="en-US"/>
              <a:t>の部品リストは出せないことも考慮しプロセスを整理</a:t>
            </a:r>
            <a:endParaRPr lang="en-US" altLang="ja-JP"/>
          </a:p>
          <a:p>
            <a:pPr lvl="1"/>
            <a:r>
              <a:rPr lang="ja-JP" altLang="en-US"/>
              <a:t>人の目・手が必要なケース</a:t>
            </a:r>
            <a:endParaRPr lang="en-US" altLang="ja-JP"/>
          </a:p>
          <a:p>
            <a:pPr lvl="2"/>
            <a:r>
              <a:rPr kumimoji="1" lang="ja-JP" altLang="en-US"/>
              <a:t>設変などで技</a:t>
            </a:r>
            <a:r>
              <a:rPr kumimoji="1" lang="en-US" altLang="ja-JP"/>
              <a:t>S</a:t>
            </a:r>
            <a:r>
              <a:rPr kumimoji="1" lang="ja-JP" altLang="en-US"/>
              <a:t>、</a:t>
            </a:r>
            <a:r>
              <a:rPr kumimoji="1" lang="en-US" altLang="ja-JP"/>
              <a:t>AISAC</a:t>
            </a:r>
            <a:r>
              <a:rPr kumimoji="1" lang="ja-JP" altLang="en-US"/>
              <a:t>に未反映の情報</a:t>
            </a:r>
            <a:endParaRPr kumimoji="1" lang="en-US" altLang="ja-JP"/>
          </a:p>
          <a:p>
            <a:pPr lvl="2"/>
            <a:r>
              <a:rPr lang="ja-JP" altLang="en-US"/>
              <a:t>引当て用の標準マスタが最新化されていない</a:t>
            </a:r>
            <a:endParaRPr lang="en-US" altLang="ja-JP"/>
          </a:p>
          <a:p>
            <a:r>
              <a:rPr kumimoji="1" lang="ja-JP" altLang="en-US"/>
              <a:t>結果的に</a:t>
            </a:r>
            <a:r>
              <a:rPr kumimoji="1" lang="en-US" altLang="ja-JP"/>
              <a:t>SU</a:t>
            </a:r>
            <a:r>
              <a:rPr kumimoji="1" lang="ja-JP" altLang="en-US"/>
              <a:t>認証と類似した流れに</a:t>
            </a:r>
            <a:endParaRPr kumimoji="1" lang="en-US" altLang="ja-JP"/>
          </a:p>
          <a:p>
            <a:r>
              <a:rPr kumimoji="1" lang="ja-JP" altLang="en-US"/>
              <a:t>法規認証部や設計へ確認していく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F310FD-0406-EFA0-049F-D2E8D4A191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525850"/>
          </a:xfrm>
        </p:spPr>
        <p:txBody>
          <a:bodyPr/>
          <a:lstStyle/>
          <a:p>
            <a:r>
              <a:rPr kumimoji="1" lang="ja-JP" altLang="en-US"/>
              <a:t>まだない業務の仮説を立てながら業務フローを整理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39916C-BE10-D9BE-16D5-7328B27B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72DAFF9E-9255-077A-F405-41DB9697790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871"/>
          <a:stretch/>
        </p:blipFill>
        <p:spPr>
          <a:xfrm>
            <a:off x="169822" y="1761917"/>
            <a:ext cx="6085919" cy="20101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27430EBE-F7AF-D3D3-D9C4-36BC2EEC09B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847"/>
          <a:stretch/>
        </p:blipFill>
        <p:spPr>
          <a:xfrm>
            <a:off x="639969" y="3700148"/>
            <a:ext cx="5462381" cy="164860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167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2C6AD13E-0405-551E-BBDE-4FFD9384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取り組み状況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087C1013-742F-BBB5-2258-030727C36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0711" y="1619651"/>
            <a:ext cx="5084901" cy="4593577"/>
          </a:xfrm>
        </p:spPr>
        <p:txBody>
          <a:bodyPr/>
          <a:lstStyle/>
          <a:p>
            <a:pPr>
              <a:tabLst>
                <a:tab pos="4754563" algn="l"/>
              </a:tabLst>
            </a:pPr>
            <a:r>
              <a:rPr lang="ja-JP" altLang="en-US"/>
              <a:t>事前検討情報から具体・詳細を整理</a:t>
            </a:r>
            <a:endParaRPr lang="en-US" altLang="ja-JP"/>
          </a:p>
          <a:p>
            <a:r>
              <a:rPr lang="ja-JP" altLang="en-US"/>
              <a:t>法規認証系のシステム</a:t>
            </a:r>
            <a:r>
              <a:rPr lang="en-US" altLang="ja-JP"/>
              <a:t>(G-CIS, </a:t>
            </a:r>
            <a:r>
              <a:rPr lang="en-US" altLang="ja-JP" err="1"/>
              <a:t>SEAMless</a:t>
            </a:r>
            <a:r>
              <a:rPr lang="en-US" altLang="ja-JP"/>
              <a:t>)</a:t>
            </a:r>
            <a:r>
              <a:rPr lang="ja-JP" altLang="en-US"/>
              <a:t>と</a:t>
            </a:r>
            <a:br>
              <a:rPr lang="en-US" altLang="ja-JP"/>
            </a:br>
            <a:r>
              <a:rPr lang="ja-JP" altLang="en-US"/>
              <a:t>連携する必要性が見えてきた</a:t>
            </a:r>
            <a:endParaRPr lang="en-US" altLang="ja-JP"/>
          </a:p>
          <a:p>
            <a:pPr lvl="1"/>
            <a:r>
              <a:rPr lang="en-US" altLang="ja-JP" err="1"/>
              <a:t>SEAMless</a:t>
            </a:r>
            <a:r>
              <a:rPr lang="ja-JP" altLang="en-US"/>
              <a:t>は次ページで説明</a:t>
            </a:r>
            <a:endParaRPr lang="en-US" altLang="ja-JP"/>
          </a:p>
          <a:p>
            <a:r>
              <a:rPr lang="en-US" altLang="ja-JP"/>
              <a:t>G-CIS</a:t>
            </a:r>
            <a:r>
              <a:rPr lang="ja-JP" altLang="en-US"/>
              <a:t>は外部連携</a:t>
            </a:r>
            <a:r>
              <a:rPr lang="en-US" altLang="ja-JP"/>
              <a:t>API</a:t>
            </a:r>
            <a:r>
              <a:rPr lang="ja-JP" altLang="en-US"/>
              <a:t>がないため、</a:t>
            </a:r>
            <a:r>
              <a:rPr lang="en-US" altLang="ja-JP"/>
              <a:t>API</a:t>
            </a:r>
            <a:r>
              <a:rPr lang="ja-JP" altLang="en-US"/>
              <a:t>開発を</a:t>
            </a:r>
            <a:br>
              <a:rPr lang="en-US" altLang="ja-JP"/>
            </a:br>
            <a:r>
              <a:rPr lang="ja-JP" altLang="en-US"/>
              <a:t>依頼する必要あり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ECEF9B-C0A6-A78B-9B53-507183C164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部品リスト出力ロジックや必要情報、連携先システムを整理</a:t>
            </a:r>
          </a:p>
        </p:txBody>
      </p:sp>
      <p:pic>
        <p:nvPicPr>
          <p:cNvPr id="7" name="図 6" descr="ダイアグラム, 概略図&#10;&#10;自動的に生成された説明">
            <a:extLst>
              <a:ext uri="{FF2B5EF4-FFF2-40B4-BE49-F238E27FC236}">
                <a16:creationId xmlns:a16="http://schemas.microsoft.com/office/drawing/2014/main" id="{05F9E720-8377-33BB-E832-F9817E37B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543" y="1605190"/>
            <a:ext cx="4775530" cy="18794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0B57462-A515-4492-0E58-C0BC269D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5" t="15011" r="2725" b="4867"/>
          <a:stretch/>
        </p:blipFill>
        <p:spPr>
          <a:xfrm>
            <a:off x="340243" y="3351711"/>
            <a:ext cx="6381834" cy="28615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6F92F0D5-5F51-075E-FDD0-CF2175BA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2" name="図 1" descr="ダイアグラム, 概略図&#10;&#10;自動的に生成された説明">
            <a:extLst>
              <a:ext uri="{FF2B5EF4-FFF2-40B4-BE49-F238E27FC236}">
                <a16:creationId xmlns:a16="http://schemas.microsoft.com/office/drawing/2014/main" id="{BBC4F2FC-36D2-682C-CB74-0DDBCB3A8E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42" y="1494818"/>
            <a:ext cx="2678564" cy="15040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6534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AEC62240-11FE-C432-B702-38AB5AD0F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ご参考</a:t>
            </a:r>
            <a:r>
              <a:rPr lang="en-US" altLang="ja-JP"/>
              <a:t>) </a:t>
            </a:r>
            <a:r>
              <a:rPr lang="en-US" altLang="ja-JP" err="1"/>
              <a:t>SEAMless</a:t>
            </a:r>
            <a:r>
              <a:rPr lang="ja-JP" altLang="en-US"/>
              <a:t>とは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449849-785D-48DF-2828-2C73B017F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F1282D-240A-4B6A-BEB7-7825F9D61845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F765141-E0D6-FDB1-3E79-3BE32C8ED7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1005981"/>
          </a:xfrm>
        </p:spPr>
        <p:txBody>
          <a:bodyPr/>
          <a:lstStyle/>
          <a:p>
            <a:r>
              <a:rPr lang="ja-JP" altLang="en-US"/>
              <a:t>欧州・国連法規に関して、車種</a:t>
            </a:r>
            <a:r>
              <a:rPr lang="en-US" altLang="ja-JP"/>
              <a:t>×</a:t>
            </a:r>
            <a:r>
              <a:rPr lang="ja-JP" altLang="en-US"/>
              <a:t>法規</a:t>
            </a:r>
            <a:r>
              <a:rPr lang="en-US" altLang="ja-JP"/>
              <a:t>×</a:t>
            </a:r>
            <a:r>
              <a:rPr lang="ja-JP" altLang="en-US"/>
              <a:t>対象国の情報</a:t>
            </a:r>
            <a:r>
              <a:rPr lang="en-US" altLang="ja-JP"/>
              <a:t>(MRL)</a:t>
            </a:r>
            <a:r>
              <a:rPr lang="ja-JP" altLang="en-US"/>
              <a:t>を</a:t>
            </a:r>
            <a:br>
              <a:rPr lang="en-US" altLang="ja-JP"/>
            </a:br>
            <a:r>
              <a:rPr lang="ja-JP" altLang="en-US"/>
              <a:t>管理・閲覧するシステム</a:t>
            </a:r>
          </a:p>
        </p:txBody>
      </p:sp>
      <p:pic>
        <p:nvPicPr>
          <p:cNvPr id="9" name="図 8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3FFF4D0A-DE48-2036-B958-FCCFAA81F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1" t="29187" r="4098"/>
          <a:stretch/>
        </p:blipFill>
        <p:spPr>
          <a:xfrm>
            <a:off x="586046" y="2120185"/>
            <a:ext cx="11019908" cy="40743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1888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05FE84-22D1-8353-6C4E-903D9AB0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今後の進め方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B99B38-0E6D-35BA-7321-7B6D8D0C1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4063013"/>
            <a:ext cx="10515600" cy="2150215"/>
          </a:xfrm>
        </p:spPr>
        <p:txBody>
          <a:bodyPr>
            <a:normAutofit fontScale="85000" lnSpcReduction="20000"/>
          </a:bodyPr>
          <a:lstStyle/>
          <a:p>
            <a:r>
              <a:rPr lang="ja-JP" altLang="en-US"/>
              <a:t>実データを用いて部品リスト出力ロジックを検証</a:t>
            </a:r>
            <a:endParaRPr lang="en-US" altLang="ja-JP"/>
          </a:p>
          <a:p>
            <a:pPr lvl="1"/>
            <a:r>
              <a:rPr kumimoji="1" lang="ja-JP" altLang="en-US"/>
              <a:t>頭出し車種が</a:t>
            </a:r>
            <a:r>
              <a:rPr kumimoji="1" lang="en-US" altLang="ja-JP"/>
              <a:t>OMUSVI</a:t>
            </a:r>
            <a:r>
              <a:rPr kumimoji="1" lang="ja-JP" altLang="en-US"/>
              <a:t>プロジェクトのため、車両仕様</a:t>
            </a:r>
            <a:r>
              <a:rPr kumimoji="1" lang="en-US" altLang="ja-JP"/>
              <a:t>/</a:t>
            </a:r>
            <a:r>
              <a:rPr kumimoji="1" lang="ja-JP" altLang="en-US"/>
              <a:t>導入国の情報の持ち方が異なる。</a:t>
            </a:r>
            <a:br>
              <a:rPr kumimoji="1" lang="en-US" altLang="ja-JP"/>
            </a:br>
            <a:r>
              <a:rPr lang="en-US" altLang="ja-JP"/>
              <a:t>OMUSVI</a:t>
            </a:r>
            <a:r>
              <a:rPr lang="ja-JP" altLang="en-US"/>
              <a:t>車種用ロジックの検討も合わせて行う。</a:t>
            </a:r>
            <a:endParaRPr lang="en-US" altLang="ja-JP"/>
          </a:p>
          <a:p>
            <a:r>
              <a:rPr kumimoji="1" lang="ja-JP" altLang="en-US"/>
              <a:t>変更前提だが、いったん要件を固めて、ステークホルダーと合意形成していく</a:t>
            </a:r>
          </a:p>
          <a:p>
            <a:r>
              <a:rPr lang="en-US" altLang="ja-JP"/>
              <a:t>G-CIS</a:t>
            </a:r>
            <a:r>
              <a:rPr lang="ja-JP" altLang="en-US"/>
              <a:t>には</a:t>
            </a:r>
            <a:r>
              <a:rPr lang="en-US" altLang="ja-JP"/>
              <a:t>API</a:t>
            </a:r>
            <a:r>
              <a:rPr lang="ja-JP" altLang="en-US"/>
              <a:t>を開発いただく必要あり。法規認証部を介し、</a:t>
            </a:r>
            <a:r>
              <a:rPr lang="en-US" altLang="ja-JP"/>
              <a:t>G-CIS</a:t>
            </a:r>
            <a:r>
              <a:rPr lang="ja-JP" altLang="en-US"/>
              <a:t>担当と話をし始める。</a:t>
            </a:r>
            <a:endParaRPr lang="en-US" altLang="ja-JP"/>
          </a:p>
          <a:p>
            <a:pPr lvl="1"/>
            <a:r>
              <a:rPr lang="en-US" altLang="ja-JP"/>
              <a:t>TS</a:t>
            </a:r>
            <a:r>
              <a:rPr lang="ja-JP" altLang="en-US"/>
              <a:t>側</a:t>
            </a:r>
            <a:r>
              <a:rPr lang="en-US" altLang="ja-JP"/>
              <a:t>G-CIS</a:t>
            </a:r>
            <a:r>
              <a:rPr lang="ja-JP" altLang="en-US"/>
              <a:t>担当の部活部</a:t>
            </a:r>
            <a:r>
              <a:rPr lang="en-US" altLang="ja-JP"/>
              <a:t>-</a:t>
            </a:r>
            <a:r>
              <a:rPr lang="ja-JP" altLang="en-US"/>
              <a:t>磯田</a:t>
            </a:r>
            <a:r>
              <a:rPr lang="en-US" altLang="ja-JP"/>
              <a:t>GM</a:t>
            </a:r>
            <a:r>
              <a:rPr lang="ja-JP" altLang="en-US"/>
              <a:t>とは当初から会話をしているが、うまく連携していきたい</a:t>
            </a:r>
            <a:endParaRPr kumimoji="1" lang="en-US" altLang="ja-JP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B4AAFD-1B91-EE97-E88D-DDE20413F6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553549"/>
          </a:xfrm>
        </p:spPr>
        <p:txBody>
          <a:bodyPr/>
          <a:lstStyle/>
          <a:p>
            <a:r>
              <a:rPr kumimoji="1" lang="ja-JP" altLang="en-US"/>
              <a:t>ロジック検証を行い要件を固め、</a:t>
            </a:r>
            <a:r>
              <a:rPr kumimoji="1" lang="en-US" altLang="ja-JP"/>
              <a:t>1</a:t>
            </a:r>
            <a:r>
              <a:rPr kumimoji="1" lang="ja-JP" altLang="en-US"/>
              <a:t>月から開発着手を目指す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35BF69-D1E3-99F0-129C-4ED12DB6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9" name="図 8" descr="タイムライン&#10;&#10;低い精度で自動的に生成された説明">
            <a:extLst>
              <a:ext uri="{FF2B5EF4-FFF2-40B4-BE49-F238E27FC236}">
                <a16:creationId xmlns:a16="http://schemas.microsoft.com/office/drawing/2014/main" id="{EF600848-3011-82EF-DF43-4D6D6A4CE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59" y="1496299"/>
            <a:ext cx="10343882" cy="242788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6222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DCBB08-669C-8EBF-0D1E-E805B449E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2" y="207396"/>
            <a:ext cx="11525370" cy="377026"/>
          </a:xfrm>
        </p:spPr>
        <p:txBody>
          <a:bodyPr/>
          <a:lstStyle/>
          <a:p>
            <a:r>
              <a:rPr lang="ja-JP" altLang="en-US"/>
              <a:t>今後の進め方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007541-343A-C083-B68F-6E8E59C04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1619651"/>
            <a:ext cx="10515600" cy="4593577"/>
          </a:xfrm>
        </p:spPr>
        <p:txBody>
          <a:bodyPr>
            <a:normAutofit/>
          </a:bodyPr>
          <a:lstStyle/>
          <a:p>
            <a:r>
              <a:rPr lang="ja-JP" altLang="en-US"/>
              <a:t>まずは</a:t>
            </a:r>
            <a:r>
              <a:rPr lang="en-US" altLang="ja-JP"/>
              <a:t>RxSWIN</a:t>
            </a:r>
            <a:r>
              <a:rPr lang="ja-JP" altLang="en-US"/>
              <a:t>で開発したロジックやデータの再利用可能な状態を確保</a:t>
            </a:r>
            <a:endParaRPr lang="en-US" altLang="ja-JP"/>
          </a:p>
          <a:p>
            <a:endParaRPr lang="en-US" altLang="ja-JP"/>
          </a:p>
          <a:p>
            <a:endParaRPr lang="en-US" altLang="ja-JP"/>
          </a:p>
          <a:p>
            <a:endParaRPr lang="en-US" altLang="ja-JP"/>
          </a:p>
          <a:p>
            <a:endParaRPr lang="en-US" altLang="ja-JP"/>
          </a:p>
          <a:p>
            <a:endParaRPr lang="en-US" altLang="ja-JP"/>
          </a:p>
          <a:p>
            <a:r>
              <a:rPr lang="ja-JP" altLang="en-US"/>
              <a:t>業務自体の統合の可能性も検討</a:t>
            </a:r>
            <a:endParaRPr lang="en-US" altLang="ja-JP"/>
          </a:p>
          <a:p>
            <a:pPr lvl="1"/>
            <a:r>
              <a:rPr lang="en-US" altLang="ja-JP"/>
              <a:t>RxSWIN</a:t>
            </a:r>
            <a:r>
              <a:rPr lang="ja-JP" altLang="en-US"/>
              <a:t>頭出しの</a:t>
            </a:r>
            <a:r>
              <a:rPr lang="en-US" altLang="ja-JP"/>
              <a:t>R171</a:t>
            </a:r>
            <a:r>
              <a:rPr lang="ja-JP" altLang="en-US"/>
              <a:t>と</a:t>
            </a:r>
            <a:r>
              <a:rPr lang="en-US" altLang="ja-JP"/>
              <a:t>SU</a:t>
            </a:r>
            <a:r>
              <a:rPr lang="ja-JP" altLang="en-US"/>
              <a:t>認証</a:t>
            </a:r>
            <a:r>
              <a:rPr lang="en-US" altLang="ja-JP"/>
              <a:t>(R156)</a:t>
            </a:r>
            <a:r>
              <a:rPr lang="ja-JP" altLang="en-US"/>
              <a:t>を比較検討</a:t>
            </a:r>
            <a:endParaRPr lang="en-US" altLang="ja-JP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D79E59-2EC3-A195-5C9A-7557A89F7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2412" y="6490894"/>
            <a:ext cx="2743200" cy="307777"/>
          </a:xfrm>
        </p:spPr>
        <p:txBody>
          <a:bodyPr/>
          <a:lstStyle/>
          <a:p>
            <a:fld id="{34F1282D-240A-4B6A-BEB7-7825F9D61845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953187E-AF2D-DFE0-0526-5CD0E55155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550" y="849313"/>
            <a:ext cx="10515600" cy="525850"/>
          </a:xfrm>
        </p:spPr>
        <p:txBody>
          <a:bodyPr/>
          <a:lstStyle/>
          <a:p>
            <a:r>
              <a:rPr lang="ja-JP" altLang="en-US"/>
              <a:t>認証系の統合は、いったん疎結合にし、業務自体の統合の可能性も検討</a:t>
            </a:r>
          </a:p>
        </p:txBody>
      </p:sp>
      <p:pic>
        <p:nvPicPr>
          <p:cNvPr id="6" name="図 5" descr="図形, 多角形&#10;&#10;自動的に生成された説明">
            <a:extLst>
              <a:ext uri="{FF2B5EF4-FFF2-40B4-BE49-F238E27FC236}">
                <a16:creationId xmlns:a16="http://schemas.microsoft.com/office/drawing/2014/main" id="{29482C89-4DC4-78A9-AAE6-FAEAACE40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01"/>
          <a:stretch/>
        </p:blipFill>
        <p:spPr>
          <a:xfrm>
            <a:off x="1525384" y="2134207"/>
            <a:ext cx="9141231" cy="27865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2824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20EFE5-769A-2E07-CCAE-852DF50B8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所感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F9FD12-B763-292C-B68A-124172611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ユーザー側（法規認証部）が一歩引いた様子（受け身）のため、</a:t>
            </a:r>
            <a:r>
              <a:rPr lang="en-US" altLang="ja-JP"/>
              <a:t>TS</a:t>
            </a:r>
            <a:r>
              <a:rPr lang="ja-JP" altLang="en-US"/>
              <a:t>が仮説を立てながら</a:t>
            </a:r>
            <a:br>
              <a:rPr lang="en-US" altLang="ja-JP"/>
            </a:br>
            <a:r>
              <a:rPr lang="ja-JP" altLang="en-US"/>
              <a:t>ぶつけていく必要あり</a:t>
            </a:r>
            <a:endParaRPr lang="en-US" altLang="ja-JP"/>
          </a:p>
          <a:p>
            <a:pPr lvl="1"/>
            <a:r>
              <a:rPr kumimoji="1" lang="ja-JP" altLang="en-US"/>
              <a:t>受け身の理由（想像）</a:t>
            </a:r>
            <a:endParaRPr kumimoji="1" lang="en-US" altLang="ja-JP"/>
          </a:p>
          <a:p>
            <a:pPr lvl="2"/>
            <a:r>
              <a:rPr kumimoji="1" lang="ja-JP" altLang="en-US"/>
              <a:t>ユーザー要望によるシステム化ではなく、初めからシステム化が織り込まれている</a:t>
            </a:r>
            <a:endParaRPr kumimoji="1" lang="en-US" altLang="ja-JP"/>
          </a:p>
          <a:p>
            <a:pPr lvl="2"/>
            <a:r>
              <a:rPr lang="ja-JP" altLang="en-US"/>
              <a:t>ユーザー部署が多く責任分散？</a:t>
            </a:r>
            <a:endParaRPr lang="en-US" altLang="ja-JP"/>
          </a:p>
          <a:p>
            <a:pPr lvl="2"/>
            <a:r>
              <a:rPr kumimoji="1" lang="ja-JP" altLang="en-US"/>
              <a:t>誰も正解がわからない</a:t>
            </a:r>
            <a:endParaRPr kumimoji="1" lang="en-US" altLang="ja-JP"/>
          </a:p>
          <a:p>
            <a:pPr lvl="1"/>
            <a:r>
              <a:rPr lang="ja-JP" altLang="en-US"/>
              <a:t>手ぶらで行っても、話の具体性に欠ける</a:t>
            </a:r>
            <a:endParaRPr lang="en-US" altLang="ja-JP"/>
          </a:p>
          <a:p>
            <a:r>
              <a:rPr lang="ja-JP" altLang="en-US"/>
              <a:t>情報をイメージ化</a:t>
            </a:r>
            <a:r>
              <a:rPr lang="en-US" altLang="ja-JP"/>
              <a:t>(</a:t>
            </a:r>
            <a:r>
              <a:rPr lang="ja-JP" altLang="en-US"/>
              <a:t>図示</a:t>
            </a:r>
            <a:r>
              <a:rPr lang="en-US" altLang="ja-JP"/>
              <a:t>)</a:t>
            </a:r>
            <a:r>
              <a:rPr lang="ja-JP" altLang="en-US"/>
              <a:t>することで議論が空中戦にならず、着実に検討が進んでいる</a:t>
            </a:r>
            <a:endParaRPr lang="en-US" altLang="ja-JP"/>
          </a:p>
          <a:p>
            <a:pPr lvl="1"/>
            <a:r>
              <a:rPr lang="ja-JP" altLang="en-US"/>
              <a:t>認識齟齬を防ぎ、具体的な意見がもらえる</a:t>
            </a:r>
            <a:endParaRPr lang="en-US" altLang="ja-JP"/>
          </a:p>
          <a:p>
            <a:pPr lvl="1"/>
            <a:r>
              <a:rPr kumimoji="1" lang="en-US" altLang="ja-JP"/>
              <a:t>NBX</a:t>
            </a:r>
            <a:r>
              <a:rPr kumimoji="1" lang="ja-JP" altLang="en-US"/>
              <a:t>が長けている。</a:t>
            </a:r>
            <a:endParaRPr kumimoji="1" lang="en-US" altLang="ja-JP"/>
          </a:p>
          <a:p>
            <a:pPr lvl="1"/>
            <a:r>
              <a:rPr lang="ja-JP" altLang="en-US"/>
              <a:t>今後も具体的なイメージや、実際に動くもの</a:t>
            </a:r>
            <a:r>
              <a:rPr lang="en-US" altLang="ja-JP"/>
              <a:t>(</a:t>
            </a:r>
            <a:r>
              <a:rPr lang="ja-JP" altLang="en-US"/>
              <a:t>プロトタイプ等</a:t>
            </a:r>
            <a:r>
              <a:rPr lang="en-US" altLang="ja-JP"/>
              <a:t>)</a:t>
            </a:r>
            <a:r>
              <a:rPr lang="ja-JP" altLang="en-US"/>
              <a:t>で会話をしていく</a:t>
            </a:r>
            <a:endParaRPr lang="en-US" altLang="ja-JP"/>
          </a:p>
        </p:txBody>
      </p:sp>
      <p:pic>
        <p:nvPicPr>
          <p:cNvPr id="4" name="Picture 2" descr="変化の激しい、いまこそ「アジャイル」で - LINKcom ブログ">
            <a:extLst>
              <a:ext uri="{FF2B5EF4-FFF2-40B4-BE49-F238E27FC236}">
                <a16:creationId xmlns:a16="http://schemas.microsoft.com/office/drawing/2014/main" id="{0C3E9F80-A85F-BE49-5B1E-5964F70F72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01" b="10131"/>
          <a:stretch/>
        </p:blipFill>
        <p:spPr bwMode="auto">
          <a:xfrm>
            <a:off x="5733174" y="2597620"/>
            <a:ext cx="2880695" cy="831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7D225BE-24C1-3BCD-9FD4-797801D5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5737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5DD585-8432-3ACB-1C06-4D1E17BA25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4550" y="3074988"/>
            <a:ext cx="10515600" cy="708025"/>
          </a:xfrm>
        </p:spPr>
        <p:txBody>
          <a:bodyPr/>
          <a:lstStyle/>
          <a:p>
            <a:r>
              <a:rPr lang="ja-JP" altLang="en-US"/>
              <a:t>以上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4141666-A6E7-C1D1-1795-CB8B1DBD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282D-240A-4B6A-BEB7-7825F9D61845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748778"/>
      </p:ext>
    </p:extLst>
  </p:cSld>
  <p:clrMapOvr>
    <a:masterClrMapping/>
  </p:clrMapOvr>
</p:sld>
</file>

<file path=ppt/theme/theme1.xml><?xml version="1.0" encoding="utf-8"?>
<a:theme xmlns:a="http://schemas.openxmlformats.org/drawingml/2006/main" name="シンプル2">
  <a:themeElements>
    <a:clrScheme name="ユーザー定義 2">
      <a:dk1>
        <a:srgbClr val="292929"/>
      </a:dk1>
      <a:lt1>
        <a:sysClr val="window" lastClr="FFFFFF"/>
      </a:lt1>
      <a:dk2>
        <a:srgbClr val="777777"/>
      </a:dk2>
      <a:lt2>
        <a:srgbClr val="E7E6E6"/>
      </a:lt2>
      <a:accent1>
        <a:srgbClr val="E06A3B"/>
      </a:accent1>
      <a:accent2>
        <a:srgbClr val="197993"/>
      </a:accent2>
      <a:accent3>
        <a:srgbClr val="B3261E"/>
      </a:accent3>
      <a:accent4>
        <a:srgbClr val="EDAD0B"/>
      </a:accent4>
      <a:accent5>
        <a:srgbClr val="3261AB"/>
      </a:accent5>
      <a:accent6>
        <a:srgbClr val="188855"/>
      </a:accent6>
      <a:hlink>
        <a:srgbClr val="0563C1"/>
      </a:hlink>
      <a:folHlink>
        <a:srgbClr val="954F72"/>
      </a:folHlink>
    </a:clrScheme>
    <a:fontScheme name="Noto Sans JP">
      <a:majorFont>
        <a:latin typeface="Noto Sans JP Bold"/>
        <a:ea typeface="Noto Sans JP Bold"/>
        <a:cs typeface=""/>
      </a:majorFont>
      <a:minorFont>
        <a:latin typeface="Noto Sans JP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シンプル2" id="{863A3237-07CE-486F-99AE-82A5ACC02BF7}" vid="{FB62AA4F-BBEF-41F6-87AA-8813EB57481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8ED8A1214FEF642906783F3A789F102" ma:contentTypeVersion="19" ma:contentTypeDescription="新しいドキュメントを作成します。" ma:contentTypeScope="" ma:versionID="af3cab0ba461f875ab5d3ea03ca3e26d">
  <xsd:schema xmlns:xsd="http://www.w3.org/2001/XMLSchema" xmlns:xs="http://www.w3.org/2001/XMLSchema" xmlns:p="http://schemas.microsoft.com/office/2006/metadata/properties" xmlns:ns2="e92e7d18-4867-4b99-8692-27845fd3fde2" xmlns:ns3="a1ebcb03-1241-4a17-8970-a21c81be15bd" targetNamespace="http://schemas.microsoft.com/office/2006/metadata/properties" ma:root="true" ma:fieldsID="e194d1560cb8b72c20787e7210902380" ns2:_="" ns3:_="">
    <xsd:import namespace="e92e7d18-4867-4b99-8692-27845fd3fde2"/>
    <xsd:import namespace="a1ebcb03-1241-4a17-8970-a21c81be15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e7d18-4867-4b99-8692-27845fd3f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12ff8844-7f78-48cf-b5c5-6eb2e72d67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bcb03-1241-4a17-8970-a21c81be15b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b825b40-9d67-42b8-bce7-df8eff999c39}" ma:internalName="TaxCatchAll" ma:showField="CatchAllData" ma:web="a1ebcb03-1241-4a17-8970-a21c81be15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2e7d18-4867-4b99-8692-27845fd3fde2">
      <Terms xmlns="http://schemas.microsoft.com/office/infopath/2007/PartnerControls"/>
    </lcf76f155ced4ddcb4097134ff3c332f>
    <TaxCatchAll xmlns="a1ebcb03-1241-4a17-8970-a21c81be15bd" xsi:nil="true"/>
  </documentManagement>
</p:properties>
</file>

<file path=customXml/itemProps1.xml><?xml version="1.0" encoding="utf-8"?>
<ds:datastoreItem xmlns:ds="http://schemas.openxmlformats.org/officeDocument/2006/customXml" ds:itemID="{8BB74547-E049-4EA1-A6B9-8987192E33D4}"/>
</file>

<file path=customXml/itemProps2.xml><?xml version="1.0" encoding="utf-8"?>
<ds:datastoreItem xmlns:ds="http://schemas.openxmlformats.org/officeDocument/2006/customXml" ds:itemID="{52BCDA0B-C413-449D-B3ED-8954FD1C70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4E0841-179E-4C03-997A-F91531E48C8C}">
  <ds:schemaRefs>
    <ds:schemaRef ds:uri="a1ebcb03-1241-4a17-8970-a21c81be15bd"/>
    <ds:schemaRef ds:uri="e92e7d18-4867-4b99-8692-27845fd3fd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4c93307-c3b3-4337-9766-0ef0b5644b19}" enabled="1" method="Standard" siteId="{02b02150-dbc8-4a3b-be71-e3eba060a81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シンプル2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シンプル2</vt:lpstr>
      <vt:lpstr>DIT「ソフト関連認証業務_運用検討」 案件報告</vt:lpstr>
      <vt:lpstr>目次</vt:lpstr>
      <vt:lpstr>RxSWINとは</vt:lpstr>
      <vt:lpstr>プロジェクトのスコープ</vt:lpstr>
      <vt:lpstr>部品リスト出力の概要</vt:lpstr>
      <vt:lpstr>大日程</vt:lpstr>
      <vt:lpstr>TMCのRxSWIN活動体制</vt:lpstr>
      <vt:lpstr>プロジェクト体制</vt:lpstr>
      <vt:lpstr>取り組み状況</vt:lpstr>
      <vt:lpstr>取り組み状況</vt:lpstr>
      <vt:lpstr>取り組み状況</vt:lpstr>
      <vt:lpstr>取り組み状況</vt:lpstr>
      <vt:lpstr>ご参考) SEAMlessとは</vt:lpstr>
      <vt:lpstr>今後の進め方</vt:lpstr>
      <vt:lpstr>今後の進め方</vt:lpstr>
      <vt:lpstr>所感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Yokoyama, Kazuki/横山 一樹</dc:creator>
  <cp:revision>1</cp:revision>
  <dcterms:created xsi:type="dcterms:W3CDTF">2025-10-03T03:57:00Z</dcterms:created>
  <dcterms:modified xsi:type="dcterms:W3CDTF">2025-10-15T05:38:11Z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0x010100B8ED8A1214FEF642906783F3A789F102</vt:lpwstr>
  </property>
  <property fmtid="{D5CDD505-2E9C-101B-9397-08002B2CF9AE}" pid="3" name="MediaServiceImageTags">
    <vt:lpwstr/>
  </property>
</Properties>
</file>