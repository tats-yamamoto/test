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2.jfif" ContentType="image/pn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75" r:id="rId6"/>
    <p:sldId id="269" r:id="rId7"/>
    <p:sldId id="259" r:id="rId8"/>
    <p:sldId id="261" r:id="rId9"/>
    <p:sldId id="266" r:id="rId10"/>
    <p:sldId id="267" r:id="rId11"/>
    <p:sldId id="260" r:id="rId12"/>
    <p:sldId id="276" r:id="rId13"/>
    <p:sldId id="281" r:id="rId14"/>
    <p:sldId id="277" r:id="rId15"/>
    <p:sldId id="272" r:id="rId16"/>
    <p:sldId id="282" r:id="rId17"/>
    <p:sldId id="278" r:id="rId18"/>
    <p:sldId id="283" r:id="rId19"/>
    <p:sldId id="270" r:id="rId20"/>
    <p:sldId id="284" r:id="rId21"/>
    <p:sldId id="274" r:id="rId22"/>
    <p:sldId id="285" r:id="rId23"/>
    <p:sldId id="2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14D078-A42D-4AD2-9FD0-F6680B529F06}" v="75" dt="2025-07-18T00:19:12.645"/>
    <p1510:client id="{DAEB24D9-CB0D-4984-8E0B-BEEDC7FB642B}" v="26" dt="2025-07-18T00:58:52.49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30" autoAdjust="0"/>
    <p:restoredTop sz="94660"/>
  </p:normalViewPr>
  <p:slideViewPr>
    <p:cSldViewPr snapToGrid="0">
      <p:cViewPr varScale="1">
        <p:scale>
          <a:sx n="118" d="100"/>
          <a:sy n="118" d="100"/>
        </p:scale>
        <p:origin x="58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koyama, Kazuki/横山 一樹" userId="eebd3b26-963b-49b8-bece-d035e86ca04e" providerId="ADAL" clId="{B814D078-A42D-4AD2-9FD0-F6680B529F06}"/>
    <pc:docChg chg="undo custSel addSld delSld modSld sldOrd">
      <pc:chgData name="Yokoyama, Kazuki/横山 一樹" userId="eebd3b26-963b-49b8-bece-d035e86ca04e" providerId="ADAL" clId="{B814D078-A42D-4AD2-9FD0-F6680B529F06}" dt="2025-07-18T00:27:36.589" v="5380" actId="20577"/>
      <pc:docMkLst>
        <pc:docMk/>
      </pc:docMkLst>
      <pc:sldChg chg="modSp mod">
        <pc:chgData name="Yokoyama, Kazuki/横山 一樹" userId="eebd3b26-963b-49b8-bece-d035e86ca04e" providerId="ADAL" clId="{B814D078-A42D-4AD2-9FD0-F6680B529F06}" dt="2025-07-18T00:26:54.769" v="5371" actId="20577"/>
        <pc:sldMkLst>
          <pc:docMk/>
          <pc:sldMk cId="1763425898" sldId="256"/>
        </pc:sldMkLst>
        <pc:spChg chg="mod">
          <ac:chgData name="Yokoyama, Kazuki/横山 一樹" userId="eebd3b26-963b-49b8-bece-d035e86ca04e" providerId="ADAL" clId="{B814D078-A42D-4AD2-9FD0-F6680B529F06}" dt="2025-07-18T00:26:54.769" v="5371" actId="20577"/>
          <ac:spMkLst>
            <pc:docMk/>
            <pc:sldMk cId="1763425898" sldId="256"/>
            <ac:spMk id="2" creationId="{002D65B8-234D-DDF2-8458-BE29499C3250}"/>
          </ac:spMkLst>
        </pc:spChg>
      </pc:sldChg>
      <pc:sldChg chg="del">
        <pc:chgData name="Yokoyama, Kazuki/横山 一樹" userId="eebd3b26-963b-49b8-bece-d035e86ca04e" providerId="ADAL" clId="{B814D078-A42D-4AD2-9FD0-F6680B529F06}" dt="2025-07-16T11:39:52.468" v="3061" actId="47"/>
        <pc:sldMkLst>
          <pc:docMk/>
          <pc:sldMk cId="2540252781" sldId="257"/>
        </pc:sldMkLst>
      </pc:sldChg>
      <pc:sldChg chg="modSp del mod">
        <pc:chgData name="Yokoyama, Kazuki/横山 一樹" userId="eebd3b26-963b-49b8-bece-d035e86ca04e" providerId="ADAL" clId="{B814D078-A42D-4AD2-9FD0-F6680B529F06}" dt="2025-07-16T10:25:03.663" v="924" actId="47"/>
        <pc:sldMkLst>
          <pc:docMk/>
          <pc:sldMk cId="2513442784" sldId="258"/>
        </pc:sldMkLst>
        <pc:spChg chg="mod">
          <ac:chgData name="Yokoyama, Kazuki/横山 一樹" userId="eebd3b26-963b-49b8-bece-d035e86ca04e" providerId="ADAL" clId="{B814D078-A42D-4AD2-9FD0-F6680B529F06}" dt="2025-07-16T09:55:35.027" v="488" actId="6549"/>
          <ac:spMkLst>
            <pc:docMk/>
            <pc:sldMk cId="2513442784" sldId="258"/>
            <ac:spMk id="3" creationId="{A05EEACA-2BC9-7E30-7E3E-2E0B5AE3D302}"/>
          </ac:spMkLst>
        </pc:spChg>
      </pc:sldChg>
      <pc:sldChg chg="addSp delSp modSp mod ord modClrScheme chgLayout">
        <pc:chgData name="Yokoyama, Kazuki/横山 一樹" userId="eebd3b26-963b-49b8-bece-d035e86ca04e" providerId="ADAL" clId="{B814D078-A42D-4AD2-9FD0-F6680B529F06}" dt="2025-07-18T00:15:34.119" v="5119" actId="14100"/>
        <pc:sldMkLst>
          <pc:docMk/>
          <pc:sldMk cId="3581319212" sldId="259"/>
        </pc:sldMkLst>
        <pc:spChg chg="mod ord">
          <ac:chgData name="Yokoyama, Kazuki/横山 一樹" userId="eebd3b26-963b-49b8-bece-d035e86ca04e" providerId="ADAL" clId="{B814D078-A42D-4AD2-9FD0-F6680B529F06}" dt="2025-07-18T00:13:49.284" v="4969" actId="700"/>
          <ac:spMkLst>
            <pc:docMk/>
            <pc:sldMk cId="3581319212" sldId="259"/>
            <ac:spMk id="2" creationId="{15F3DC2B-2D2E-A067-DBF3-89D52ABFFDE0}"/>
          </ac:spMkLst>
        </pc:spChg>
        <pc:spChg chg="add del mod ord">
          <ac:chgData name="Yokoyama, Kazuki/横山 一樹" userId="eebd3b26-963b-49b8-bece-d035e86ca04e" providerId="ADAL" clId="{B814D078-A42D-4AD2-9FD0-F6680B529F06}" dt="2025-07-18T00:13:51.873" v="4970" actId="478"/>
          <ac:spMkLst>
            <pc:docMk/>
            <pc:sldMk cId="3581319212" sldId="259"/>
            <ac:spMk id="3" creationId="{FB1CC7DA-D7AF-EFD4-FE88-426DE5E693ED}"/>
          </ac:spMkLst>
        </pc:spChg>
        <pc:spChg chg="add del mod">
          <ac:chgData name="Yokoyama, Kazuki/横山 一樹" userId="eebd3b26-963b-49b8-bece-d035e86ca04e" providerId="ADAL" clId="{B814D078-A42D-4AD2-9FD0-F6680B529F06}" dt="2025-07-16T09:56:17.387" v="493" actId="478"/>
          <ac:spMkLst>
            <pc:docMk/>
            <pc:sldMk cId="3581319212" sldId="259"/>
            <ac:spMk id="5" creationId="{86ACE945-0113-1915-BD35-8AFF7C04FC43}"/>
          </ac:spMkLst>
        </pc:spChg>
        <pc:spChg chg="add mod">
          <ac:chgData name="Yokoyama, Kazuki/横山 一樹" userId="eebd3b26-963b-49b8-bece-d035e86ca04e" providerId="ADAL" clId="{B814D078-A42D-4AD2-9FD0-F6680B529F06}" dt="2025-07-18T00:15:26.743" v="5117" actId="1076"/>
          <ac:spMkLst>
            <pc:docMk/>
            <pc:sldMk cId="3581319212" sldId="259"/>
            <ac:spMk id="5" creationId="{921AEA71-4755-9A4B-DADE-5A129A2040C0}"/>
          </ac:spMkLst>
        </pc:spChg>
        <pc:spChg chg="add del mod">
          <ac:chgData name="Yokoyama, Kazuki/横山 一樹" userId="eebd3b26-963b-49b8-bece-d035e86ca04e" providerId="ADAL" clId="{B814D078-A42D-4AD2-9FD0-F6680B529F06}" dt="2025-07-18T00:12:57.872" v="4954" actId="478"/>
          <ac:spMkLst>
            <pc:docMk/>
            <pc:sldMk cId="3581319212" sldId="259"/>
            <ac:spMk id="7" creationId="{8B334F13-3A43-5291-CB1B-A4ADA97C0E46}"/>
          </ac:spMkLst>
        </pc:spChg>
        <pc:spChg chg="mod">
          <ac:chgData name="Yokoyama, Kazuki/横山 一樹" userId="eebd3b26-963b-49b8-bece-d035e86ca04e" providerId="ADAL" clId="{B814D078-A42D-4AD2-9FD0-F6680B529F06}" dt="2025-07-18T00:15:26.743" v="5117" actId="1076"/>
          <ac:spMkLst>
            <pc:docMk/>
            <pc:sldMk cId="3581319212" sldId="259"/>
            <ac:spMk id="8" creationId="{AC5F7DEA-559F-0A21-0FB5-456D2CCD06B3}"/>
          </ac:spMkLst>
        </pc:spChg>
        <pc:spChg chg="add mod">
          <ac:chgData name="Yokoyama, Kazuki/横山 一樹" userId="eebd3b26-963b-49b8-bece-d035e86ca04e" providerId="ADAL" clId="{B814D078-A42D-4AD2-9FD0-F6680B529F06}" dt="2025-07-18T00:12:56.504" v="4952" actId="1076"/>
          <ac:spMkLst>
            <pc:docMk/>
            <pc:sldMk cId="3581319212" sldId="259"/>
            <ac:spMk id="9" creationId="{4C4A511F-1F1B-5E22-8348-2499B430CBEC}"/>
          </ac:spMkLst>
        </pc:spChg>
        <pc:spChg chg="add mod">
          <ac:chgData name="Yokoyama, Kazuki/横山 一樹" userId="eebd3b26-963b-49b8-bece-d035e86ca04e" providerId="ADAL" clId="{B814D078-A42D-4AD2-9FD0-F6680B529F06}" dt="2025-07-18T00:15:26.743" v="5117" actId="1076"/>
          <ac:spMkLst>
            <pc:docMk/>
            <pc:sldMk cId="3581319212" sldId="259"/>
            <ac:spMk id="11" creationId="{8B605EBB-BF3E-8118-DB28-579A64E6AD94}"/>
          </ac:spMkLst>
        </pc:spChg>
        <pc:spChg chg="add mod">
          <ac:chgData name="Yokoyama, Kazuki/横山 一樹" userId="eebd3b26-963b-49b8-bece-d035e86ca04e" providerId="ADAL" clId="{B814D078-A42D-4AD2-9FD0-F6680B529F06}" dt="2025-07-18T00:15:34.119" v="5119" actId="14100"/>
          <ac:spMkLst>
            <pc:docMk/>
            <pc:sldMk cId="3581319212" sldId="259"/>
            <ac:spMk id="12" creationId="{02BCA96E-56CB-2726-8C63-3A7826EA4810}"/>
          </ac:spMkLst>
        </pc:spChg>
        <pc:picChg chg="mod modCrop">
          <ac:chgData name="Yokoyama, Kazuki/横山 一樹" userId="eebd3b26-963b-49b8-bece-d035e86ca04e" providerId="ADAL" clId="{B814D078-A42D-4AD2-9FD0-F6680B529F06}" dt="2025-07-18T00:15:26.743" v="5117" actId="1076"/>
          <ac:picMkLst>
            <pc:docMk/>
            <pc:sldMk cId="3581319212" sldId="259"/>
            <ac:picMk id="4" creationId="{4A467D58-08A3-EC48-0A89-61900A0230E9}"/>
          </ac:picMkLst>
        </pc:picChg>
        <pc:picChg chg="del mod">
          <ac:chgData name="Yokoyama, Kazuki/横山 一樹" userId="eebd3b26-963b-49b8-bece-d035e86ca04e" providerId="ADAL" clId="{B814D078-A42D-4AD2-9FD0-F6680B529F06}" dt="2025-07-18T00:10:49.420" v="4908" actId="478"/>
          <ac:picMkLst>
            <pc:docMk/>
            <pc:sldMk cId="3581319212" sldId="259"/>
            <ac:picMk id="10" creationId="{9B299DBE-21A4-5CE3-05C2-923E61C60BA9}"/>
          </ac:picMkLst>
        </pc:picChg>
      </pc:sldChg>
      <pc:sldChg chg="addSp delSp modSp add del mod">
        <pc:chgData name="Yokoyama, Kazuki/横山 一樹" userId="eebd3b26-963b-49b8-bece-d035e86ca04e" providerId="ADAL" clId="{B814D078-A42D-4AD2-9FD0-F6680B529F06}" dt="2025-07-18T00:16:55.214" v="5138" actId="1076"/>
        <pc:sldMkLst>
          <pc:docMk/>
          <pc:sldMk cId="2377888365" sldId="260"/>
        </pc:sldMkLst>
        <pc:spChg chg="add mod">
          <ac:chgData name="Yokoyama, Kazuki/横山 一樹" userId="eebd3b26-963b-49b8-bece-d035e86ca04e" providerId="ADAL" clId="{B814D078-A42D-4AD2-9FD0-F6680B529F06}" dt="2025-07-17T23:38:55.371" v="4502" actId="14100"/>
          <ac:spMkLst>
            <pc:docMk/>
            <pc:sldMk cId="2377888365" sldId="260"/>
            <ac:spMk id="6" creationId="{96523C38-15C1-C509-4326-69359CA0D85A}"/>
          </ac:spMkLst>
        </pc:spChg>
        <pc:spChg chg="add mod">
          <ac:chgData name="Yokoyama, Kazuki/横山 一樹" userId="eebd3b26-963b-49b8-bece-d035e86ca04e" providerId="ADAL" clId="{B814D078-A42D-4AD2-9FD0-F6680B529F06}" dt="2025-07-17T23:39:53.501" v="4518"/>
          <ac:spMkLst>
            <pc:docMk/>
            <pc:sldMk cId="2377888365" sldId="260"/>
            <ac:spMk id="7" creationId="{5D349223-CD6E-DA3A-D35A-1BD8015ADC0C}"/>
          </ac:spMkLst>
        </pc:spChg>
        <pc:spChg chg="mod">
          <ac:chgData name="Yokoyama, Kazuki/横山 一樹" userId="eebd3b26-963b-49b8-bece-d035e86ca04e" providerId="ADAL" clId="{B814D078-A42D-4AD2-9FD0-F6680B529F06}" dt="2025-07-17T23:38:59.294" v="4503" actId="207"/>
          <ac:spMkLst>
            <pc:docMk/>
            <pc:sldMk cId="2377888365" sldId="260"/>
            <ac:spMk id="10" creationId="{5D456D15-97CE-370B-105F-4AAAF642770F}"/>
          </ac:spMkLst>
        </pc:spChg>
        <pc:spChg chg="mod">
          <ac:chgData name="Yokoyama, Kazuki/横山 一樹" userId="eebd3b26-963b-49b8-bece-d035e86ca04e" providerId="ADAL" clId="{B814D078-A42D-4AD2-9FD0-F6680B529F06}" dt="2025-07-17T23:38:22.769" v="4433" actId="14100"/>
          <ac:spMkLst>
            <pc:docMk/>
            <pc:sldMk cId="2377888365" sldId="260"/>
            <ac:spMk id="11" creationId="{2066C865-F18E-7537-AC3A-175751A65AFB}"/>
          </ac:spMkLst>
        </pc:spChg>
        <pc:spChg chg="del">
          <ac:chgData name="Yokoyama, Kazuki/横山 一樹" userId="eebd3b26-963b-49b8-bece-d035e86ca04e" providerId="ADAL" clId="{B814D078-A42D-4AD2-9FD0-F6680B529F06}" dt="2025-07-17T23:37:59.966" v="4432" actId="478"/>
          <ac:spMkLst>
            <pc:docMk/>
            <pc:sldMk cId="2377888365" sldId="260"/>
            <ac:spMk id="12" creationId="{BCAD052B-2C25-B54F-381B-511DA744D36A}"/>
          </ac:spMkLst>
        </pc:spChg>
        <pc:spChg chg="ord">
          <ac:chgData name="Yokoyama, Kazuki/横山 一樹" userId="eebd3b26-963b-49b8-bece-d035e86ca04e" providerId="ADAL" clId="{B814D078-A42D-4AD2-9FD0-F6680B529F06}" dt="2025-07-17T23:40:03.634" v="4519" actId="166"/>
          <ac:spMkLst>
            <pc:docMk/>
            <pc:sldMk cId="2377888365" sldId="260"/>
            <ac:spMk id="13" creationId="{6C2CD659-C05C-3F70-FCA2-2959FCE7FCF1}"/>
          </ac:spMkLst>
        </pc:spChg>
        <pc:spChg chg="mod">
          <ac:chgData name="Yokoyama, Kazuki/横山 一樹" userId="eebd3b26-963b-49b8-bece-d035e86ca04e" providerId="ADAL" clId="{B814D078-A42D-4AD2-9FD0-F6680B529F06}" dt="2025-07-17T23:38:24.432" v="4434" actId="1076"/>
          <ac:spMkLst>
            <pc:docMk/>
            <pc:sldMk cId="2377888365" sldId="260"/>
            <ac:spMk id="15" creationId="{5F6C2183-97AC-B43A-91E1-B151528C7314}"/>
          </ac:spMkLst>
        </pc:spChg>
        <pc:spChg chg="mod">
          <ac:chgData name="Yokoyama, Kazuki/横山 一樹" userId="eebd3b26-963b-49b8-bece-d035e86ca04e" providerId="ADAL" clId="{B814D078-A42D-4AD2-9FD0-F6680B529F06}" dt="2025-07-18T00:16:55.214" v="5138" actId="1076"/>
          <ac:spMkLst>
            <pc:docMk/>
            <pc:sldMk cId="2377888365" sldId="260"/>
            <ac:spMk id="16" creationId="{92B9219E-DBA7-6F47-30C3-8869BDA2A787}"/>
          </ac:spMkLst>
        </pc:spChg>
        <pc:spChg chg="del">
          <ac:chgData name="Yokoyama, Kazuki/横山 一樹" userId="eebd3b26-963b-49b8-bece-d035e86ca04e" providerId="ADAL" clId="{B814D078-A42D-4AD2-9FD0-F6680B529F06}" dt="2025-07-17T23:37:46.855" v="4431" actId="478"/>
          <ac:spMkLst>
            <pc:docMk/>
            <pc:sldMk cId="2377888365" sldId="260"/>
            <ac:spMk id="36" creationId="{186A540A-DAB4-7201-EF9C-B3705B57E86D}"/>
          </ac:spMkLst>
        </pc:spChg>
        <pc:spChg chg="del">
          <ac:chgData name="Yokoyama, Kazuki/横山 一樹" userId="eebd3b26-963b-49b8-bece-d035e86ca04e" providerId="ADAL" clId="{B814D078-A42D-4AD2-9FD0-F6680B529F06}" dt="2025-07-17T23:37:46.855" v="4431" actId="478"/>
          <ac:spMkLst>
            <pc:docMk/>
            <pc:sldMk cId="2377888365" sldId="260"/>
            <ac:spMk id="38" creationId="{17B88E6D-13A9-A82C-8BC1-72C2D2CF7C1B}"/>
          </ac:spMkLst>
        </pc:spChg>
        <pc:spChg chg="del">
          <ac:chgData name="Yokoyama, Kazuki/横山 一樹" userId="eebd3b26-963b-49b8-bece-d035e86ca04e" providerId="ADAL" clId="{B814D078-A42D-4AD2-9FD0-F6680B529F06}" dt="2025-07-17T23:37:46.855" v="4431" actId="478"/>
          <ac:spMkLst>
            <pc:docMk/>
            <pc:sldMk cId="2377888365" sldId="260"/>
            <ac:spMk id="39" creationId="{8300C640-1419-92FE-F655-BC47CD2D27F0}"/>
          </ac:spMkLst>
        </pc:spChg>
        <pc:spChg chg="del">
          <ac:chgData name="Yokoyama, Kazuki/横山 一樹" userId="eebd3b26-963b-49b8-bece-d035e86ca04e" providerId="ADAL" clId="{B814D078-A42D-4AD2-9FD0-F6680B529F06}" dt="2025-07-17T23:37:46.855" v="4431" actId="478"/>
          <ac:spMkLst>
            <pc:docMk/>
            <pc:sldMk cId="2377888365" sldId="260"/>
            <ac:spMk id="40" creationId="{609490CA-EA5A-2455-EA72-A36F2F3E1226}"/>
          </ac:spMkLst>
        </pc:spChg>
        <pc:graphicFrameChg chg="modGraphic">
          <ac:chgData name="Yokoyama, Kazuki/横山 一樹" userId="eebd3b26-963b-49b8-bece-d035e86ca04e" providerId="ADAL" clId="{B814D078-A42D-4AD2-9FD0-F6680B529F06}" dt="2025-07-18T00:16:48.332" v="5136" actId="6549"/>
          <ac:graphicFrameMkLst>
            <pc:docMk/>
            <pc:sldMk cId="2377888365" sldId="260"/>
            <ac:graphicFrameMk id="3" creationId="{2019CBA3-C372-494B-FB9B-42ECBC252497}"/>
          </ac:graphicFrameMkLst>
        </pc:graphicFrameChg>
      </pc:sldChg>
      <pc:sldChg chg="addSp delSp modSp mod">
        <pc:chgData name="Yokoyama, Kazuki/横山 一樹" userId="eebd3b26-963b-49b8-bece-d035e86ca04e" providerId="ADAL" clId="{B814D078-A42D-4AD2-9FD0-F6680B529F06}" dt="2025-07-18T00:16:08.456" v="5122" actId="20577"/>
        <pc:sldMkLst>
          <pc:docMk/>
          <pc:sldMk cId="34075599" sldId="261"/>
        </pc:sldMkLst>
        <pc:spChg chg="mod">
          <ac:chgData name="Yokoyama, Kazuki/横山 一樹" userId="eebd3b26-963b-49b8-bece-d035e86ca04e" providerId="ADAL" clId="{B814D078-A42D-4AD2-9FD0-F6680B529F06}" dt="2025-07-16T06:48:50.175" v="138" actId="14100"/>
          <ac:spMkLst>
            <pc:docMk/>
            <pc:sldMk cId="34075599" sldId="261"/>
            <ac:spMk id="17" creationId="{773BD541-4E32-7A4D-1717-41F963C09C32}"/>
          </ac:spMkLst>
        </pc:spChg>
        <pc:spChg chg="mod">
          <ac:chgData name="Yokoyama, Kazuki/横山 一樹" userId="eebd3b26-963b-49b8-bece-d035e86ca04e" providerId="ADAL" clId="{B814D078-A42D-4AD2-9FD0-F6680B529F06}" dt="2025-07-16T06:48:39.570" v="136" actId="14100"/>
          <ac:spMkLst>
            <pc:docMk/>
            <pc:sldMk cId="34075599" sldId="261"/>
            <ac:spMk id="18" creationId="{E3C0ABEC-C826-B0AE-B60F-11AAFCEAD037}"/>
          </ac:spMkLst>
        </pc:spChg>
        <pc:spChg chg="mod">
          <ac:chgData name="Yokoyama, Kazuki/横山 一樹" userId="eebd3b26-963b-49b8-bece-d035e86ca04e" providerId="ADAL" clId="{B814D078-A42D-4AD2-9FD0-F6680B529F06}" dt="2025-07-16T06:48:33.193" v="134" actId="1076"/>
          <ac:spMkLst>
            <pc:docMk/>
            <pc:sldMk cId="34075599" sldId="261"/>
            <ac:spMk id="19" creationId="{9C21F408-1907-D07A-EE07-D3D94E2DA992}"/>
          </ac:spMkLst>
        </pc:spChg>
        <pc:spChg chg="mod">
          <ac:chgData name="Yokoyama, Kazuki/横山 一樹" userId="eebd3b26-963b-49b8-bece-d035e86ca04e" providerId="ADAL" clId="{B814D078-A42D-4AD2-9FD0-F6680B529F06}" dt="2025-07-16T06:48:33.193" v="134" actId="1076"/>
          <ac:spMkLst>
            <pc:docMk/>
            <pc:sldMk cId="34075599" sldId="261"/>
            <ac:spMk id="20" creationId="{FEA17C7D-D881-B8EA-4F9A-41F1C739AB44}"/>
          </ac:spMkLst>
        </pc:spChg>
        <pc:spChg chg="mod">
          <ac:chgData name="Yokoyama, Kazuki/横山 一樹" userId="eebd3b26-963b-49b8-bece-d035e86ca04e" providerId="ADAL" clId="{B814D078-A42D-4AD2-9FD0-F6680B529F06}" dt="2025-07-16T06:48:33.193" v="134" actId="1076"/>
          <ac:spMkLst>
            <pc:docMk/>
            <pc:sldMk cId="34075599" sldId="261"/>
            <ac:spMk id="21" creationId="{A6DBBE58-2540-E2DC-EF45-D0B973E100E4}"/>
          </ac:spMkLst>
        </pc:spChg>
        <pc:spChg chg="mod">
          <ac:chgData name="Yokoyama, Kazuki/横山 一樹" userId="eebd3b26-963b-49b8-bece-d035e86ca04e" providerId="ADAL" clId="{B814D078-A42D-4AD2-9FD0-F6680B529F06}" dt="2025-07-16T06:48:33.193" v="134" actId="1076"/>
          <ac:spMkLst>
            <pc:docMk/>
            <pc:sldMk cId="34075599" sldId="261"/>
            <ac:spMk id="22" creationId="{BE91F940-FB91-03BE-D553-127F23626451}"/>
          </ac:spMkLst>
        </pc:spChg>
        <pc:spChg chg="mod">
          <ac:chgData name="Yokoyama, Kazuki/横山 一樹" userId="eebd3b26-963b-49b8-bece-d035e86ca04e" providerId="ADAL" clId="{B814D078-A42D-4AD2-9FD0-F6680B529F06}" dt="2025-07-16T06:48:33.193" v="134" actId="1076"/>
          <ac:spMkLst>
            <pc:docMk/>
            <pc:sldMk cId="34075599" sldId="261"/>
            <ac:spMk id="27" creationId="{71C72C4C-9754-DB3A-1445-63BEA3E21F81}"/>
          </ac:spMkLst>
        </pc:spChg>
        <pc:spChg chg="mod">
          <ac:chgData name="Yokoyama, Kazuki/横山 一樹" userId="eebd3b26-963b-49b8-bece-d035e86ca04e" providerId="ADAL" clId="{B814D078-A42D-4AD2-9FD0-F6680B529F06}" dt="2025-07-16T06:48:33.193" v="134" actId="1076"/>
          <ac:spMkLst>
            <pc:docMk/>
            <pc:sldMk cId="34075599" sldId="261"/>
            <ac:spMk id="28" creationId="{1C5A8DD3-DE53-3BD8-B042-C005B2751812}"/>
          </ac:spMkLst>
        </pc:spChg>
        <pc:spChg chg="mod">
          <ac:chgData name="Yokoyama, Kazuki/横山 一樹" userId="eebd3b26-963b-49b8-bece-d035e86ca04e" providerId="ADAL" clId="{B814D078-A42D-4AD2-9FD0-F6680B529F06}" dt="2025-07-16T06:48:33.193" v="134" actId="1076"/>
          <ac:spMkLst>
            <pc:docMk/>
            <pc:sldMk cId="34075599" sldId="261"/>
            <ac:spMk id="30" creationId="{35E38C39-768D-ED8D-3325-BCD0D67BF115}"/>
          </ac:spMkLst>
        </pc:spChg>
        <pc:spChg chg="del">
          <ac:chgData name="Yokoyama, Kazuki/横山 一樹" userId="eebd3b26-963b-49b8-bece-d035e86ca04e" providerId="ADAL" clId="{B814D078-A42D-4AD2-9FD0-F6680B529F06}" dt="2025-07-16T06:45:45.498" v="20" actId="478"/>
          <ac:spMkLst>
            <pc:docMk/>
            <pc:sldMk cId="34075599" sldId="261"/>
            <ac:spMk id="31" creationId="{6359107E-305C-6013-35B7-4809D2105393}"/>
          </ac:spMkLst>
        </pc:spChg>
        <pc:spChg chg="mod">
          <ac:chgData name="Yokoyama, Kazuki/横山 一樹" userId="eebd3b26-963b-49b8-bece-d035e86ca04e" providerId="ADAL" clId="{B814D078-A42D-4AD2-9FD0-F6680B529F06}" dt="2025-07-18T00:16:08.456" v="5122" actId="20577"/>
          <ac:spMkLst>
            <pc:docMk/>
            <pc:sldMk cId="34075599" sldId="261"/>
            <ac:spMk id="34" creationId="{2B0758C3-0C98-F4A8-9C66-BE22D88C4E71}"/>
          </ac:spMkLst>
        </pc:spChg>
        <pc:spChg chg="mod">
          <ac:chgData name="Yokoyama, Kazuki/横山 一樹" userId="eebd3b26-963b-49b8-bece-d035e86ca04e" providerId="ADAL" clId="{B814D078-A42D-4AD2-9FD0-F6680B529F06}" dt="2025-07-16T10:27:03.690" v="926" actId="6549"/>
          <ac:spMkLst>
            <pc:docMk/>
            <pc:sldMk cId="34075599" sldId="261"/>
            <ac:spMk id="36" creationId="{6A0453D4-0FE2-0CCD-8F5D-A8DD197DA693}"/>
          </ac:spMkLst>
        </pc:spChg>
        <pc:spChg chg="mod">
          <ac:chgData name="Yokoyama, Kazuki/横山 一樹" userId="eebd3b26-963b-49b8-bece-d035e86ca04e" providerId="ADAL" clId="{B814D078-A42D-4AD2-9FD0-F6680B529F06}" dt="2025-07-16T06:48:33.193" v="134" actId="1076"/>
          <ac:spMkLst>
            <pc:docMk/>
            <pc:sldMk cId="34075599" sldId="261"/>
            <ac:spMk id="44" creationId="{303D50A5-23B2-F309-66C5-8336F9E9063C}"/>
          </ac:spMkLst>
        </pc:spChg>
        <pc:spChg chg="add mod">
          <ac:chgData name="Yokoyama, Kazuki/横山 一樹" userId="eebd3b26-963b-49b8-bece-d035e86ca04e" providerId="ADAL" clId="{B814D078-A42D-4AD2-9FD0-F6680B529F06}" dt="2025-07-16T06:48:33.193" v="134" actId="1076"/>
          <ac:spMkLst>
            <pc:docMk/>
            <pc:sldMk cId="34075599" sldId="261"/>
            <ac:spMk id="54" creationId="{0C7EFA1F-FD20-5D13-1648-DC52F7DD517D}"/>
          </ac:spMkLst>
        </pc:spChg>
        <pc:spChg chg="add mod">
          <ac:chgData name="Yokoyama, Kazuki/横山 一樹" userId="eebd3b26-963b-49b8-bece-d035e86ca04e" providerId="ADAL" clId="{B814D078-A42D-4AD2-9FD0-F6680B529F06}" dt="2025-07-16T06:48:33.193" v="134" actId="1076"/>
          <ac:spMkLst>
            <pc:docMk/>
            <pc:sldMk cId="34075599" sldId="261"/>
            <ac:spMk id="61" creationId="{88C7C615-96D6-A9B9-12D2-6A6822D1FB2B}"/>
          </ac:spMkLst>
        </pc:spChg>
        <pc:spChg chg="mod ord">
          <ac:chgData name="Yokoyama, Kazuki/横山 一樹" userId="eebd3b26-963b-49b8-bece-d035e86ca04e" providerId="ADAL" clId="{B814D078-A42D-4AD2-9FD0-F6680B529F06}" dt="2025-07-17T23:24:17.585" v="4312" actId="207"/>
          <ac:spMkLst>
            <pc:docMk/>
            <pc:sldMk cId="34075599" sldId="261"/>
            <ac:spMk id="62" creationId="{CA417828-390E-0A8E-E485-67C0A5A142AC}"/>
          </ac:spMkLst>
        </pc:spChg>
        <pc:spChg chg="add mod">
          <ac:chgData name="Yokoyama, Kazuki/横山 一樹" userId="eebd3b26-963b-49b8-bece-d035e86ca04e" providerId="ADAL" clId="{B814D078-A42D-4AD2-9FD0-F6680B529F06}" dt="2025-07-16T06:48:33.193" v="134" actId="1076"/>
          <ac:spMkLst>
            <pc:docMk/>
            <pc:sldMk cId="34075599" sldId="261"/>
            <ac:spMk id="63" creationId="{A6723322-237C-1AF2-5030-BEEB178BCA3C}"/>
          </ac:spMkLst>
        </pc:spChg>
        <pc:spChg chg="add mod">
          <ac:chgData name="Yokoyama, Kazuki/横山 一樹" userId="eebd3b26-963b-49b8-bece-d035e86ca04e" providerId="ADAL" clId="{B814D078-A42D-4AD2-9FD0-F6680B529F06}" dt="2025-07-16T06:48:37.189" v="135" actId="1076"/>
          <ac:spMkLst>
            <pc:docMk/>
            <pc:sldMk cId="34075599" sldId="261"/>
            <ac:spMk id="80" creationId="{787FBDC7-CA7C-5FC7-D10B-C258DD37731A}"/>
          </ac:spMkLst>
        </pc:spChg>
        <pc:spChg chg="add mod">
          <ac:chgData name="Yokoyama, Kazuki/横山 一樹" userId="eebd3b26-963b-49b8-bece-d035e86ca04e" providerId="ADAL" clId="{B814D078-A42D-4AD2-9FD0-F6680B529F06}" dt="2025-07-16T06:48:37.189" v="135" actId="1076"/>
          <ac:spMkLst>
            <pc:docMk/>
            <pc:sldMk cId="34075599" sldId="261"/>
            <ac:spMk id="81" creationId="{7B2B2CA1-4A4C-C950-FD84-3D83AA3A855D}"/>
          </ac:spMkLst>
        </pc:spChg>
        <pc:spChg chg="add del mod">
          <ac:chgData name="Yokoyama, Kazuki/横山 一樹" userId="eebd3b26-963b-49b8-bece-d035e86ca04e" providerId="ADAL" clId="{B814D078-A42D-4AD2-9FD0-F6680B529F06}" dt="2025-07-17T09:29:05.092" v="4266" actId="478"/>
          <ac:spMkLst>
            <pc:docMk/>
            <pc:sldMk cId="34075599" sldId="261"/>
            <ac:spMk id="88" creationId="{006CB155-F4F7-FE05-61F7-DEEAC6D9CAF6}"/>
          </ac:spMkLst>
        </pc:spChg>
        <pc:cxnChg chg="mod">
          <ac:chgData name="Yokoyama, Kazuki/横山 一樹" userId="eebd3b26-963b-49b8-bece-d035e86ca04e" providerId="ADAL" clId="{B814D078-A42D-4AD2-9FD0-F6680B529F06}" dt="2025-07-16T06:48:33.193" v="134" actId="1076"/>
          <ac:cxnSpMkLst>
            <pc:docMk/>
            <pc:sldMk cId="34075599" sldId="261"/>
            <ac:cxnSpMk id="10" creationId="{706DA855-4E0A-E834-8689-E718D1D6CD37}"/>
          </ac:cxnSpMkLst>
        </pc:cxnChg>
        <pc:cxnChg chg="mod">
          <ac:chgData name="Yokoyama, Kazuki/横山 一樹" userId="eebd3b26-963b-49b8-bece-d035e86ca04e" providerId="ADAL" clId="{B814D078-A42D-4AD2-9FD0-F6680B529F06}" dt="2025-07-16T06:48:33.193" v="134" actId="1076"/>
          <ac:cxnSpMkLst>
            <pc:docMk/>
            <pc:sldMk cId="34075599" sldId="261"/>
            <ac:cxnSpMk id="32" creationId="{2B5528FC-8C10-B631-F36C-5B4D6978B019}"/>
          </ac:cxnSpMkLst>
        </pc:cxnChg>
        <pc:cxnChg chg="mod">
          <ac:chgData name="Yokoyama, Kazuki/横山 一樹" userId="eebd3b26-963b-49b8-bece-d035e86ca04e" providerId="ADAL" clId="{B814D078-A42D-4AD2-9FD0-F6680B529F06}" dt="2025-07-16T06:48:33.193" v="134" actId="1076"/>
          <ac:cxnSpMkLst>
            <pc:docMk/>
            <pc:sldMk cId="34075599" sldId="261"/>
            <ac:cxnSpMk id="33" creationId="{652DE390-019C-0A9C-2F63-61C0E950D58F}"/>
          </ac:cxnSpMkLst>
        </pc:cxnChg>
        <pc:cxnChg chg="mod">
          <ac:chgData name="Yokoyama, Kazuki/横山 一樹" userId="eebd3b26-963b-49b8-bece-d035e86ca04e" providerId="ADAL" clId="{B814D078-A42D-4AD2-9FD0-F6680B529F06}" dt="2025-07-16T06:48:50.175" v="138" actId="14100"/>
          <ac:cxnSpMkLst>
            <pc:docMk/>
            <pc:sldMk cId="34075599" sldId="261"/>
            <ac:cxnSpMk id="37" creationId="{FB165ACE-7F9A-B8D0-CF21-C37F26828FA3}"/>
          </ac:cxnSpMkLst>
        </pc:cxnChg>
        <pc:cxnChg chg="mod">
          <ac:chgData name="Yokoyama, Kazuki/横山 一樹" userId="eebd3b26-963b-49b8-bece-d035e86ca04e" providerId="ADAL" clId="{B814D078-A42D-4AD2-9FD0-F6680B529F06}" dt="2025-07-16T06:48:50.175" v="138" actId="14100"/>
          <ac:cxnSpMkLst>
            <pc:docMk/>
            <pc:sldMk cId="34075599" sldId="261"/>
            <ac:cxnSpMk id="38" creationId="{19F7A568-4F6F-D1CE-5455-1A636CF70268}"/>
          </ac:cxnSpMkLst>
        </pc:cxnChg>
        <pc:cxnChg chg="mod">
          <ac:chgData name="Yokoyama, Kazuki/横山 一樹" userId="eebd3b26-963b-49b8-bece-d035e86ca04e" providerId="ADAL" clId="{B814D078-A42D-4AD2-9FD0-F6680B529F06}" dt="2025-07-16T06:48:50.175" v="138" actId="14100"/>
          <ac:cxnSpMkLst>
            <pc:docMk/>
            <pc:sldMk cId="34075599" sldId="261"/>
            <ac:cxnSpMk id="39" creationId="{9151D213-891B-943D-3459-8FA1E02A812B}"/>
          </ac:cxnSpMkLst>
        </pc:cxnChg>
        <pc:cxnChg chg="mod">
          <ac:chgData name="Yokoyama, Kazuki/横山 一樹" userId="eebd3b26-963b-49b8-bece-d035e86ca04e" providerId="ADAL" clId="{B814D078-A42D-4AD2-9FD0-F6680B529F06}" dt="2025-07-16T06:48:33.193" v="134" actId="1076"/>
          <ac:cxnSpMkLst>
            <pc:docMk/>
            <pc:sldMk cId="34075599" sldId="261"/>
            <ac:cxnSpMk id="42" creationId="{F96C1BE0-5B7E-7B49-1CA7-8B0F0F47DC0D}"/>
          </ac:cxnSpMkLst>
        </pc:cxnChg>
        <pc:cxnChg chg="mod">
          <ac:chgData name="Yokoyama, Kazuki/横山 一樹" userId="eebd3b26-963b-49b8-bece-d035e86ca04e" providerId="ADAL" clId="{B814D078-A42D-4AD2-9FD0-F6680B529F06}" dt="2025-07-16T06:48:33.193" v="134" actId="1076"/>
          <ac:cxnSpMkLst>
            <pc:docMk/>
            <pc:sldMk cId="34075599" sldId="261"/>
            <ac:cxnSpMk id="45" creationId="{5B7E4787-19EB-548C-B631-AF1542AE3563}"/>
          </ac:cxnSpMkLst>
        </pc:cxnChg>
        <pc:cxnChg chg="mod">
          <ac:chgData name="Yokoyama, Kazuki/横山 一樹" userId="eebd3b26-963b-49b8-bece-d035e86ca04e" providerId="ADAL" clId="{B814D078-A42D-4AD2-9FD0-F6680B529F06}" dt="2025-07-16T06:48:33.193" v="134" actId="1076"/>
          <ac:cxnSpMkLst>
            <pc:docMk/>
            <pc:sldMk cId="34075599" sldId="261"/>
            <ac:cxnSpMk id="51" creationId="{31D8DC12-D31C-628E-BDB2-37147B152ABE}"/>
          </ac:cxnSpMkLst>
        </pc:cxnChg>
        <pc:cxnChg chg="mod">
          <ac:chgData name="Yokoyama, Kazuki/横山 一樹" userId="eebd3b26-963b-49b8-bece-d035e86ca04e" providerId="ADAL" clId="{B814D078-A42D-4AD2-9FD0-F6680B529F06}" dt="2025-07-16T06:48:33.193" v="134" actId="1076"/>
          <ac:cxnSpMkLst>
            <pc:docMk/>
            <pc:sldMk cId="34075599" sldId="261"/>
            <ac:cxnSpMk id="55" creationId="{EBF0EC2A-B78B-BD68-14A0-10E41CD535C0}"/>
          </ac:cxnSpMkLst>
        </pc:cxnChg>
        <pc:cxnChg chg="add mod">
          <ac:chgData name="Yokoyama, Kazuki/横山 一樹" userId="eebd3b26-963b-49b8-bece-d035e86ca04e" providerId="ADAL" clId="{B814D078-A42D-4AD2-9FD0-F6680B529F06}" dt="2025-07-16T06:48:33.193" v="134" actId="1076"/>
          <ac:cxnSpMkLst>
            <pc:docMk/>
            <pc:sldMk cId="34075599" sldId="261"/>
            <ac:cxnSpMk id="65" creationId="{48822020-EBD5-3595-A632-56994E4BB632}"/>
          </ac:cxnSpMkLst>
        </pc:cxnChg>
        <pc:cxnChg chg="add mod">
          <ac:chgData name="Yokoyama, Kazuki/横山 一樹" userId="eebd3b26-963b-49b8-bece-d035e86ca04e" providerId="ADAL" clId="{B814D078-A42D-4AD2-9FD0-F6680B529F06}" dt="2025-07-16T06:48:33.193" v="134" actId="1076"/>
          <ac:cxnSpMkLst>
            <pc:docMk/>
            <pc:sldMk cId="34075599" sldId="261"/>
            <ac:cxnSpMk id="68" creationId="{E7DA4BAF-9187-C8E1-3863-91FC0B5C5085}"/>
          </ac:cxnSpMkLst>
        </pc:cxnChg>
      </pc:sldChg>
      <pc:sldChg chg="delSp modSp add del mod">
        <pc:chgData name="Yokoyama, Kazuki/横山 一樹" userId="eebd3b26-963b-49b8-bece-d035e86ca04e" providerId="ADAL" clId="{B814D078-A42D-4AD2-9FD0-F6680B529F06}" dt="2025-07-17T08:42:45.350" v="3587" actId="47"/>
        <pc:sldMkLst>
          <pc:docMk/>
          <pc:sldMk cId="206406553" sldId="262"/>
        </pc:sldMkLst>
        <pc:spChg chg="mod">
          <ac:chgData name="Yokoyama, Kazuki/横山 一樹" userId="eebd3b26-963b-49b8-bece-d035e86ca04e" providerId="ADAL" clId="{B814D078-A42D-4AD2-9FD0-F6680B529F06}" dt="2025-07-16T09:54:54.827" v="452" actId="1076"/>
          <ac:spMkLst>
            <pc:docMk/>
            <pc:sldMk cId="206406553" sldId="262"/>
            <ac:spMk id="4" creationId="{A06956A9-245C-4840-3851-1D4A3067CE5A}"/>
          </ac:spMkLst>
        </pc:spChg>
        <pc:spChg chg="mod">
          <ac:chgData name="Yokoyama, Kazuki/横山 一樹" userId="eebd3b26-963b-49b8-bece-d035e86ca04e" providerId="ADAL" clId="{B814D078-A42D-4AD2-9FD0-F6680B529F06}" dt="2025-07-16T09:54:54.827" v="452" actId="1076"/>
          <ac:spMkLst>
            <pc:docMk/>
            <pc:sldMk cId="206406553" sldId="262"/>
            <ac:spMk id="5" creationId="{FE83C4D4-5422-C940-C43B-E14DC5990C88}"/>
          </ac:spMkLst>
        </pc:spChg>
        <pc:spChg chg="mod">
          <ac:chgData name="Yokoyama, Kazuki/横山 一樹" userId="eebd3b26-963b-49b8-bece-d035e86ca04e" providerId="ADAL" clId="{B814D078-A42D-4AD2-9FD0-F6680B529F06}" dt="2025-07-16T09:54:54.827" v="452" actId="1076"/>
          <ac:spMkLst>
            <pc:docMk/>
            <pc:sldMk cId="206406553" sldId="262"/>
            <ac:spMk id="6" creationId="{0A694F81-1DF6-B3B4-9D61-E2610DF89200}"/>
          </ac:spMkLst>
        </pc:spChg>
        <pc:spChg chg="del">
          <ac:chgData name="Yokoyama, Kazuki/横山 一樹" userId="eebd3b26-963b-49b8-bece-d035e86ca04e" providerId="ADAL" clId="{B814D078-A42D-4AD2-9FD0-F6680B529F06}" dt="2025-07-16T09:54:45.654" v="450" actId="478"/>
          <ac:spMkLst>
            <pc:docMk/>
            <pc:sldMk cId="206406553" sldId="262"/>
            <ac:spMk id="7" creationId="{A70377F1-721D-2CB2-E9B3-37E097CC98C9}"/>
          </ac:spMkLst>
        </pc:spChg>
        <pc:spChg chg="mod">
          <ac:chgData name="Yokoyama, Kazuki/横山 一樹" userId="eebd3b26-963b-49b8-bece-d035e86ca04e" providerId="ADAL" clId="{B814D078-A42D-4AD2-9FD0-F6680B529F06}" dt="2025-07-16T09:54:54.827" v="452" actId="1076"/>
          <ac:spMkLst>
            <pc:docMk/>
            <pc:sldMk cId="206406553" sldId="262"/>
            <ac:spMk id="8" creationId="{E84ED81D-ABFE-C728-EBE5-91F510688EC3}"/>
          </ac:spMkLst>
        </pc:spChg>
        <pc:spChg chg="mod">
          <ac:chgData name="Yokoyama, Kazuki/横山 一樹" userId="eebd3b26-963b-49b8-bece-d035e86ca04e" providerId="ADAL" clId="{B814D078-A42D-4AD2-9FD0-F6680B529F06}" dt="2025-07-16T09:54:54.827" v="452" actId="1076"/>
          <ac:spMkLst>
            <pc:docMk/>
            <pc:sldMk cId="206406553" sldId="262"/>
            <ac:spMk id="9" creationId="{9DCD0E49-FC57-5B6F-2674-E3A93247F6F7}"/>
          </ac:spMkLst>
        </pc:spChg>
        <pc:spChg chg="mod">
          <ac:chgData name="Yokoyama, Kazuki/横山 一樹" userId="eebd3b26-963b-49b8-bece-d035e86ca04e" providerId="ADAL" clId="{B814D078-A42D-4AD2-9FD0-F6680B529F06}" dt="2025-07-16T09:54:54.827" v="452" actId="1076"/>
          <ac:spMkLst>
            <pc:docMk/>
            <pc:sldMk cId="206406553" sldId="262"/>
            <ac:spMk id="10" creationId="{8F88E929-EA06-748D-9788-7CE4CADDA8B8}"/>
          </ac:spMkLst>
        </pc:spChg>
        <pc:spChg chg="del">
          <ac:chgData name="Yokoyama, Kazuki/横山 一樹" userId="eebd3b26-963b-49b8-bece-d035e86ca04e" providerId="ADAL" clId="{B814D078-A42D-4AD2-9FD0-F6680B529F06}" dt="2025-07-16T09:54:45.654" v="450" actId="478"/>
          <ac:spMkLst>
            <pc:docMk/>
            <pc:sldMk cId="206406553" sldId="262"/>
            <ac:spMk id="11" creationId="{3800A4ED-8A32-4214-23F9-1791566BE171}"/>
          </ac:spMkLst>
        </pc:spChg>
      </pc:sldChg>
      <pc:sldChg chg="delSp modSp add del mod ord">
        <pc:chgData name="Yokoyama, Kazuki/横山 一樹" userId="eebd3b26-963b-49b8-bece-d035e86ca04e" providerId="ADAL" clId="{B814D078-A42D-4AD2-9FD0-F6680B529F06}" dt="2025-07-18T00:09:19.677" v="4901" actId="47"/>
        <pc:sldMkLst>
          <pc:docMk/>
          <pc:sldMk cId="1576687080" sldId="265"/>
        </pc:sldMkLst>
        <pc:spChg chg="mod">
          <ac:chgData name="Yokoyama, Kazuki/横山 一樹" userId="eebd3b26-963b-49b8-bece-d035e86ca04e" providerId="ADAL" clId="{B814D078-A42D-4AD2-9FD0-F6680B529F06}" dt="2025-07-17T23:43:13.362" v="4547" actId="6549"/>
          <ac:spMkLst>
            <pc:docMk/>
            <pc:sldMk cId="1576687080" sldId="265"/>
            <ac:spMk id="3" creationId="{58F6806F-03B3-4F40-052A-52F511F31F1F}"/>
          </ac:spMkLst>
        </pc:spChg>
        <pc:spChg chg="del">
          <ac:chgData name="Yokoyama, Kazuki/横山 一樹" userId="eebd3b26-963b-49b8-bece-d035e86ca04e" providerId="ADAL" clId="{B814D078-A42D-4AD2-9FD0-F6680B529F06}" dt="2025-07-17T23:43:47.584" v="4548" actId="478"/>
          <ac:spMkLst>
            <pc:docMk/>
            <pc:sldMk cId="1576687080" sldId="265"/>
            <ac:spMk id="4" creationId="{87C8AE15-B09B-84E9-2B6C-EE17CF2882DD}"/>
          </ac:spMkLst>
        </pc:spChg>
      </pc:sldChg>
      <pc:sldChg chg="modSp mod">
        <pc:chgData name="Yokoyama, Kazuki/横山 一樹" userId="eebd3b26-963b-49b8-bece-d035e86ca04e" providerId="ADAL" clId="{B814D078-A42D-4AD2-9FD0-F6680B529F06}" dt="2025-07-17T08:41:12.059" v="3582" actId="6549"/>
        <pc:sldMkLst>
          <pc:docMk/>
          <pc:sldMk cId="2643902947" sldId="266"/>
        </pc:sldMkLst>
        <pc:spChg chg="mod">
          <ac:chgData name="Yokoyama, Kazuki/横山 一樹" userId="eebd3b26-963b-49b8-bece-d035e86ca04e" providerId="ADAL" clId="{B814D078-A42D-4AD2-9FD0-F6680B529F06}" dt="2025-07-17T08:41:12.059" v="3582" actId="6549"/>
          <ac:spMkLst>
            <pc:docMk/>
            <pc:sldMk cId="2643902947" sldId="266"/>
            <ac:spMk id="3" creationId="{43E0208D-9AC6-82B8-5504-BC011D520AE9}"/>
          </ac:spMkLst>
        </pc:spChg>
      </pc:sldChg>
      <pc:sldChg chg="addSp delSp modSp mod">
        <pc:chgData name="Yokoyama, Kazuki/横山 一樹" userId="eebd3b26-963b-49b8-bece-d035e86ca04e" providerId="ADAL" clId="{B814D078-A42D-4AD2-9FD0-F6680B529F06}" dt="2025-07-17T23:36:05.826" v="4429" actId="113"/>
        <pc:sldMkLst>
          <pc:docMk/>
          <pc:sldMk cId="52939943" sldId="267"/>
        </pc:sldMkLst>
        <pc:spChg chg="add mod ord">
          <ac:chgData name="Yokoyama, Kazuki/横山 一樹" userId="eebd3b26-963b-49b8-bece-d035e86ca04e" providerId="ADAL" clId="{B814D078-A42D-4AD2-9FD0-F6680B529F06}" dt="2025-07-17T23:26:01.647" v="4316" actId="20577"/>
          <ac:spMkLst>
            <pc:docMk/>
            <pc:sldMk cId="52939943" sldId="267"/>
            <ac:spMk id="2" creationId="{C87BAB20-C437-1AD3-44D2-0C4E88E5687C}"/>
          </ac:spMkLst>
        </pc:spChg>
        <pc:spChg chg="add mod ord">
          <ac:chgData name="Yokoyama, Kazuki/横山 一樹" userId="eebd3b26-963b-49b8-bece-d035e86ca04e" providerId="ADAL" clId="{B814D078-A42D-4AD2-9FD0-F6680B529F06}" dt="2025-07-17T23:26:03.817" v="4318" actId="20577"/>
          <ac:spMkLst>
            <pc:docMk/>
            <pc:sldMk cId="52939943" sldId="267"/>
            <ac:spMk id="5" creationId="{BA662C30-07CB-930C-9990-483C92C4E31F}"/>
          </ac:spMkLst>
        </pc:spChg>
        <pc:spChg chg="add mod ord">
          <ac:chgData name="Yokoyama, Kazuki/横山 一樹" userId="eebd3b26-963b-49b8-bece-d035e86ca04e" providerId="ADAL" clId="{B814D078-A42D-4AD2-9FD0-F6680B529F06}" dt="2025-07-17T23:26:07.341" v="4321" actId="20577"/>
          <ac:spMkLst>
            <pc:docMk/>
            <pc:sldMk cId="52939943" sldId="267"/>
            <ac:spMk id="6" creationId="{5CD6AA19-58B8-894B-5546-2AE10F84C004}"/>
          </ac:spMkLst>
        </pc:spChg>
        <pc:spChg chg="add mod ord">
          <ac:chgData name="Yokoyama, Kazuki/横山 一樹" userId="eebd3b26-963b-49b8-bece-d035e86ca04e" providerId="ADAL" clId="{B814D078-A42D-4AD2-9FD0-F6680B529F06}" dt="2025-07-16T10:57:54.119" v="1596" actId="1076"/>
          <ac:spMkLst>
            <pc:docMk/>
            <pc:sldMk cId="52939943" sldId="267"/>
            <ac:spMk id="7" creationId="{841B2B71-5ABC-6E04-4F38-E736E5EA65AF}"/>
          </ac:spMkLst>
        </pc:spChg>
        <pc:spChg chg="mod">
          <ac:chgData name="Yokoyama, Kazuki/横山 一樹" userId="eebd3b26-963b-49b8-bece-d035e86ca04e" providerId="ADAL" clId="{B814D078-A42D-4AD2-9FD0-F6680B529F06}" dt="2025-07-17T23:30:54.377" v="4404" actId="6549"/>
          <ac:spMkLst>
            <pc:docMk/>
            <pc:sldMk cId="52939943" sldId="267"/>
            <ac:spMk id="9" creationId="{A4B659E5-9415-5282-9570-35961E9706FA}"/>
          </ac:spMkLst>
        </pc:spChg>
        <pc:spChg chg="mod">
          <ac:chgData name="Yokoyama, Kazuki/横山 一樹" userId="eebd3b26-963b-49b8-bece-d035e86ca04e" providerId="ADAL" clId="{B814D078-A42D-4AD2-9FD0-F6680B529F06}" dt="2025-07-16T10:46:47.921" v="1243" actId="20577"/>
          <ac:spMkLst>
            <pc:docMk/>
            <pc:sldMk cId="52939943" sldId="267"/>
            <ac:spMk id="12" creationId="{375B94EB-8860-8757-DBB3-81F128B54063}"/>
          </ac:spMkLst>
        </pc:spChg>
        <pc:spChg chg="mod">
          <ac:chgData name="Yokoyama, Kazuki/横山 一樹" userId="eebd3b26-963b-49b8-bece-d035e86ca04e" providerId="ADAL" clId="{B814D078-A42D-4AD2-9FD0-F6680B529F06}" dt="2025-07-17T23:36:05.826" v="4429" actId="113"/>
          <ac:spMkLst>
            <pc:docMk/>
            <pc:sldMk cId="52939943" sldId="267"/>
            <ac:spMk id="13" creationId="{709A3D3B-D49C-0712-5AC0-69BF0C85F6EE}"/>
          </ac:spMkLst>
        </pc:spChg>
        <pc:spChg chg="del">
          <ac:chgData name="Yokoyama, Kazuki/横山 一樹" userId="eebd3b26-963b-49b8-bece-d035e86ca04e" providerId="ADAL" clId="{B814D078-A42D-4AD2-9FD0-F6680B529F06}" dt="2025-07-16T10:40:16.306" v="1022" actId="478"/>
          <ac:spMkLst>
            <pc:docMk/>
            <pc:sldMk cId="52939943" sldId="267"/>
            <ac:spMk id="14" creationId="{F116CDDE-7938-048F-764B-6F241BE79EC5}"/>
          </ac:spMkLst>
        </pc:spChg>
        <pc:spChg chg="del mod">
          <ac:chgData name="Yokoyama, Kazuki/横山 一樹" userId="eebd3b26-963b-49b8-bece-d035e86ca04e" providerId="ADAL" clId="{B814D078-A42D-4AD2-9FD0-F6680B529F06}" dt="2025-07-16T11:59:16.005" v="3414" actId="478"/>
          <ac:spMkLst>
            <pc:docMk/>
            <pc:sldMk cId="52939943" sldId="267"/>
            <ac:spMk id="15" creationId="{D36AD0F8-03BB-26F0-51F4-A0BA71443327}"/>
          </ac:spMkLst>
        </pc:spChg>
        <pc:spChg chg="mod">
          <ac:chgData name="Yokoyama, Kazuki/横山 一樹" userId="eebd3b26-963b-49b8-bece-d035e86ca04e" providerId="ADAL" clId="{B814D078-A42D-4AD2-9FD0-F6680B529F06}" dt="2025-07-16T10:53:28.923" v="1490" actId="20577"/>
          <ac:spMkLst>
            <pc:docMk/>
            <pc:sldMk cId="52939943" sldId="267"/>
            <ac:spMk id="27" creationId="{BC66ADD5-BF83-CEED-4C03-395BF6DF8983}"/>
          </ac:spMkLst>
        </pc:spChg>
        <pc:spChg chg="mod">
          <ac:chgData name="Yokoyama, Kazuki/横山 一樹" userId="eebd3b26-963b-49b8-bece-d035e86ca04e" providerId="ADAL" clId="{B814D078-A42D-4AD2-9FD0-F6680B529F06}" dt="2025-07-16T10:53:36.236" v="1491" actId="465"/>
          <ac:spMkLst>
            <pc:docMk/>
            <pc:sldMk cId="52939943" sldId="267"/>
            <ac:spMk id="28" creationId="{F32F6611-933B-C79B-6F26-FBAA0F4CC1DE}"/>
          </ac:spMkLst>
        </pc:spChg>
        <pc:spChg chg="mod">
          <ac:chgData name="Yokoyama, Kazuki/横山 一樹" userId="eebd3b26-963b-49b8-bece-d035e86ca04e" providerId="ADAL" clId="{B814D078-A42D-4AD2-9FD0-F6680B529F06}" dt="2025-07-16T10:53:36.236" v="1491" actId="465"/>
          <ac:spMkLst>
            <pc:docMk/>
            <pc:sldMk cId="52939943" sldId="267"/>
            <ac:spMk id="29" creationId="{2F8DCD6C-5BA7-A057-E4FF-7261F13863CF}"/>
          </ac:spMkLst>
        </pc:spChg>
        <pc:spChg chg="mod">
          <ac:chgData name="Yokoyama, Kazuki/横山 一樹" userId="eebd3b26-963b-49b8-bece-d035e86ca04e" providerId="ADAL" clId="{B814D078-A42D-4AD2-9FD0-F6680B529F06}" dt="2025-07-16T10:41:33.635" v="1060" actId="20577"/>
          <ac:spMkLst>
            <pc:docMk/>
            <pc:sldMk cId="52939943" sldId="267"/>
            <ac:spMk id="33" creationId="{3103BF45-4013-0FE1-9168-9766EA489658}"/>
          </ac:spMkLst>
        </pc:spChg>
        <pc:spChg chg="mod">
          <ac:chgData name="Yokoyama, Kazuki/横山 一樹" userId="eebd3b26-963b-49b8-bece-d035e86ca04e" providerId="ADAL" clId="{B814D078-A42D-4AD2-9FD0-F6680B529F06}" dt="2025-07-16T10:41:40.983" v="1069" actId="6549"/>
          <ac:spMkLst>
            <pc:docMk/>
            <pc:sldMk cId="52939943" sldId="267"/>
            <ac:spMk id="34" creationId="{92BE8CB0-1E0C-0E69-FF1D-FD686FF5BD6D}"/>
          </ac:spMkLst>
        </pc:spChg>
        <pc:spChg chg="mod">
          <ac:chgData name="Yokoyama, Kazuki/横山 一樹" userId="eebd3b26-963b-49b8-bece-d035e86ca04e" providerId="ADAL" clId="{B814D078-A42D-4AD2-9FD0-F6680B529F06}" dt="2025-07-16T10:53:01.518" v="1482" actId="1076"/>
          <ac:spMkLst>
            <pc:docMk/>
            <pc:sldMk cId="52939943" sldId="267"/>
            <ac:spMk id="36" creationId="{3E6F9F60-2346-EB6E-031F-60AC4596E850}"/>
          </ac:spMkLst>
        </pc:spChg>
      </pc:sldChg>
      <pc:sldChg chg="del ord">
        <pc:chgData name="Yokoyama, Kazuki/横山 一樹" userId="eebd3b26-963b-49b8-bece-d035e86ca04e" providerId="ADAL" clId="{B814D078-A42D-4AD2-9FD0-F6680B529F06}" dt="2025-07-16T12:01:47.787" v="3556" actId="47"/>
        <pc:sldMkLst>
          <pc:docMk/>
          <pc:sldMk cId="2377888365" sldId="268"/>
        </pc:sldMkLst>
      </pc:sldChg>
      <pc:sldChg chg="addSp delSp modSp mod">
        <pc:chgData name="Yokoyama, Kazuki/横山 一樹" userId="eebd3b26-963b-49b8-bece-d035e86ca04e" providerId="ADAL" clId="{B814D078-A42D-4AD2-9FD0-F6680B529F06}" dt="2025-07-16T10:24:03.137" v="913" actId="478"/>
        <pc:sldMkLst>
          <pc:docMk/>
          <pc:sldMk cId="1392305357" sldId="269"/>
        </pc:sldMkLst>
        <pc:picChg chg="add mod">
          <ac:chgData name="Yokoyama, Kazuki/横山 一樹" userId="eebd3b26-963b-49b8-bece-d035e86ca04e" providerId="ADAL" clId="{B814D078-A42D-4AD2-9FD0-F6680B529F06}" dt="2025-07-16T10:24:01.678" v="912" actId="14100"/>
          <ac:picMkLst>
            <pc:docMk/>
            <pc:sldMk cId="1392305357" sldId="269"/>
            <ac:picMk id="3" creationId="{5037CD2F-ACAC-0AC5-F7D4-1D0E4348B3B3}"/>
          </ac:picMkLst>
        </pc:picChg>
        <pc:picChg chg="del mod">
          <ac:chgData name="Yokoyama, Kazuki/横山 一樹" userId="eebd3b26-963b-49b8-bece-d035e86ca04e" providerId="ADAL" clId="{B814D078-A42D-4AD2-9FD0-F6680B529F06}" dt="2025-07-16T10:24:03.137" v="913" actId="478"/>
          <ac:picMkLst>
            <pc:docMk/>
            <pc:sldMk cId="1392305357" sldId="269"/>
            <ac:picMk id="35" creationId="{E0BD1CE9-9CE3-2FA5-8412-F37E82282084}"/>
          </ac:picMkLst>
        </pc:picChg>
      </pc:sldChg>
      <pc:sldChg chg="addSp delSp modSp new add del mod ord modClrScheme chgLayout">
        <pc:chgData name="Yokoyama, Kazuki/横山 一樹" userId="eebd3b26-963b-49b8-bece-d035e86ca04e" providerId="ADAL" clId="{B814D078-A42D-4AD2-9FD0-F6680B529F06}" dt="2025-07-18T00:09:50.550" v="4904" actId="47"/>
        <pc:sldMkLst>
          <pc:docMk/>
          <pc:sldMk cId="421963309" sldId="271"/>
        </pc:sldMkLst>
        <pc:spChg chg="del mod ord">
          <ac:chgData name="Yokoyama, Kazuki/横山 一樹" userId="eebd3b26-963b-49b8-bece-d035e86ca04e" providerId="ADAL" clId="{B814D078-A42D-4AD2-9FD0-F6680B529F06}" dt="2025-07-16T02:22:30.369" v="1" actId="700"/>
          <ac:spMkLst>
            <pc:docMk/>
            <pc:sldMk cId="421963309" sldId="271"/>
            <ac:spMk id="2" creationId="{E8C02CF3-205C-E320-C2B4-D1D5F6435BAF}"/>
          </ac:spMkLst>
        </pc:spChg>
        <pc:spChg chg="del">
          <ac:chgData name="Yokoyama, Kazuki/横山 一樹" userId="eebd3b26-963b-49b8-bece-d035e86ca04e" providerId="ADAL" clId="{B814D078-A42D-4AD2-9FD0-F6680B529F06}" dt="2025-07-16T02:22:30.369" v="1" actId="700"/>
          <ac:spMkLst>
            <pc:docMk/>
            <pc:sldMk cId="421963309" sldId="271"/>
            <ac:spMk id="3" creationId="{8FA64F82-3FA4-57FB-A050-908996A3B5A6}"/>
          </ac:spMkLst>
        </pc:spChg>
        <pc:spChg chg="add mod ord">
          <ac:chgData name="Yokoyama, Kazuki/横山 一樹" userId="eebd3b26-963b-49b8-bece-d035e86ca04e" providerId="ADAL" clId="{B814D078-A42D-4AD2-9FD0-F6680B529F06}" dt="2025-07-16T10:42:37.481" v="1074" actId="20577"/>
          <ac:spMkLst>
            <pc:docMk/>
            <pc:sldMk cId="421963309" sldId="271"/>
            <ac:spMk id="4" creationId="{FE18002E-4E27-43E6-A13C-4CB3874228E1}"/>
          </ac:spMkLst>
        </pc:spChg>
        <pc:spChg chg="add del mod">
          <ac:chgData name="Yokoyama, Kazuki/横山 一樹" userId="eebd3b26-963b-49b8-bece-d035e86ca04e" providerId="ADAL" clId="{B814D078-A42D-4AD2-9FD0-F6680B529F06}" dt="2025-07-16T06:42:59.431" v="16" actId="478"/>
          <ac:spMkLst>
            <pc:docMk/>
            <pc:sldMk cId="421963309" sldId="271"/>
            <ac:spMk id="5" creationId="{03725F73-B3B6-B1EC-E5A0-04F639E64785}"/>
          </ac:spMkLst>
        </pc:spChg>
        <pc:spChg chg="add del mod">
          <ac:chgData name="Yokoyama, Kazuki/横山 一樹" userId="eebd3b26-963b-49b8-bece-d035e86ca04e" providerId="ADAL" clId="{B814D078-A42D-4AD2-9FD0-F6680B529F06}" dt="2025-07-16T06:42:59.431" v="16" actId="478"/>
          <ac:spMkLst>
            <pc:docMk/>
            <pc:sldMk cId="421963309" sldId="271"/>
            <ac:spMk id="6" creationId="{B2B1C3A0-5759-CA48-1B3D-E12A3F9FCA6F}"/>
          </ac:spMkLst>
        </pc:spChg>
        <pc:spChg chg="add mod">
          <ac:chgData name="Yokoyama, Kazuki/横山 一樹" userId="eebd3b26-963b-49b8-bece-d035e86ca04e" providerId="ADAL" clId="{B814D078-A42D-4AD2-9FD0-F6680B529F06}" dt="2025-07-16T06:43:16.088" v="17"/>
          <ac:spMkLst>
            <pc:docMk/>
            <pc:sldMk cId="421963309" sldId="271"/>
            <ac:spMk id="11" creationId="{9EE49D99-872B-E8BC-D3FC-73E2A8B164CC}"/>
          </ac:spMkLst>
        </pc:spChg>
        <pc:spChg chg="add mod">
          <ac:chgData name="Yokoyama, Kazuki/横山 一樹" userId="eebd3b26-963b-49b8-bece-d035e86ca04e" providerId="ADAL" clId="{B814D078-A42D-4AD2-9FD0-F6680B529F06}" dt="2025-07-16T06:43:16.088" v="17"/>
          <ac:spMkLst>
            <pc:docMk/>
            <pc:sldMk cId="421963309" sldId="271"/>
            <ac:spMk id="12" creationId="{4C9F7E6B-F5E0-9D5B-B6B6-9519A8941868}"/>
          </ac:spMkLst>
        </pc:spChg>
        <pc:spChg chg="add mod">
          <ac:chgData name="Yokoyama, Kazuki/横山 一樹" userId="eebd3b26-963b-49b8-bece-d035e86ca04e" providerId="ADAL" clId="{B814D078-A42D-4AD2-9FD0-F6680B529F06}" dt="2025-07-16T06:43:16.088" v="17"/>
          <ac:spMkLst>
            <pc:docMk/>
            <pc:sldMk cId="421963309" sldId="271"/>
            <ac:spMk id="13" creationId="{0CEFF05C-BE1B-E503-7E77-74F6EF72C342}"/>
          </ac:spMkLst>
        </pc:spChg>
        <pc:spChg chg="add mod">
          <ac:chgData name="Yokoyama, Kazuki/横山 一樹" userId="eebd3b26-963b-49b8-bece-d035e86ca04e" providerId="ADAL" clId="{B814D078-A42D-4AD2-9FD0-F6680B529F06}" dt="2025-07-16T10:43:45.766" v="1088" actId="207"/>
          <ac:spMkLst>
            <pc:docMk/>
            <pc:sldMk cId="421963309" sldId="271"/>
            <ac:spMk id="16" creationId="{DF7E49F3-E306-E9B4-1A61-F204723E2965}"/>
          </ac:spMkLst>
        </pc:spChg>
        <pc:spChg chg="add mod">
          <ac:chgData name="Yokoyama, Kazuki/横山 一樹" userId="eebd3b26-963b-49b8-bece-d035e86ca04e" providerId="ADAL" clId="{B814D078-A42D-4AD2-9FD0-F6680B529F06}" dt="2025-07-16T10:43:45.766" v="1088" actId="207"/>
          <ac:spMkLst>
            <pc:docMk/>
            <pc:sldMk cId="421963309" sldId="271"/>
            <ac:spMk id="17" creationId="{5187A4D9-C964-9165-E65C-86BD37E3DDB5}"/>
          </ac:spMkLst>
        </pc:spChg>
        <pc:spChg chg="add mod">
          <ac:chgData name="Yokoyama, Kazuki/横山 一樹" userId="eebd3b26-963b-49b8-bece-d035e86ca04e" providerId="ADAL" clId="{B814D078-A42D-4AD2-9FD0-F6680B529F06}" dt="2025-07-16T10:43:45.766" v="1088" actId="207"/>
          <ac:spMkLst>
            <pc:docMk/>
            <pc:sldMk cId="421963309" sldId="271"/>
            <ac:spMk id="18" creationId="{5692C22B-836F-69FF-4574-3F0E25EF26D4}"/>
          </ac:spMkLst>
        </pc:spChg>
        <pc:spChg chg="add mod">
          <ac:chgData name="Yokoyama, Kazuki/横山 一樹" userId="eebd3b26-963b-49b8-bece-d035e86ca04e" providerId="ADAL" clId="{B814D078-A42D-4AD2-9FD0-F6680B529F06}" dt="2025-07-16T10:43:45.766" v="1088" actId="207"/>
          <ac:spMkLst>
            <pc:docMk/>
            <pc:sldMk cId="421963309" sldId="271"/>
            <ac:spMk id="19" creationId="{A8A1E625-FA38-F6E3-2202-ACCBEBB0B73D}"/>
          </ac:spMkLst>
        </pc:spChg>
        <pc:spChg chg="add mod">
          <ac:chgData name="Yokoyama, Kazuki/横山 一樹" userId="eebd3b26-963b-49b8-bece-d035e86ca04e" providerId="ADAL" clId="{B814D078-A42D-4AD2-9FD0-F6680B529F06}" dt="2025-07-16T10:43:57.151" v="1089" actId="207"/>
          <ac:spMkLst>
            <pc:docMk/>
            <pc:sldMk cId="421963309" sldId="271"/>
            <ac:spMk id="20" creationId="{9E98BA40-4743-D696-2D64-04F8A836842A}"/>
          </ac:spMkLst>
        </pc:spChg>
        <pc:spChg chg="add mod">
          <ac:chgData name="Yokoyama, Kazuki/横山 一樹" userId="eebd3b26-963b-49b8-bece-d035e86ca04e" providerId="ADAL" clId="{B814D078-A42D-4AD2-9FD0-F6680B529F06}" dt="2025-07-16T10:43:45.766" v="1088" actId="207"/>
          <ac:spMkLst>
            <pc:docMk/>
            <pc:sldMk cId="421963309" sldId="271"/>
            <ac:spMk id="23" creationId="{E8C4DAA4-1750-2110-96D1-8F81182CFE4B}"/>
          </ac:spMkLst>
        </pc:spChg>
        <pc:spChg chg="add mod">
          <ac:chgData name="Yokoyama, Kazuki/横山 一樹" userId="eebd3b26-963b-49b8-bece-d035e86ca04e" providerId="ADAL" clId="{B814D078-A42D-4AD2-9FD0-F6680B529F06}" dt="2025-07-16T10:43:45.766" v="1088" actId="207"/>
          <ac:spMkLst>
            <pc:docMk/>
            <pc:sldMk cId="421963309" sldId="271"/>
            <ac:spMk id="24" creationId="{C74C6F55-B6F8-5556-7FF8-A1D7ED437648}"/>
          </ac:spMkLst>
        </pc:spChg>
        <pc:spChg chg="add mod">
          <ac:chgData name="Yokoyama, Kazuki/横山 一樹" userId="eebd3b26-963b-49b8-bece-d035e86ca04e" providerId="ADAL" clId="{B814D078-A42D-4AD2-9FD0-F6680B529F06}" dt="2025-07-16T10:43:45.766" v="1088" actId="207"/>
          <ac:spMkLst>
            <pc:docMk/>
            <pc:sldMk cId="421963309" sldId="271"/>
            <ac:spMk id="25" creationId="{91A9B14B-30B4-9250-B648-0AF7ACE87C77}"/>
          </ac:spMkLst>
        </pc:spChg>
        <pc:spChg chg="add mod">
          <ac:chgData name="Yokoyama, Kazuki/横山 一樹" userId="eebd3b26-963b-49b8-bece-d035e86ca04e" providerId="ADAL" clId="{B814D078-A42D-4AD2-9FD0-F6680B529F06}" dt="2025-07-16T10:43:57.151" v="1089" actId="207"/>
          <ac:spMkLst>
            <pc:docMk/>
            <pc:sldMk cId="421963309" sldId="271"/>
            <ac:spMk id="26" creationId="{3E2D2C66-4159-2A75-60DE-AAE0EFF4B43D}"/>
          </ac:spMkLst>
        </pc:spChg>
        <pc:spChg chg="add mod">
          <ac:chgData name="Yokoyama, Kazuki/横山 一樹" userId="eebd3b26-963b-49b8-bece-d035e86ca04e" providerId="ADAL" clId="{B814D078-A42D-4AD2-9FD0-F6680B529F06}" dt="2025-07-16T10:43:45.766" v="1088" actId="207"/>
          <ac:spMkLst>
            <pc:docMk/>
            <pc:sldMk cId="421963309" sldId="271"/>
            <ac:spMk id="28" creationId="{82BDE17E-51F9-3F73-7598-BDA0DDB12307}"/>
          </ac:spMkLst>
        </pc:spChg>
        <pc:spChg chg="add mod">
          <ac:chgData name="Yokoyama, Kazuki/横山 一樹" userId="eebd3b26-963b-49b8-bece-d035e86ca04e" providerId="ADAL" clId="{B814D078-A42D-4AD2-9FD0-F6680B529F06}" dt="2025-07-16T10:43:57.151" v="1089" actId="207"/>
          <ac:spMkLst>
            <pc:docMk/>
            <pc:sldMk cId="421963309" sldId="271"/>
            <ac:spMk id="30" creationId="{E867EB51-6BAE-2213-451F-6DA49C361E5C}"/>
          </ac:spMkLst>
        </pc:spChg>
        <pc:spChg chg="add mod">
          <ac:chgData name="Yokoyama, Kazuki/横山 一樹" userId="eebd3b26-963b-49b8-bece-d035e86ca04e" providerId="ADAL" clId="{B814D078-A42D-4AD2-9FD0-F6680B529F06}" dt="2025-07-16T10:43:45.766" v="1088" actId="207"/>
          <ac:spMkLst>
            <pc:docMk/>
            <pc:sldMk cId="421963309" sldId="271"/>
            <ac:spMk id="31" creationId="{0D064CE7-3528-F3F4-B789-4D2314D4BDFB}"/>
          </ac:spMkLst>
        </pc:spChg>
        <pc:spChg chg="add mod">
          <ac:chgData name="Yokoyama, Kazuki/横山 一樹" userId="eebd3b26-963b-49b8-bece-d035e86ca04e" providerId="ADAL" clId="{B814D078-A42D-4AD2-9FD0-F6680B529F06}" dt="2025-07-16T10:43:45.766" v="1088" actId="207"/>
          <ac:spMkLst>
            <pc:docMk/>
            <pc:sldMk cId="421963309" sldId="271"/>
            <ac:spMk id="32" creationId="{9F90FC87-DA76-48E7-40BC-C1F63DE6C5CA}"/>
          </ac:spMkLst>
        </pc:spChg>
        <pc:spChg chg="add mod">
          <ac:chgData name="Yokoyama, Kazuki/横山 一樹" userId="eebd3b26-963b-49b8-bece-d035e86ca04e" providerId="ADAL" clId="{B814D078-A42D-4AD2-9FD0-F6680B529F06}" dt="2025-07-16T10:43:45.766" v="1088" actId="207"/>
          <ac:spMkLst>
            <pc:docMk/>
            <pc:sldMk cId="421963309" sldId="271"/>
            <ac:spMk id="33" creationId="{9E520CBE-1645-AC61-AA32-F64B1A244210}"/>
          </ac:spMkLst>
        </pc:spChg>
        <pc:spChg chg="add mod">
          <ac:chgData name="Yokoyama, Kazuki/横山 一樹" userId="eebd3b26-963b-49b8-bece-d035e86ca04e" providerId="ADAL" clId="{B814D078-A42D-4AD2-9FD0-F6680B529F06}" dt="2025-07-16T10:43:45.766" v="1088" actId="207"/>
          <ac:spMkLst>
            <pc:docMk/>
            <pc:sldMk cId="421963309" sldId="271"/>
            <ac:spMk id="34" creationId="{F9B554DA-0426-3ECF-1042-F10C16F1CFB9}"/>
          </ac:spMkLst>
        </pc:spChg>
        <pc:spChg chg="add mod">
          <ac:chgData name="Yokoyama, Kazuki/横山 一樹" userId="eebd3b26-963b-49b8-bece-d035e86ca04e" providerId="ADAL" clId="{B814D078-A42D-4AD2-9FD0-F6680B529F06}" dt="2025-07-16T10:43:45.766" v="1088" actId="207"/>
          <ac:spMkLst>
            <pc:docMk/>
            <pc:sldMk cId="421963309" sldId="271"/>
            <ac:spMk id="35" creationId="{FA2AE75A-DECE-967D-7435-FABE1D07DD31}"/>
          </ac:spMkLst>
        </pc:spChg>
        <pc:spChg chg="add del mod">
          <ac:chgData name="Yokoyama, Kazuki/横山 一樹" userId="eebd3b26-963b-49b8-bece-d035e86ca04e" providerId="ADAL" clId="{B814D078-A42D-4AD2-9FD0-F6680B529F06}" dt="2025-07-16T10:50:44.046" v="1369" actId="478"/>
          <ac:spMkLst>
            <pc:docMk/>
            <pc:sldMk cId="421963309" sldId="271"/>
            <ac:spMk id="36" creationId="{011C95FB-4BD9-0384-7D72-98D1762F22EC}"/>
          </ac:spMkLst>
        </pc:spChg>
        <pc:picChg chg="add mod">
          <ac:chgData name="Yokoyama, Kazuki/横山 一樹" userId="eebd3b26-963b-49b8-bece-d035e86ca04e" providerId="ADAL" clId="{B814D078-A42D-4AD2-9FD0-F6680B529F06}" dt="2025-07-16T06:43:16.088" v="17"/>
          <ac:picMkLst>
            <pc:docMk/>
            <pc:sldMk cId="421963309" sldId="271"/>
            <ac:picMk id="14" creationId="{907E0464-4CAC-EF7F-3283-479063DDBE06}"/>
          </ac:picMkLst>
        </pc:picChg>
        <pc:picChg chg="add mod">
          <ac:chgData name="Yokoyama, Kazuki/横山 一樹" userId="eebd3b26-963b-49b8-bece-d035e86ca04e" providerId="ADAL" clId="{B814D078-A42D-4AD2-9FD0-F6680B529F06}" dt="2025-07-16T06:43:16.088" v="17"/>
          <ac:picMkLst>
            <pc:docMk/>
            <pc:sldMk cId="421963309" sldId="271"/>
            <ac:picMk id="15" creationId="{2A5B5F69-3D13-402E-E04D-179F1DB030A2}"/>
          </ac:picMkLst>
        </pc:picChg>
        <pc:picChg chg="add mod">
          <ac:chgData name="Yokoyama, Kazuki/横山 一樹" userId="eebd3b26-963b-49b8-bece-d035e86ca04e" providerId="ADAL" clId="{B814D078-A42D-4AD2-9FD0-F6680B529F06}" dt="2025-07-16T06:43:16.088" v="17"/>
          <ac:picMkLst>
            <pc:docMk/>
            <pc:sldMk cId="421963309" sldId="271"/>
            <ac:picMk id="21" creationId="{A40ABC53-08C3-CB32-42EC-2A950AFC6C2E}"/>
          </ac:picMkLst>
        </pc:picChg>
        <pc:picChg chg="add mod">
          <ac:chgData name="Yokoyama, Kazuki/横山 一樹" userId="eebd3b26-963b-49b8-bece-d035e86ca04e" providerId="ADAL" clId="{B814D078-A42D-4AD2-9FD0-F6680B529F06}" dt="2025-07-16T06:43:16.088" v="17"/>
          <ac:picMkLst>
            <pc:docMk/>
            <pc:sldMk cId="421963309" sldId="271"/>
            <ac:picMk id="22" creationId="{BFCAE207-E7E2-4582-B349-548C568B439D}"/>
          </ac:picMkLst>
        </pc:picChg>
        <pc:picChg chg="add mod">
          <ac:chgData name="Yokoyama, Kazuki/横山 一樹" userId="eebd3b26-963b-49b8-bece-d035e86ca04e" providerId="ADAL" clId="{B814D078-A42D-4AD2-9FD0-F6680B529F06}" dt="2025-07-16T06:43:16.088" v="17"/>
          <ac:picMkLst>
            <pc:docMk/>
            <pc:sldMk cId="421963309" sldId="271"/>
            <ac:picMk id="27" creationId="{37021B1E-B00A-ADD0-B429-4F08F0AE5BBC}"/>
          </ac:picMkLst>
        </pc:picChg>
        <pc:picChg chg="add mod">
          <ac:chgData name="Yokoyama, Kazuki/横山 一樹" userId="eebd3b26-963b-49b8-bece-d035e86ca04e" providerId="ADAL" clId="{B814D078-A42D-4AD2-9FD0-F6680B529F06}" dt="2025-07-16T06:43:16.088" v="17"/>
          <ac:picMkLst>
            <pc:docMk/>
            <pc:sldMk cId="421963309" sldId="271"/>
            <ac:picMk id="29" creationId="{2DB6D0D0-CC60-7ED5-40A9-FFE54AA6F6D6}"/>
          </ac:picMkLst>
        </pc:picChg>
        <pc:cxnChg chg="add del mod">
          <ac:chgData name="Yokoyama, Kazuki/横山 一樹" userId="eebd3b26-963b-49b8-bece-d035e86ca04e" providerId="ADAL" clId="{B814D078-A42D-4AD2-9FD0-F6680B529F06}" dt="2025-07-16T06:42:59.431" v="16" actId="478"/>
          <ac:cxnSpMkLst>
            <pc:docMk/>
            <pc:sldMk cId="421963309" sldId="271"/>
            <ac:cxnSpMk id="8" creationId="{0588B921-1DEB-FB51-99FC-1DB582F07657}"/>
          </ac:cxnSpMkLst>
        </pc:cxnChg>
      </pc:sldChg>
      <pc:sldChg chg="addSp delSp modSp new mod">
        <pc:chgData name="Yokoyama, Kazuki/横山 一樹" userId="eebd3b26-963b-49b8-bece-d035e86ca04e" providerId="ADAL" clId="{B814D078-A42D-4AD2-9FD0-F6680B529F06}" dt="2025-07-18T00:20:39.783" v="5340" actId="20577"/>
        <pc:sldMkLst>
          <pc:docMk/>
          <pc:sldMk cId="2278261588" sldId="272"/>
        </pc:sldMkLst>
        <pc:spChg chg="mod">
          <ac:chgData name="Yokoyama, Kazuki/横山 一樹" userId="eebd3b26-963b-49b8-bece-d035e86ca04e" providerId="ADAL" clId="{B814D078-A42D-4AD2-9FD0-F6680B529F06}" dt="2025-07-17T09:25:42.611" v="4234" actId="20577"/>
          <ac:spMkLst>
            <pc:docMk/>
            <pc:sldMk cId="2278261588" sldId="272"/>
            <ac:spMk id="2" creationId="{8414CB08-F9A2-90CD-8870-0D4E7376C07E}"/>
          </ac:spMkLst>
        </pc:spChg>
        <pc:spChg chg="mod">
          <ac:chgData name="Yokoyama, Kazuki/横山 一樹" userId="eebd3b26-963b-49b8-bece-d035e86ca04e" providerId="ADAL" clId="{B814D078-A42D-4AD2-9FD0-F6680B529F06}" dt="2025-07-18T00:20:39.783" v="5340" actId="20577"/>
          <ac:spMkLst>
            <pc:docMk/>
            <pc:sldMk cId="2278261588" sldId="272"/>
            <ac:spMk id="3" creationId="{4FE5EDA6-F5AC-A58E-5B27-51B9FAFFD22F}"/>
          </ac:spMkLst>
        </pc:spChg>
        <pc:picChg chg="add del mod">
          <ac:chgData name="Yokoyama, Kazuki/横山 一樹" userId="eebd3b26-963b-49b8-bece-d035e86ca04e" providerId="ADAL" clId="{B814D078-A42D-4AD2-9FD0-F6680B529F06}" dt="2025-07-16T11:18:21.838" v="2298" actId="478"/>
          <ac:picMkLst>
            <pc:docMk/>
            <pc:sldMk cId="2278261588" sldId="272"/>
            <ac:picMk id="5" creationId="{1DB50DB8-789D-E231-F98B-BC6C38757311}"/>
          </ac:picMkLst>
        </pc:picChg>
      </pc:sldChg>
      <pc:sldChg chg="addSp delSp modSp new mod ord modClrScheme chgLayout">
        <pc:chgData name="Yokoyama, Kazuki/横山 一樹" userId="eebd3b26-963b-49b8-bece-d035e86ca04e" providerId="ADAL" clId="{B814D078-A42D-4AD2-9FD0-F6680B529F06}" dt="2025-07-18T00:09:47.818" v="4903"/>
        <pc:sldMkLst>
          <pc:docMk/>
          <pc:sldMk cId="4242415851" sldId="273"/>
        </pc:sldMkLst>
        <pc:spChg chg="del">
          <ac:chgData name="Yokoyama, Kazuki/横山 一樹" userId="eebd3b26-963b-49b8-bece-d035e86ca04e" providerId="ADAL" clId="{B814D078-A42D-4AD2-9FD0-F6680B529F06}" dt="2025-07-16T06:52:26.852" v="143" actId="700"/>
          <ac:spMkLst>
            <pc:docMk/>
            <pc:sldMk cId="4242415851" sldId="273"/>
            <ac:spMk id="2" creationId="{3C401BD5-9D50-E27C-7D2A-EB5B6360A743}"/>
          </ac:spMkLst>
        </pc:spChg>
        <pc:spChg chg="add mod">
          <ac:chgData name="Yokoyama, Kazuki/横山 一樹" userId="eebd3b26-963b-49b8-bece-d035e86ca04e" providerId="ADAL" clId="{B814D078-A42D-4AD2-9FD0-F6680B529F06}" dt="2025-07-16T06:52:50.808" v="186" actId="20577"/>
          <ac:spMkLst>
            <pc:docMk/>
            <pc:sldMk cId="4242415851" sldId="273"/>
            <ac:spMk id="3" creationId="{98206ECF-4606-BECB-E558-08FE59B7E3FF}"/>
          </ac:spMkLst>
        </pc:spChg>
        <pc:picChg chg="add mod">
          <ac:chgData name="Yokoyama, Kazuki/横山 一樹" userId="eebd3b26-963b-49b8-bece-d035e86ca04e" providerId="ADAL" clId="{B814D078-A42D-4AD2-9FD0-F6680B529F06}" dt="2025-07-16T06:53:03.415" v="187" actId="1076"/>
          <ac:picMkLst>
            <pc:docMk/>
            <pc:sldMk cId="4242415851" sldId="273"/>
            <ac:picMk id="5" creationId="{9A507846-39CB-E132-12A7-4C56A0127425}"/>
          </ac:picMkLst>
        </pc:picChg>
      </pc:sldChg>
      <pc:sldChg chg="addSp delSp modSp new mod ord">
        <pc:chgData name="Yokoyama, Kazuki/横山 一樹" userId="eebd3b26-963b-49b8-bece-d035e86ca04e" providerId="ADAL" clId="{B814D078-A42D-4AD2-9FD0-F6680B529F06}" dt="2025-07-16T11:10:43.703" v="2016"/>
        <pc:sldMkLst>
          <pc:docMk/>
          <pc:sldMk cId="2237563848" sldId="274"/>
        </pc:sldMkLst>
        <pc:spChg chg="mod">
          <ac:chgData name="Yokoyama, Kazuki/横山 一樹" userId="eebd3b26-963b-49b8-bece-d035e86ca04e" providerId="ADAL" clId="{B814D078-A42D-4AD2-9FD0-F6680B529F06}" dt="2025-07-16T07:25:20.087" v="201" actId="20577"/>
          <ac:spMkLst>
            <pc:docMk/>
            <pc:sldMk cId="2237563848" sldId="274"/>
            <ac:spMk id="2" creationId="{B3291D44-C066-9B34-3F41-2E9BF2E30CF1}"/>
          </ac:spMkLst>
        </pc:spChg>
        <pc:spChg chg="add mod">
          <ac:chgData name="Yokoyama, Kazuki/横山 一樹" userId="eebd3b26-963b-49b8-bece-d035e86ca04e" providerId="ADAL" clId="{B814D078-A42D-4AD2-9FD0-F6680B529F06}" dt="2025-07-16T08:43:04.873" v="440" actId="6549"/>
          <ac:spMkLst>
            <pc:docMk/>
            <pc:sldMk cId="2237563848" sldId="274"/>
            <ac:spMk id="3" creationId="{7D5C09C8-9C3F-3861-19BD-DF449F7B77EA}"/>
          </ac:spMkLst>
        </pc:spChg>
        <pc:spChg chg="add mod">
          <ac:chgData name="Yokoyama, Kazuki/横山 一樹" userId="eebd3b26-963b-49b8-bece-d035e86ca04e" providerId="ADAL" clId="{B814D078-A42D-4AD2-9FD0-F6680B529F06}" dt="2025-07-16T08:44:25.995" v="447" actId="1076"/>
          <ac:spMkLst>
            <pc:docMk/>
            <pc:sldMk cId="2237563848" sldId="274"/>
            <ac:spMk id="4" creationId="{AFD01B28-7970-86B1-B589-47A447AAD151}"/>
          </ac:spMkLst>
        </pc:spChg>
        <pc:graphicFrameChg chg="add mod modGraphic">
          <ac:chgData name="Yokoyama, Kazuki/横山 一樹" userId="eebd3b26-963b-49b8-bece-d035e86ca04e" providerId="ADAL" clId="{B814D078-A42D-4AD2-9FD0-F6680B529F06}" dt="2025-07-16T08:44:34.232" v="449" actId="1076"/>
          <ac:graphicFrameMkLst>
            <pc:docMk/>
            <pc:sldMk cId="2237563848" sldId="274"/>
            <ac:graphicFrameMk id="5" creationId="{34C1E96D-C0FD-3986-4488-5947F4ABA48A}"/>
          </ac:graphicFrameMkLst>
        </pc:graphicFrameChg>
        <pc:picChg chg="add del mod">
          <ac:chgData name="Yokoyama, Kazuki/横山 一樹" userId="eebd3b26-963b-49b8-bece-d035e86ca04e" providerId="ADAL" clId="{B814D078-A42D-4AD2-9FD0-F6680B529F06}" dt="2025-07-16T07:25:36.791" v="204" actId="478"/>
          <ac:picMkLst>
            <pc:docMk/>
            <pc:sldMk cId="2237563848" sldId="274"/>
            <ac:picMk id="1026" creationId="{A567779D-A46C-8431-3203-2B9A14C520CE}"/>
          </ac:picMkLst>
        </pc:picChg>
        <pc:picChg chg="add mod">
          <ac:chgData name="Yokoyama, Kazuki/横山 一樹" userId="eebd3b26-963b-49b8-bece-d035e86ca04e" providerId="ADAL" clId="{B814D078-A42D-4AD2-9FD0-F6680B529F06}" dt="2025-07-16T08:44:25.995" v="447" actId="1076"/>
          <ac:picMkLst>
            <pc:docMk/>
            <pc:sldMk cId="2237563848" sldId="274"/>
            <ac:picMk id="1028" creationId="{1F44EC47-1F6D-53B5-72BA-B97EBD7EE138}"/>
          </ac:picMkLst>
        </pc:picChg>
        <pc:picChg chg="add del mod">
          <ac:chgData name="Yokoyama, Kazuki/横山 一樹" userId="eebd3b26-963b-49b8-bece-d035e86ca04e" providerId="ADAL" clId="{B814D078-A42D-4AD2-9FD0-F6680B529F06}" dt="2025-07-16T08:39:02.427" v="395" actId="478"/>
          <ac:picMkLst>
            <pc:docMk/>
            <pc:sldMk cId="2237563848" sldId="274"/>
            <ac:picMk id="1030" creationId="{A86AA057-6404-DC4F-7F62-F45F68D7F3D4}"/>
          </ac:picMkLst>
        </pc:picChg>
      </pc:sldChg>
      <pc:sldChg chg="modSp new mod">
        <pc:chgData name="Yokoyama, Kazuki/横山 一樹" userId="eebd3b26-963b-49b8-bece-d035e86ca04e" providerId="ADAL" clId="{B814D078-A42D-4AD2-9FD0-F6680B529F06}" dt="2025-07-17T23:53:21.886" v="4601"/>
        <pc:sldMkLst>
          <pc:docMk/>
          <pc:sldMk cId="3264326108" sldId="275"/>
        </pc:sldMkLst>
        <pc:spChg chg="mod">
          <ac:chgData name="Yokoyama, Kazuki/横山 一樹" userId="eebd3b26-963b-49b8-bece-d035e86ca04e" providerId="ADAL" clId="{B814D078-A42D-4AD2-9FD0-F6680B529F06}" dt="2025-07-17T09:26:40.142" v="4252" actId="20577"/>
          <ac:spMkLst>
            <pc:docMk/>
            <pc:sldMk cId="3264326108" sldId="275"/>
            <ac:spMk id="2" creationId="{6BB3F6A4-A729-A07D-971F-829F79BCBA20}"/>
          </ac:spMkLst>
        </pc:spChg>
        <pc:spChg chg="mod">
          <ac:chgData name="Yokoyama, Kazuki/横山 一樹" userId="eebd3b26-963b-49b8-bece-d035e86ca04e" providerId="ADAL" clId="{B814D078-A42D-4AD2-9FD0-F6680B529F06}" dt="2025-07-17T23:53:21.886" v="4601"/>
          <ac:spMkLst>
            <pc:docMk/>
            <pc:sldMk cId="3264326108" sldId="275"/>
            <ac:spMk id="3" creationId="{64232FF9-3D98-F459-86F6-F06C9720EB9A}"/>
          </ac:spMkLst>
        </pc:spChg>
      </pc:sldChg>
      <pc:sldChg chg="modSp new del mod">
        <pc:chgData name="Yokoyama, Kazuki/横山 一樹" userId="eebd3b26-963b-49b8-bece-d035e86ca04e" providerId="ADAL" clId="{B814D078-A42D-4AD2-9FD0-F6680B529F06}" dt="2025-07-16T10:01:54.355" v="552" actId="680"/>
        <pc:sldMkLst>
          <pc:docMk/>
          <pc:sldMk cId="4258635011" sldId="275"/>
        </pc:sldMkLst>
        <pc:spChg chg="mod">
          <ac:chgData name="Yokoyama, Kazuki/横山 一樹" userId="eebd3b26-963b-49b8-bece-d035e86ca04e" providerId="ADAL" clId="{B814D078-A42D-4AD2-9FD0-F6680B529F06}" dt="2025-07-16T10:01:53.806" v="551" actId="12"/>
          <ac:spMkLst>
            <pc:docMk/>
            <pc:sldMk cId="4258635011" sldId="275"/>
            <ac:spMk id="3" creationId="{D3E0A424-033D-8027-21B1-80FC680B05FB}"/>
          </ac:spMkLst>
        </pc:spChg>
      </pc:sldChg>
      <pc:sldChg chg="addSp delSp modSp new mod modClrScheme chgLayout">
        <pc:chgData name="Yokoyama, Kazuki/横山 一樹" userId="eebd3b26-963b-49b8-bece-d035e86ca04e" providerId="ADAL" clId="{B814D078-A42D-4AD2-9FD0-F6680B529F06}" dt="2025-07-17T23:41:29.567" v="4544" actId="207"/>
        <pc:sldMkLst>
          <pc:docMk/>
          <pc:sldMk cId="3184703573" sldId="276"/>
        </pc:sldMkLst>
        <pc:spChg chg="del mod ord">
          <ac:chgData name="Yokoyama, Kazuki/横山 一樹" userId="eebd3b26-963b-49b8-bece-d035e86ca04e" providerId="ADAL" clId="{B814D078-A42D-4AD2-9FD0-F6680B529F06}" dt="2025-07-16T10:59:20.757" v="1599" actId="700"/>
          <ac:spMkLst>
            <pc:docMk/>
            <pc:sldMk cId="3184703573" sldId="276"/>
            <ac:spMk id="2" creationId="{2C1D3B37-702D-9AC4-8F52-98D431433EAD}"/>
          </ac:spMkLst>
        </pc:spChg>
        <pc:spChg chg="add mod">
          <ac:chgData name="Yokoyama, Kazuki/横山 一樹" userId="eebd3b26-963b-49b8-bece-d035e86ca04e" providerId="ADAL" clId="{B814D078-A42D-4AD2-9FD0-F6680B529F06}" dt="2025-07-17T23:41:29.567" v="4544" actId="207"/>
          <ac:spMkLst>
            <pc:docMk/>
            <pc:sldMk cId="3184703573" sldId="276"/>
            <ac:spMk id="2" creationId="{BCCED9BE-FD4E-2213-66E6-016EEAA497C7}"/>
          </ac:spMkLst>
        </pc:spChg>
        <pc:spChg chg="add del mod ord">
          <ac:chgData name="Yokoyama, Kazuki/横山 一樹" userId="eebd3b26-963b-49b8-bece-d035e86ca04e" providerId="ADAL" clId="{B814D078-A42D-4AD2-9FD0-F6680B529F06}" dt="2025-07-16T10:59:47.115" v="1603" actId="478"/>
          <ac:spMkLst>
            <pc:docMk/>
            <pc:sldMk cId="3184703573" sldId="276"/>
            <ac:spMk id="3" creationId="{E05C803E-0ACA-3396-ADD5-D8A2A37F8420}"/>
          </ac:spMkLst>
        </pc:spChg>
        <pc:spChg chg="add del mod ord">
          <ac:chgData name="Yokoyama, Kazuki/横山 一樹" userId="eebd3b26-963b-49b8-bece-d035e86ca04e" providerId="ADAL" clId="{B814D078-A42D-4AD2-9FD0-F6680B529F06}" dt="2025-07-16T10:59:38.176" v="1602" actId="700"/>
          <ac:spMkLst>
            <pc:docMk/>
            <pc:sldMk cId="3184703573" sldId="276"/>
            <ac:spMk id="4" creationId="{1DAFA439-E688-181A-DEB4-6C723A9FA5B0}"/>
          </ac:spMkLst>
        </pc:spChg>
        <pc:spChg chg="add mod ord">
          <ac:chgData name="Yokoyama, Kazuki/横山 一樹" userId="eebd3b26-963b-49b8-bece-d035e86ca04e" providerId="ADAL" clId="{B814D078-A42D-4AD2-9FD0-F6680B529F06}" dt="2025-07-16T10:59:49.660" v="1604"/>
          <ac:spMkLst>
            <pc:docMk/>
            <pc:sldMk cId="3184703573" sldId="276"/>
            <ac:spMk id="5" creationId="{EDAB1B0A-F108-60D3-2DF0-C6A9D26F070C}"/>
          </ac:spMkLst>
        </pc:spChg>
      </pc:sldChg>
      <pc:sldChg chg="addSp delSp modSp new mod ord modClrScheme chgLayout">
        <pc:chgData name="Yokoyama, Kazuki/横山 一樹" userId="eebd3b26-963b-49b8-bece-d035e86ca04e" providerId="ADAL" clId="{B814D078-A42D-4AD2-9FD0-F6680B529F06}" dt="2025-07-18T00:19:50.734" v="5318" actId="1076"/>
        <pc:sldMkLst>
          <pc:docMk/>
          <pc:sldMk cId="1535432043" sldId="277"/>
        </pc:sldMkLst>
        <pc:spChg chg="del">
          <ac:chgData name="Yokoyama, Kazuki/横山 一樹" userId="eebd3b26-963b-49b8-bece-d035e86ca04e" providerId="ADAL" clId="{B814D078-A42D-4AD2-9FD0-F6680B529F06}" dt="2025-07-16T11:10:10.359" v="1999" actId="700"/>
          <ac:spMkLst>
            <pc:docMk/>
            <pc:sldMk cId="1535432043" sldId="277"/>
            <ac:spMk id="2" creationId="{1B579A5A-8C30-0813-AEBE-796C21074F9D}"/>
          </ac:spMkLst>
        </pc:spChg>
        <pc:spChg chg="add mod">
          <ac:chgData name="Yokoyama, Kazuki/横山 一樹" userId="eebd3b26-963b-49b8-bece-d035e86ca04e" providerId="ADAL" clId="{B814D078-A42D-4AD2-9FD0-F6680B529F06}" dt="2025-07-18T00:19:50.734" v="5318" actId="1076"/>
          <ac:spMkLst>
            <pc:docMk/>
            <pc:sldMk cId="1535432043" sldId="277"/>
            <ac:spMk id="2" creationId="{23589C49-78C3-D9F5-9BFE-A34DA975084B}"/>
          </ac:spMkLst>
        </pc:spChg>
        <pc:spChg chg="add mod">
          <ac:chgData name="Yokoyama, Kazuki/横山 一樹" userId="eebd3b26-963b-49b8-bece-d035e86ca04e" providerId="ADAL" clId="{B814D078-A42D-4AD2-9FD0-F6680B529F06}" dt="2025-07-17T09:25:19.640" v="4225" actId="20577"/>
          <ac:spMkLst>
            <pc:docMk/>
            <pc:sldMk cId="1535432043" sldId="277"/>
            <ac:spMk id="3" creationId="{4989D51A-A40A-FF3C-059C-0B514CB2B023}"/>
          </ac:spMkLst>
        </pc:spChg>
        <pc:spChg chg="add del mod">
          <ac:chgData name="Yokoyama, Kazuki/横山 一樹" userId="eebd3b26-963b-49b8-bece-d035e86ca04e" providerId="ADAL" clId="{B814D078-A42D-4AD2-9FD0-F6680B529F06}" dt="2025-07-16T11:55:25.570" v="3342" actId="478"/>
          <ac:spMkLst>
            <pc:docMk/>
            <pc:sldMk cId="1535432043" sldId="277"/>
            <ac:spMk id="5" creationId="{C406C171-27F8-55AC-61E9-0E8B086E7CFE}"/>
          </ac:spMkLst>
        </pc:spChg>
        <pc:picChg chg="add mod">
          <ac:chgData name="Yokoyama, Kazuki/横山 一樹" userId="eebd3b26-963b-49b8-bece-d035e86ca04e" providerId="ADAL" clId="{B814D078-A42D-4AD2-9FD0-F6680B529F06}" dt="2025-07-16T11:10:21.795" v="2005" actId="1076"/>
          <ac:picMkLst>
            <pc:docMk/>
            <pc:sldMk cId="1535432043" sldId="277"/>
            <ac:picMk id="4" creationId="{D817F553-2B10-B3E7-934E-82ED6AC13815}"/>
          </ac:picMkLst>
        </pc:picChg>
      </pc:sldChg>
      <pc:sldChg chg="new del">
        <pc:chgData name="Yokoyama, Kazuki/横山 一樹" userId="eebd3b26-963b-49b8-bece-d035e86ca04e" providerId="ADAL" clId="{B814D078-A42D-4AD2-9FD0-F6680B529F06}" dt="2025-07-16T11:10:03.632" v="1997" actId="47"/>
        <pc:sldMkLst>
          <pc:docMk/>
          <pc:sldMk cId="1955970497" sldId="277"/>
        </pc:sldMkLst>
      </pc:sldChg>
      <pc:sldChg chg="addSp delSp modSp new mod ord modClrScheme chgLayout">
        <pc:chgData name="Yokoyama, Kazuki/横山 一樹" userId="eebd3b26-963b-49b8-bece-d035e86ca04e" providerId="ADAL" clId="{B814D078-A42D-4AD2-9FD0-F6680B529F06}" dt="2025-07-18T00:07:29.804" v="4864" actId="20577"/>
        <pc:sldMkLst>
          <pc:docMk/>
          <pc:sldMk cId="2727537324" sldId="278"/>
        </pc:sldMkLst>
        <pc:spChg chg="del mod ord">
          <ac:chgData name="Yokoyama, Kazuki/横山 一樹" userId="eebd3b26-963b-49b8-bece-d035e86ca04e" providerId="ADAL" clId="{B814D078-A42D-4AD2-9FD0-F6680B529F06}" dt="2025-07-16T11:21:35.051" v="2371" actId="700"/>
          <ac:spMkLst>
            <pc:docMk/>
            <pc:sldMk cId="2727537324" sldId="278"/>
            <ac:spMk id="2" creationId="{0C618B46-F859-AD15-6342-810EA7338D29}"/>
          </ac:spMkLst>
        </pc:spChg>
        <pc:spChg chg="add del mod">
          <ac:chgData name="Yokoyama, Kazuki/横山 一樹" userId="eebd3b26-963b-49b8-bece-d035e86ca04e" providerId="ADAL" clId="{B814D078-A42D-4AD2-9FD0-F6680B529F06}" dt="2025-07-17T09:07:20.322" v="3854" actId="478"/>
          <ac:spMkLst>
            <pc:docMk/>
            <pc:sldMk cId="2727537324" sldId="278"/>
            <ac:spMk id="2" creationId="{B790258B-1DEE-2039-5E56-321F58BC3851}"/>
          </ac:spMkLst>
        </pc:spChg>
        <pc:spChg chg="add del mod">
          <ac:chgData name="Yokoyama, Kazuki/横山 一樹" userId="eebd3b26-963b-49b8-bece-d035e86ca04e" providerId="ADAL" clId="{B814D078-A42D-4AD2-9FD0-F6680B529F06}" dt="2025-07-18T00:04:00.140" v="4643" actId="478"/>
          <ac:spMkLst>
            <pc:docMk/>
            <pc:sldMk cId="2727537324" sldId="278"/>
            <ac:spMk id="2" creationId="{C7C73364-4346-3763-C2E6-616B3D2B76D8}"/>
          </ac:spMkLst>
        </pc:spChg>
        <pc:spChg chg="add mod">
          <ac:chgData name="Yokoyama, Kazuki/横山 一樹" userId="eebd3b26-963b-49b8-bece-d035e86ca04e" providerId="ADAL" clId="{B814D078-A42D-4AD2-9FD0-F6680B529F06}" dt="2025-07-17T23:50:12.106" v="4554" actId="208"/>
          <ac:spMkLst>
            <pc:docMk/>
            <pc:sldMk cId="2727537324" sldId="278"/>
            <ac:spMk id="3" creationId="{61251591-6092-257B-516A-F5017172A166}"/>
          </ac:spMkLst>
        </pc:spChg>
        <pc:spChg chg="del">
          <ac:chgData name="Yokoyama, Kazuki/横山 一樹" userId="eebd3b26-963b-49b8-bece-d035e86ca04e" providerId="ADAL" clId="{B814D078-A42D-4AD2-9FD0-F6680B529F06}" dt="2025-07-16T11:21:35.051" v="2371" actId="700"/>
          <ac:spMkLst>
            <pc:docMk/>
            <pc:sldMk cId="2727537324" sldId="278"/>
            <ac:spMk id="3" creationId="{6A007182-EBF2-F8F7-893F-B532AEDFD016}"/>
          </ac:spMkLst>
        </pc:spChg>
        <pc:spChg chg="add mod ord">
          <ac:chgData name="Yokoyama, Kazuki/横山 一樹" userId="eebd3b26-963b-49b8-bece-d035e86ca04e" providerId="ADAL" clId="{B814D078-A42D-4AD2-9FD0-F6680B529F06}" dt="2025-07-17T23:53:04.787" v="4598" actId="20577"/>
          <ac:spMkLst>
            <pc:docMk/>
            <pc:sldMk cId="2727537324" sldId="278"/>
            <ac:spMk id="4" creationId="{28BEBFDE-F0A5-ADE6-87D4-A9EFD18386FA}"/>
          </ac:spMkLst>
        </pc:spChg>
        <pc:spChg chg="add del">
          <ac:chgData name="Yokoyama, Kazuki/横山 一樹" userId="eebd3b26-963b-49b8-bece-d035e86ca04e" providerId="ADAL" clId="{B814D078-A42D-4AD2-9FD0-F6680B529F06}" dt="2025-07-16T11:22:19.700" v="2377" actId="478"/>
          <ac:spMkLst>
            <pc:docMk/>
            <pc:sldMk cId="2727537324" sldId="278"/>
            <ac:spMk id="6" creationId="{EC8834FD-5E34-493D-477C-E4E56DD1F68E}"/>
          </ac:spMkLst>
        </pc:spChg>
        <pc:spChg chg="add del mod">
          <ac:chgData name="Yokoyama, Kazuki/横山 一樹" userId="eebd3b26-963b-49b8-bece-d035e86ca04e" providerId="ADAL" clId="{B814D078-A42D-4AD2-9FD0-F6680B529F06}" dt="2025-07-17T23:55:17.441" v="4642" actId="478"/>
          <ac:spMkLst>
            <pc:docMk/>
            <pc:sldMk cId="2727537324" sldId="278"/>
            <ac:spMk id="6" creationId="{FB844A43-7ADB-6BB2-E444-8BF9127C9E7B}"/>
          </ac:spMkLst>
        </pc:spChg>
        <pc:spChg chg="add del mod">
          <ac:chgData name="Yokoyama, Kazuki/横山 一樹" userId="eebd3b26-963b-49b8-bece-d035e86ca04e" providerId="ADAL" clId="{B814D078-A42D-4AD2-9FD0-F6680B529F06}" dt="2025-07-16T11:32:12.666" v="2785" actId="478"/>
          <ac:spMkLst>
            <pc:docMk/>
            <pc:sldMk cId="2727537324" sldId="278"/>
            <ac:spMk id="7" creationId="{2F7080F2-2719-CA91-42D8-66FF2BC9C24D}"/>
          </ac:spMkLst>
        </pc:spChg>
        <pc:spChg chg="add mod">
          <ac:chgData name="Yokoyama, Kazuki/横山 一樹" userId="eebd3b26-963b-49b8-bece-d035e86ca04e" providerId="ADAL" clId="{B814D078-A42D-4AD2-9FD0-F6680B529F06}" dt="2025-07-18T00:06:22.269" v="4797" actId="14100"/>
          <ac:spMkLst>
            <pc:docMk/>
            <pc:sldMk cId="2727537324" sldId="278"/>
            <ac:spMk id="7" creationId="{9AC8C35F-69FD-E4A2-A204-8E6C433856CF}"/>
          </ac:spMkLst>
        </pc:spChg>
        <pc:spChg chg="add mod">
          <ac:chgData name="Yokoyama, Kazuki/横山 一樹" userId="eebd3b26-963b-49b8-bece-d035e86ca04e" providerId="ADAL" clId="{B814D078-A42D-4AD2-9FD0-F6680B529F06}" dt="2025-07-18T00:07:29.804" v="4864" actId="20577"/>
          <ac:spMkLst>
            <pc:docMk/>
            <pc:sldMk cId="2727537324" sldId="278"/>
            <ac:spMk id="8" creationId="{B8EF2557-ACEA-0AF0-469D-6DB5D975516B}"/>
          </ac:spMkLst>
        </pc:spChg>
        <pc:spChg chg="add del mod">
          <ac:chgData name="Yokoyama, Kazuki/横山 一樹" userId="eebd3b26-963b-49b8-bece-d035e86ca04e" providerId="ADAL" clId="{B814D078-A42D-4AD2-9FD0-F6680B529F06}" dt="2025-07-16T11:32:12.666" v="2785" actId="478"/>
          <ac:spMkLst>
            <pc:docMk/>
            <pc:sldMk cId="2727537324" sldId="278"/>
            <ac:spMk id="8" creationId="{D83C39A2-FBEC-F33F-1E74-085CA9BF8DC2}"/>
          </ac:spMkLst>
        </pc:spChg>
        <pc:spChg chg="add mod">
          <ac:chgData name="Yokoyama, Kazuki/横山 一樹" userId="eebd3b26-963b-49b8-bece-d035e86ca04e" providerId="ADAL" clId="{B814D078-A42D-4AD2-9FD0-F6680B529F06}" dt="2025-07-18T00:07:26.082" v="4863" actId="20577"/>
          <ac:spMkLst>
            <pc:docMk/>
            <pc:sldMk cId="2727537324" sldId="278"/>
            <ac:spMk id="9" creationId="{5346209A-E9C9-C711-A767-80DC864C07D8}"/>
          </ac:spMkLst>
        </pc:spChg>
        <pc:spChg chg="add del mod">
          <ac:chgData name="Yokoyama, Kazuki/横山 一樹" userId="eebd3b26-963b-49b8-bece-d035e86ca04e" providerId="ADAL" clId="{B814D078-A42D-4AD2-9FD0-F6680B529F06}" dt="2025-07-16T11:31:15.358" v="2690" actId="478"/>
          <ac:spMkLst>
            <pc:docMk/>
            <pc:sldMk cId="2727537324" sldId="278"/>
            <ac:spMk id="9" creationId="{888C16B5-32B1-B662-5A59-D3DFC7967D66}"/>
          </ac:spMkLst>
        </pc:spChg>
        <pc:spChg chg="add del mod">
          <ac:chgData name="Yokoyama, Kazuki/横山 一樹" userId="eebd3b26-963b-49b8-bece-d035e86ca04e" providerId="ADAL" clId="{B814D078-A42D-4AD2-9FD0-F6680B529F06}" dt="2025-07-16T11:28:45.673" v="2538" actId="478"/>
          <ac:spMkLst>
            <pc:docMk/>
            <pc:sldMk cId="2727537324" sldId="278"/>
            <ac:spMk id="10" creationId="{670CB1F9-783A-85C7-B573-0D1FE234FB85}"/>
          </ac:spMkLst>
        </pc:spChg>
        <pc:picChg chg="add mod">
          <ac:chgData name="Yokoyama, Kazuki/横山 一樹" userId="eebd3b26-963b-49b8-bece-d035e86ca04e" providerId="ADAL" clId="{B814D078-A42D-4AD2-9FD0-F6680B529F06}" dt="2025-07-17T09:07:52.813" v="3859" actId="1076"/>
          <ac:picMkLst>
            <pc:docMk/>
            <pc:sldMk cId="2727537324" sldId="278"/>
            <ac:picMk id="5" creationId="{5664ECD1-0DC9-5B2C-A579-C1EEB5B4C958}"/>
          </ac:picMkLst>
        </pc:picChg>
      </pc:sldChg>
      <pc:sldChg chg="addSp modSp add del mod ord">
        <pc:chgData name="Yokoyama, Kazuki/横山 一樹" userId="eebd3b26-963b-49b8-bece-d035e86ca04e" providerId="ADAL" clId="{B814D078-A42D-4AD2-9FD0-F6680B529F06}" dt="2025-07-17T09:18:26.935" v="4161" actId="47"/>
        <pc:sldMkLst>
          <pc:docMk/>
          <pc:sldMk cId="3833248507" sldId="279"/>
        </pc:sldMkLst>
        <pc:spChg chg="add mod">
          <ac:chgData name="Yokoyama, Kazuki/横山 一樹" userId="eebd3b26-963b-49b8-bece-d035e86ca04e" providerId="ADAL" clId="{B814D078-A42D-4AD2-9FD0-F6680B529F06}" dt="2025-07-17T01:29:51.916" v="3577" actId="6549"/>
          <ac:spMkLst>
            <pc:docMk/>
            <pc:sldMk cId="3833248507" sldId="279"/>
            <ac:spMk id="2" creationId="{84C98840-CA8D-FF46-B17B-32E6F39F2C31}"/>
          </ac:spMkLst>
        </pc:spChg>
        <pc:spChg chg="add mod">
          <ac:chgData name="Yokoyama, Kazuki/横山 一樹" userId="eebd3b26-963b-49b8-bece-d035e86ca04e" providerId="ADAL" clId="{B814D078-A42D-4AD2-9FD0-F6680B529F06}" dt="2025-07-17T09:03:49.030" v="3776" actId="207"/>
          <ac:spMkLst>
            <pc:docMk/>
            <pc:sldMk cId="3833248507" sldId="279"/>
            <ac:spMk id="3" creationId="{EC30C183-0C49-1438-2508-E4109631F770}"/>
          </ac:spMkLst>
        </pc:spChg>
        <pc:spChg chg="add mod">
          <ac:chgData name="Yokoyama, Kazuki/横山 一樹" userId="eebd3b26-963b-49b8-bece-d035e86ca04e" providerId="ADAL" clId="{B814D078-A42D-4AD2-9FD0-F6680B529F06}" dt="2025-07-17T09:04:55.998" v="3802" actId="207"/>
          <ac:spMkLst>
            <pc:docMk/>
            <pc:sldMk cId="3833248507" sldId="279"/>
            <ac:spMk id="6" creationId="{4D389F59-8369-E974-1C2A-81691E851504}"/>
          </ac:spMkLst>
        </pc:spChg>
        <pc:spChg chg="mod">
          <ac:chgData name="Yokoyama, Kazuki/横山 一樹" userId="eebd3b26-963b-49b8-bece-d035e86ca04e" providerId="ADAL" clId="{B814D078-A42D-4AD2-9FD0-F6680B529F06}" dt="2025-07-17T09:04:06.652" v="3779" actId="20577"/>
          <ac:spMkLst>
            <pc:docMk/>
            <pc:sldMk cId="3833248507" sldId="279"/>
            <ac:spMk id="7" creationId="{2F7080F2-2719-CA91-42D8-66FF2BC9C24D}"/>
          </ac:spMkLst>
        </pc:spChg>
        <pc:spChg chg="mod">
          <ac:chgData name="Yokoyama, Kazuki/横山 一樹" userId="eebd3b26-963b-49b8-bece-d035e86ca04e" providerId="ADAL" clId="{B814D078-A42D-4AD2-9FD0-F6680B529F06}" dt="2025-07-17T09:04:47.815" v="3800" actId="1076"/>
          <ac:spMkLst>
            <pc:docMk/>
            <pc:sldMk cId="3833248507" sldId="279"/>
            <ac:spMk id="8" creationId="{D83C39A2-FBEC-F33F-1E74-085CA9BF8DC2}"/>
          </ac:spMkLst>
        </pc:spChg>
        <pc:spChg chg="add mod">
          <ac:chgData name="Yokoyama, Kazuki/横山 一樹" userId="eebd3b26-963b-49b8-bece-d035e86ca04e" providerId="ADAL" clId="{B814D078-A42D-4AD2-9FD0-F6680B529F06}" dt="2025-07-17T09:05:00.746" v="3803" actId="571"/>
          <ac:spMkLst>
            <pc:docMk/>
            <pc:sldMk cId="3833248507" sldId="279"/>
            <ac:spMk id="9" creationId="{6CD226ED-E411-92CB-9BA3-6379EA85D36B}"/>
          </ac:spMkLst>
        </pc:spChg>
        <pc:spChg chg="add mod">
          <ac:chgData name="Yokoyama, Kazuki/横山 一樹" userId="eebd3b26-963b-49b8-bece-d035e86ca04e" providerId="ADAL" clId="{B814D078-A42D-4AD2-9FD0-F6680B529F06}" dt="2025-07-17T09:05:05.434" v="3808" actId="20577"/>
          <ac:spMkLst>
            <pc:docMk/>
            <pc:sldMk cId="3833248507" sldId="279"/>
            <ac:spMk id="10" creationId="{054AB325-4430-8DCE-DA3A-AAF0878DAF93}"/>
          </ac:spMkLst>
        </pc:spChg>
      </pc:sldChg>
      <pc:sldChg chg="addSp delSp modSp new del mod ord modClrScheme chgLayout">
        <pc:chgData name="Yokoyama, Kazuki/横山 一樹" userId="eebd3b26-963b-49b8-bece-d035e86ca04e" providerId="ADAL" clId="{B814D078-A42D-4AD2-9FD0-F6680B529F06}" dt="2025-07-17T08:56:25.161" v="3644" actId="47"/>
        <pc:sldMkLst>
          <pc:docMk/>
          <pc:sldMk cId="3697412711" sldId="280"/>
        </pc:sldMkLst>
        <pc:spChg chg="del mod ord">
          <ac:chgData name="Yokoyama, Kazuki/横山 一樹" userId="eebd3b26-963b-49b8-bece-d035e86ca04e" providerId="ADAL" clId="{B814D078-A42D-4AD2-9FD0-F6680B529F06}" dt="2025-07-16T11:41:36.893" v="3065" actId="700"/>
          <ac:spMkLst>
            <pc:docMk/>
            <pc:sldMk cId="3697412711" sldId="280"/>
            <ac:spMk id="2" creationId="{C6C55329-BB2F-CA3D-5B80-35DC81CCD9CA}"/>
          </ac:spMkLst>
        </pc:spChg>
        <pc:spChg chg="del">
          <ac:chgData name="Yokoyama, Kazuki/横山 一樹" userId="eebd3b26-963b-49b8-bece-d035e86ca04e" providerId="ADAL" clId="{B814D078-A42D-4AD2-9FD0-F6680B529F06}" dt="2025-07-16T11:41:36.893" v="3065" actId="700"/>
          <ac:spMkLst>
            <pc:docMk/>
            <pc:sldMk cId="3697412711" sldId="280"/>
            <ac:spMk id="3" creationId="{8037187A-EA00-2490-56D1-356979A32A7C}"/>
          </ac:spMkLst>
        </pc:spChg>
        <pc:spChg chg="add mod ord">
          <ac:chgData name="Yokoyama, Kazuki/横山 一樹" userId="eebd3b26-963b-49b8-bece-d035e86ca04e" providerId="ADAL" clId="{B814D078-A42D-4AD2-9FD0-F6680B529F06}" dt="2025-07-16T11:41:36.893" v="3065" actId="700"/>
          <ac:spMkLst>
            <pc:docMk/>
            <pc:sldMk cId="3697412711" sldId="280"/>
            <ac:spMk id="4" creationId="{99AAEF61-7640-D3FC-BF3E-0035C008399B}"/>
          </ac:spMkLst>
        </pc:spChg>
        <pc:picChg chg="add mod">
          <ac:chgData name="Yokoyama, Kazuki/横山 一樹" userId="eebd3b26-963b-49b8-bece-d035e86ca04e" providerId="ADAL" clId="{B814D078-A42D-4AD2-9FD0-F6680B529F06}" dt="2025-07-16T11:41:52.905" v="3071" actId="1076"/>
          <ac:picMkLst>
            <pc:docMk/>
            <pc:sldMk cId="3697412711" sldId="280"/>
            <ac:picMk id="5" creationId="{DCBF42C8-788C-BC1E-B7E8-4A0DA8D84A08}"/>
          </ac:picMkLst>
        </pc:picChg>
      </pc:sldChg>
      <pc:sldChg chg="addSp delSp modSp new mod modClrScheme chgLayout">
        <pc:chgData name="Yokoyama, Kazuki/横山 一樹" userId="eebd3b26-963b-49b8-bece-d035e86ca04e" providerId="ADAL" clId="{B814D078-A42D-4AD2-9FD0-F6680B529F06}" dt="2025-07-18T00:27:36.589" v="5380" actId="20577"/>
        <pc:sldMkLst>
          <pc:docMk/>
          <pc:sldMk cId="2343664900" sldId="281"/>
        </pc:sldMkLst>
        <pc:spChg chg="del">
          <ac:chgData name="Yokoyama, Kazuki/横山 一樹" userId="eebd3b26-963b-49b8-bece-d035e86ca04e" providerId="ADAL" clId="{B814D078-A42D-4AD2-9FD0-F6680B529F06}" dt="2025-07-16T11:46:38.769" v="3073" actId="700"/>
          <ac:spMkLst>
            <pc:docMk/>
            <pc:sldMk cId="2343664900" sldId="281"/>
            <ac:spMk id="2" creationId="{F26D9362-54C9-E87B-7E2F-00F59F4726C7}"/>
          </ac:spMkLst>
        </pc:spChg>
        <pc:spChg chg="add mod">
          <ac:chgData name="Yokoyama, Kazuki/横山 一樹" userId="eebd3b26-963b-49b8-bece-d035e86ca04e" providerId="ADAL" clId="{B814D078-A42D-4AD2-9FD0-F6680B529F06}" dt="2025-07-17T09:25:11.199" v="4223" actId="6549"/>
          <ac:spMkLst>
            <pc:docMk/>
            <pc:sldMk cId="2343664900" sldId="281"/>
            <ac:spMk id="3" creationId="{8BAC0F62-85CE-ADF9-DBEC-D04322D3FCA3}"/>
          </ac:spMkLst>
        </pc:spChg>
        <pc:spChg chg="add mod">
          <ac:chgData name="Yokoyama, Kazuki/横山 一樹" userId="eebd3b26-963b-49b8-bece-d035e86ca04e" providerId="ADAL" clId="{B814D078-A42D-4AD2-9FD0-F6680B529F06}" dt="2025-07-16T12:00:27.481" v="3485" actId="1076"/>
          <ac:spMkLst>
            <pc:docMk/>
            <pc:sldMk cId="2343664900" sldId="281"/>
            <ac:spMk id="6" creationId="{D02700F5-FBB7-E1EF-DE85-EF9ABFEB8ACF}"/>
          </ac:spMkLst>
        </pc:spChg>
        <pc:spChg chg="add mod">
          <ac:chgData name="Yokoyama, Kazuki/横山 一樹" userId="eebd3b26-963b-49b8-bece-d035e86ca04e" providerId="ADAL" clId="{B814D078-A42D-4AD2-9FD0-F6680B529F06}" dt="2025-07-16T12:00:27.481" v="3485" actId="1076"/>
          <ac:spMkLst>
            <pc:docMk/>
            <pc:sldMk cId="2343664900" sldId="281"/>
            <ac:spMk id="7" creationId="{9A5013CB-4B0C-F3D2-20E5-9EA4367E5F0D}"/>
          </ac:spMkLst>
        </pc:spChg>
        <pc:spChg chg="add mod">
          <ac:chgData name="Yokoyama, Kazuki/横山 一樹" userId="eebd3b26-963b-49b8-bece-d035e86ca04e" providerId="ADAL" clId="{B814D078-A42D-4AD2-9FD0-F6680B529F06}" dt="2025-07-18T00:27:36.589" v="5380" actId="20577"/>
          <ac:spMkLst>
            <pc:docMk/>
            <pc:sldMk cId="2343664900" sldId="281"/>
            <ac:spMk id="9" creationId="{174CE402-B4C0-EFFE-648B-9CFBFF3C4AF5}"/>
          </ac:spMkLst>
        </pc:spChg>
        <pc:picChg chg="add mod">
          <ac:chgData name="Yokoyama, Kazuki/横山 一樹" userId="eebd3b26-963b-49b8-bece-d035e86ca04e" providerId="ADAL" clId="{B814D078-A42D-4AD2-9FD0-F6680B529F06}" dt="2025-07-16T12:00:27.481" v="3485" actId="1076"/>
          <ac:picMkLst>
            <pc:docMk/>
            <pc:sldMk cId="2343664900" sldId="281"/>
            <ac:picMk id="4" creationId="{6401F134-826E-DBD5-B765-DAAFFBB7C40C}"/>
          </ac:picMkLst>
        </pc:picChg>
        <pc:picChg chg="add mod">
          <ac:chgData name="Yokoyama, Kazuki/横山 一樹" userId="eebd3b26-963b-49b8-bece-d035e86ca04e" providerId="ADAL" clId="{B814D078-A42D-4AD2-9FD0-F6680B529F06}" dt="2025-07-16T12:00:27.481" v="3485" actId="1076"/>
          <ac:picMkLst>
            <pc:docMk/>
            <pc:sldMk cId="2343664900" sldId="281"/>
            <ac:picMk id="5" creationId="{572AC94F-29F8-B380-8625-93F18ECBFE85}"/>
          </ac:picMkLst>
        </pc:picChg>
        <pc:picChg chg="add del mod">
          <ac:chgData name="Yokoyama, Kazuki/横山 一樹" userId="eebd3b26-963b-49b8-bece-d035e86ca04e" providerId="ADAL" clId="{B814D078-A42D-4AD2-9FD0-F6680B529F06}" dt="2025-07-16T11:52:15.223" v="3236" actId="14100"/>
          <ac:picMkLst>
            <pc:docMk/>
            <pc:sldMk cId="2343664900" sldId="281"/>
            <ac:picMk id="8" creationId="{AA60F46D-DA3F-418C-68F0-2184301DD5F8}"/>
          </ac:picMkLst>
        </pc:picChg>
      </pc:sldChg>
      <pc:sldChg chg="addSp delSp modSp new mod">
        <pc:chgData name="Yokoyama, Kazuki/横山 一樹" userId="eebd3b26-963b-49b8-bece-d035e86ca04e" providerId="ADAL" clId="{B814D078-A42D-4AD2-9FD0-F6680B529F06}" dt="2025-07-18T00:21:24.834" v="5343" actId="20577"/>
        <pc:sldMkLst>
          <pc:docMk/>
          <pc:sldMk cId="2664377036" sldId="282"/>
        </pc:sldMkLst>
        <pc:spChg chg="mod">
          <ac:chgData name="Yokoyama, Kazuki/横山 一樹" userId="eebd3b26-963b-49b8-bece-d035e86ca04e" providerId="ADAL" clId="{B814D078-A42D-4AD2-9FD0-F6680B529F06}" dt="2025-07-17T09:26:05.346" v="4242" actId="20577"/>
          <ac:spMkLst>
            <pc:docMk/>
            <pc:sldMk cId="2664377036" sldId="282"/>
            <ac:spMk id="2" creationId="{335AF831-27EE-F943-4516-8745D0A3F221}"/>
          </ac:spMkLst>
        </pc:spChg>
        <pc:spChg chg="add mod">
          <ac:chgData name="Yokoyama, Kazuki/横山 一樹" userId="eebd3b26-963b-49b8-bece-d035e86ca04e" providerId="ADAL" clId="{B814D078-A42D-4AD2-9FD0-F6680B529F06}" dt="2025-07-18T00:21:24.834" v="5343" actId="20577"/>
          <ac:spMkLst>
            <pc:docMk/>
            <pc:sldMk cId="2664377036" sldId="282"/>
            <ac:spMk id="3" creationId="{BF26FFE6-1F22-B4F5-6174-E4C9B10FE446}"/>
          </ac:spMkLst>
        </pc:spChg>
        <pc:spChg chg="add del">
          <ac:chgData name="Yokoyama, Kazuki/横山 一樹" userId="eebd3b26-963b-49b8-bece-d035e86ca04e" providerId="ADAL" clId="{B814D078-A42D-4AD2-9FD0-F6680B529F06}" dt="2025-07-17T08:55:21.872" v="3637" actId="22"/>
          <ac:spMkLst>
            <pc:docMk/>
            <pc:sldMk cId="2664377036" sldId="282"/>
            <ac:spMk id="4" creationId="{E770DB8C-FF5D-C52D-CD98-97D6E8ED50B4}"/>
          </ac:spMkLst>
        </pc:spChg>
        <pc:spChg chg="add del mod">
          <ac:chgData name="Yokoyama, Kazuki/横山 一樹" userId="eebd3b26-963b-49b8-bece-d035e86ca04e" providerId="ADAL" clId="{B814D078-A42D-4AD2-9FD0-F6680B529F06}" dt="2025-07-17T09:16:46.421" v="4160" actId="478"/>
          <ac:spMkLst>
            <pc:docMk/>
            <pc:sldMk cId="2664377036" sldId="282"/>
            <ac:spMk id="6" creationId="{9D359C7A-71DB-0C74-F6A6-216B285CCA93}"/>
          </ac:spMkLst>
        </pc:spChg>
        <pc:picChg chg="add mod">
          <ac:chgData name="Yokoyama, Kazuki/横山 一樹" userId="eebd3b26-963b-49b8-bece-d035e86ca04e" providerId="ADAL" clId="{B814D078-A42D-4AD2-9FD0-F6680B529F06}" dt="2025-07-17T08:55:41.818" v="3643" actId="1076"/>
          <ac:picMkLst>
            <pc:docMk/>
            <pc:sldMk cId="2664377036" sldId="282"/>
            <ac:picMk id="5" creationId="{472E5C23-103F-147F-E81A-1CD3B77733CB}"/>
          </ac:picMkLst>
        </pc:picChg>
      </pc:sldChg>
      <pc:sldChg chg="modSp add mod">
        <pc:chgData name="Yokoyama, Kazuki/横山 一樹" userId="eebd3b26-963b-49b8-bece-d035e86ca04e" providerId="ADAL" clId="{B814D078-A42D-4AD2-9FD0-F6680B529F06}" dt="2025-07-18T00:08:43.455" v="4900" actId="20577"/>
        <pc:sldMkLst>
          <pc:docMk/>
          <pc:sldMk cId="1688923127" sldId="283"/>
        </pc:sldMkLst>
        <pc:spChg chg="mod">
          <ac:chgData name="Yokoyama, Kazuki/横山 一樹" userId="eebd3b26-963b-49b8-bece-d035e86ca04e" providerId="ADAL" clId="{B814D078-A42D-4AD2-9FD0-F6680B529F06}" dt="2025-07-17T09:20:43.514" v="4181" actId="20577"/>
          <ac:spMkLst>
            <pc:docMk/>
            <pc:sldMk cId="1688923127" sldId="283"/>
            <ac:spMk id="2" creationId="{84C98840-CA8D-FF46-B17B-32E6F39F2C31}"/>
          </ac:spMkLst>
        </pc:spChg>
        <pc:spChg chg="mod">
          <ac:chgData name="Yokoyama, Kazuki/横山 一樹" userId="eebd3b26-963b-49b8-bece-d035e86ca04e" providerId="ADAL" clId="{B814D078-A42D-4AD2-9FD0-F6680B529F06}" dt="2025-07-18T00:08:43.455" v="4900" actId="20577"/>
          <ac:spMkLst>
            <pc:docMk/>
            <pc:sldMk cId="1688923127" sldId="283"/>
            <ac:spMk id="7" creationId="{2F7080F2-2719-CA91-42D8-66FF2BC9C24D}"/>
          </ac:spMkLst>
        </pc:spChg>
        <pc:spChg chg="mod">
          <ac:chgData name="Yokoyama, Kazuki/横山 一樹" userId="eebd3b26-963b-49b8-bece-d035e86ca04e" providerId="ADAL" clId="{B814D078-A42D-4AD2-9FD0-F6680B529F06}" dt="2025-07-17T09:18:43.633" v="4167" actId="207"/>
          <ac:spMkLst>
            <pc:docMk/>
            <pc:sldMk cId="1688923127" sldId="283"/>
            <ac:spMk id="8" creationId="{D83C39A2-FBEC-F33F-1E74-085CA9BF8DC2}"/>
          </ac:spMkLst>
        </pc:spChg>
      </pc:sldChg>
      <pc:sldChg chg="modSp new mod">
        <pc:chgData name="Yokoyama, Kazuki/横山 一樹" userId="eebd3b26-963b-49b8-bece-d035e86ca04e" providerId="ADAL" clId="{B814D078-A42D-4AD2-9FD0-F6680B529F06}" dt="2025-07-17T09:21:18.613" v="4190" actId="20577"/>
        <pc:sldMkLst>
          <pc:docMk/>
          <pc:sldMk cId="3904990715" sldId="284"/>
        </pc:sldMkLst>
        <pc:spChg chg="mod">
          <ac:chgData name="Yokoyama, Kazuki/横山 一樹" userId="eebd3b26-963b-49b8-bece-d035e86ca04e" providerId="ADAL" clId="{B814D078-A42D-4AD2-9FD0-F6680B529F06}" dt="2025-07-17T09:21:18.613" v="4190" actId="20577"/>
          <ac:spMkLst>
            <pc:docMk/>
            <pc:sldMk cId="3904990715" sldId="284"/>
            <ac:spMk id="2" creationId="{78FDEEAD-9ED6-EC02-1D18-C9711640C980}"/>
          </ac:spMkLst>
        </pc:spChg>
      </pc:sldChg>
    </pc:docChg>
  </pc:docChgLst>
  <pc:docChgLst>
    <pc:chgData name="Yokoyama, Kazuki/横山 一樹" userId="eebd3b26-963b-49b8-bece-d035e86ca04e" providerId="ADAL" clId="{DAEB24D9-CB0D-4984-8E0B-BEEDC7FB642B}"/>
    <pc:docChg chg="undo custSel addSld delSld modSld">
      <pc:chgData name="Yokoyama, Kazuki/横山 一樹" userId="eebd3b26-963b-49b8-bece-d035e86ca04e" providerId="ADAL" clId="{DAEB24D9-CB0D-4984-8E0B-BEEDC7FB642B}" dt="2025-07-18T01:21:47.021" v="446" actId="115"/>
      <pc:docMkLst>
        <pc:docMk/>
      </pc:docMkLst>
      <pc:sldChg chg="modSp mod">
        <pc:chgData name="Yokoyama, Kazuki/横山 一樹" userId="eebd3b26-963b-49b8-bece-d035e86ca04e" providerId="ADAL" clId="{DAEB24D9-CB0D-4984-8E0B-BEEDC7FB642B}" dt="2025-07-18T01:21:47.021" v="446" actId="115"/>
        <pc:sldMkLst>
          <pc:docMk/>
          <pc:sldMk cId="3581319212" sldId="259"/>
        </pc:sldMkLst>
        <pc:spChg chg="mod">
          <ac:chgData name="Yokoyama, Kazuki/横山 一樹" userId="eebd3b26-963b-49b8-bece-d035e86ca04e" providerId="ADAL" clId="{DAEB24D9-CB0D-4984-8E0B-BEEDC7FB642B}" dt="2025-07-18T01:21:47.021" v="446" actId="115"/>
          <ac:spMkLst>
            <pc:docMk/>
            <pc:sldMk cId="3581319212" sldId="259"/>
            <ac:spMk id="11" creationId="{8B605EBB-BF3E-8118-DB28-579A64E6AD94}"/>
          </ac:spMkLst>
        </pc:spChg>
      </pc:sldChg>
      <pc:sldChg chg="modSp mod">
        <pc:chgData name="Yokoyama, Kazuki/横山 一樹" userId="eebd3b26-963b-49b8-bece-d035e86ca04e" providerId="ADAL" clId="{DAEB24D9-CB0D-4984-8E0B-BEEDC7FB642B}" dt="2025-07-18T00:36:59.296" v="353" actId="20577"/>
        <pc:sldMkLst>
          <pc:docMk/>
          <pc:sldMk cId="2643902947" sldId="266"/>
        </pc:sldMkLst>
        <pc:spChg chg="mod">
          <ac:chgData name="Yokoyama, Kazuki/横山 一樹" userId="eebd3b26-963b-49b8-bece-d035e86ca04e" providerId="ADAL" clId="{DAEB24D9-CB0D-4984-8E0B-BEEDC7FB642B}" dt="2025-07-18T00:36:59.296" v="353" actId="20577"/>
          <ac:spMkLst>
            <pc:docMk/>
            <pc:sldMk cId="2643902947" sldId="266"/>
            <ac:spMk id="2" creationId="{8ED7C45E-A74D-B87F-0ADE-269409845A85}"/>
          </ac:spMkLst>
        </pc:spChg>
      </pc:sldChg>
      <pc:sldChg chg="addSp delSp modSp mod">
        <pc:chgData name="Yokoyama, Kazuki/横山 一樹" userId="eebd3b26-963b-49b8-bece-d035e86ca04e" providerId="ADAL" clId="{DAEB24D9-CB0D-4984-8E0B-BEEDC7FB642B}" dt="2025-07-18T00:41:13.684" v="410" actId="478"/>
        <pc:sldMkLst>
          <pc:docMk/>
          <pc:sldMk cId="3264326108" sldId="275"/>
        </pc:sldMkLst>
        <pc:spChg chg="mod">
          <ac:chgData name="Yokoyama, Kazuki/横山 一樹" userId="eebd3b26-963b-49b8-bece-d035e86ca04e" providerId="ADAL" clId="{DAEB24D9-CB0D-4984-8E0B-BEEDC7FB642B}" dt="2025-07-18T00:40:51.930" v="409" actId="20577"/>
          <ac:spMkLst>
            <pc:docMk/>
            <pc:sldMk cId="3264326108" sldId="275"/>
            <ac:spMk id="3" creationId="{64232FF9-3D98-F459-86F6-F06C9720EB9A}"/>
          </ac:spMkLst>
        </pc:spChg>
        <pc:spChg chg="add del mod">
          <ac:chgData name="Yokoyama, Kazuki/横山 一樹" userId="eebd3b26-963b-49b8-bece-d035e86ca04e" providerId="ADAL" clId="{DAEB24D9-CB0D-4984-8E0B-BEEDC7FB642B}" dt="2025-07-18T00:40:03.882" v="404" actId="478"/>
          <ac:spMkLst>
            <pc:docMk/>
            <pc:sldMk cId="3264326108" sldId="275"/>
            <ac:spMk id="4" creationId="{833C807A-53FB-F553-E943-D16D1E24BE8A}"/>
          </ac:spMkLst>
        </pc:spChg>
        <pc:spChg chg="add del mod">
          <ac:chgData name="Yokoyama, Kazuki/横山 一樹" userId="eebd3b26-963b-49b8-bece-d035e86ca04e" providerId="ADAL" clId="{DAEB24D9-CB0D-4984-8E0B-BEEDC7FB642B}" dt="2025-07-18T00:41:13.684" v="410" actId="478"/>
          <ac:spMkLst>
            <pc:docMk/>
            <pc:sldMk cId="3264326108" sldId="275"/>
            <ac:spMk id="5" creationId="{97688F02-2507-BD58-57EA-1D1C9373C5E8}"/>
          </ac:spMkLst>
        </pc:spChg>
      </pc:sldChg>
      <pc:sldChg chg="addSp modSp new mod">
        <pc:chgData name="Yokoyama, Kazuki/横山 一樹" userId="eebd3b26-963b-49b8-bece-d035e86ca04e" providerId="ADAL" clId="{DAEB24D9-CB0D-4984-8E0B-BEEDC7FB642B}" dt="2025-07-18T00:58:52.491" v="436" actId="208"/>
        <pc:sldMkLst>
          <pc:docMk/>
          <pc:sldMk cId="891469547" sldId="285"/>
        </pc:sldMkLst>
        <pc:spChg chg="mod">
          <ac:chgData name="Yokoyama, Kazuki/横山 一樹" userId="eebd3b26-963b-49b8-bece-d035e86ca04e" providerId="ADAL" clId="{DAEB24D9-CB0D-4984-8E0B-BEEDC7FB642B}" dt="2025-07-18T00:58:45.275" v="435" actId="20577"/>
          <ac:spMkLst>
            <pc:docMk/>
            <pc:sldMk cId="891469547" sldId="285"/>
            <ac:spMk id="2" creationId="{7D227A3F-38B5-153B-CA80-4FE5DFB86655}"/>
          </ac:spMkLst>
        </pc:spChg>
        <pc:picChg chg="add mod">
          <ac:chgData name="Yokoyama, Kazuki/横山 一樹" userId="eebd3b26-963b-49b8-bece-d035e86ca04e" providerId="ADAL" clId="{DAEB24D9-CB0D-4984-8E0B-BEEDC7FB642B}" dt="2025-07-18T00:58:52.491" v="436" actId="208"/>
          <ac:picMkLst>
            <pc:docMk/>
            <pc:sldMk cId="891469547" sldId="285"/>
            <ac:picMk id="3" creationId="{E1300BE1-8158-97D4-C985-76AEBF1119E1}"/>
          </ac:picMkLst>
        </pc:picChg>
        <pc:picChg chg="add mod">
          <ac:chgData name="Yokoyama, Kazuki/横山 一樹" userId="eebd3b26-963b-49b8-bece-d035e86ca04e" providerId="ADAL" clId="{DAEB24D9-CB0D-4984-8E0B-BEEDC7FB642B}" dt="2025-07-18T00:58:52.491" v="436" actId="208"/>
          <ac:picMkLst>
            <pc:docMk/>
            <pc:sldMk cId="891469547" sldId="285"/>
            <ac:picMk id="4" creationId="{455E3263-F09E-BF98-FEF4-3549CA5D1B2D}"/>
          </ac:picMkLst>
        </pc:picChg>
      </pc:sldChg>
      <pc:sldChg chg="add del">
        <pc:chgData name="Yokoyama, Kazuki/横山 一樹" userId="eebd3b26-963b-49b8-bece-d035e86ca04e" providerId="ADAL" clId="{DAEB24D9-CB0D-4984-8E0B-BEEDC7FB642B}" dt="2025-07-18T00:58:05.292" v="413"/>
        <pc:sldMkLst>
          <pc:docMk/>
          <pc:sldMk cId="0" sldId="30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10523"/>
          </a:xfrm>
        </p:spPr>
        <p:txBody>
          <a:bodyPr anchor="b">
            <a:normAutofit/>
          </a:bodyPr>
          <a:lstStyle>
            <a:lvl1pPr algn="ctr">
              <a:lnSpc>
                <a:spcPct val="120000"/>
              </a:lnSpc>
              <a:defRPr sz="3600">
                <a:solidFill>
                  <a:schemeClr val="tx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435053"/>
            <a:ext cx="9144000" cy="1655762"/>
          </a:xfrm>
        </p:spPr>
        <p:txBody>
          <a:bodyPr tIns="72000" bIns="72000">
            <a:normAutofit/>
          </a:bodyPr>
          <a:lstStyle>
            <a:lvl1pPr marL="0" indent="0" algn="ctr">
              <a:buNone/>
              <a:defRPr sz="1800">
                <a:solidFill>
                  <a:schemeClr val="tx2"/>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7FA2E61A-97DF-8A1A-B218-20EBB5340937}"/>
              </a:ext>
            </a:extLst>
          </p:cNvPr>
          <p:cNvCxnSpPr/>
          <p:nvPr/>
        </p:nvCxnSpPr>
        <p:spPr>
          <a:xfrm>
            <a:off x="0" y="3435056"/>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55632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9AE2F233-97AE-8AB4-F740-EC992530F76E}"/>
              </a:ext>
            </a:extLst>
          </p:cNvPr>
          <p:cNvCxnSpPr/>
          <p:nvPr/>
        </p:nvCxnSpPr>
        <p:spPr>
          <a:xfrm>
            <a:off x="0" y="641524"/>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169A9369-6595-428E-541A-1CE5788A3A52}"/>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35402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spTree>
    <p:extLst>
      <p:ext uri="{BB962C8B-B14F-4D97-AF65-F5344CB8AC3E}">
        <p14:creationId xmlns:p14="http://schemas.microsoft.com/office/powerpoint/2010/main" val="154978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spTree>
    <p:extLst>
      <p:ext uri="{BB962C8B-B14F-4D97-AF65-F5344CB8AC3E}">
        <p14:creationId xmlns:p14="http://schemas.microsoft.com/office/powerpoint/2010/main" val="160463178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1936549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C727B626-1A0D-5FFE-CF03-34A92516F19A}"/>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C1AC39A-B114-1063-73A8-F23A9CEAC118}"/>
              </a:ext>
            </a:extLst>
          </p:cNvPr>
          <p:cNvCxnSpPr/>
          <p:nvPr/>
        </p:nvCxnSpPr>
        <p:spPr>
          <a:xfrm>
            <a:off x="0" y="641524"/>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60875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5E9AA2DA-5DE9-D0C7-5138-0E98BE939D2E}"/>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BD2554CC-F2A5-55CC-7414-8D16C97BA132}"/>
              </a:ext>
            </a:extLst>
          </p:cNvPr>
          <p:cNvSpPr>
            <a:spLocks noGrp="1"/>
          </p:cNvSpPr>
          <p:nvPr>
            <p:ph type="body" sz="quarter" idx="13"/>
          </p:nvPr>
        </p:nvSpPr>
        <p:spPr>
          <a:xfrm>
            <a:off x="3268142" y="1980915"/>
            <a:ext cx="5655714" cy="2896177"/>
          </a:xfrm>
        </p:spPr>
        <p:txBody>
          <a:bodyPr wrap="none" anchor="ctr">
            <a:spAutoFit/>
          </a:bodyPr>
          <a:lstStyle>
            <a:lvl1pPr marL="0" indent="0" algn="ctr">
              <a:buNone/>
              <a:defRPr sz="3200">
                <a:solidFill>
                  <a:schemeClr val="tx2"/>
                </a:solidFill>
              </a:defRPr>
            </a:lvl1pPr>
            <a:lvl2pPr marL="457200" indent="0" algn="ctr">
              <a:buNone/>
              <a:defRPr sz="2800">
                <a:solidFill>
                  <a:schemeClr val="tx2"/>
                </a:solidFill>
              </a:defRPr>
            </a:lvl2pPr>
            <a:lvl3pPr marL="914400" indent="0" algn="ctr">
              <a:buNone/>
              <a:defRPr sz="2400">
                <a:solidFill>
                  <a:schemeClr val="tx2"/>
                </a:solidFill>
              </a:defRPr>
            </a:lvl3pPr>
            <a:lvl4pPr marL="1371600" indent="0" algn="ctr">
              <a:buNone/>
              <a:defRPr sz="2000">
                <a:solidFill>
                  <a:schemeClr val="tx2"/>
                </a:solidFill>
              </a:defRPr>
            </a:lvl4pPr>
            <a:lvl5pPr marL="1828800" indent="0" algn="ctr">
              <a:buNone/>
              <a:defRPr sz="2000">
                <a:solidFill>
                  <a:schemeClr val="tx2"/>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78580041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5FC8EAF-B599-4960-80E5-F959CBCEE67D}"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5E9AA2DA-5DE9-D0C7-5138-0E98BE939D2E}"/>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056842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中紙">
    <p:spTree>
      <p:nvGrpSpPr>
        <p:cNvPr id="1" name=""/>
        <p:cNvGrpSpPr/>
        <p:nvPr/>
      </p:nvGrpSpPr>
      <p:grpSpPr>
        <a:xfrm>
          <a:off x="0" y="0"/>
          <a:ext cx="0" cy="0"/>
          <a:chOff x="0" y="0"/>
          <a:chExt cx="0" cy="0"/>
        </a:xfrm>
      </p:grpSpPr>
      <p:sp>
        <p:nvSpPr>
          <p:cNvPr id="3" name="角丸四角形 2"/>
          <p:cNvSpPr/>
          <p:nvPr/>
        </p:nvSpPr>
        <p:spPr>
          <a:xfrm>
            <a:off x="411295" y="195892"/>
            <a:ext cx="11369408" cy="580789"/>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 PLUS 1p Medium" panose="020B0602020203020207" pitchFamily="50" charset="-128"/>
              <a:ea typeface="M PLUS 1p Medium" panose="020B0602020203020207" pitchFamily="50" charset="-128"/>
              <a:cs typeface="M PLUS 1p Medium" panose="020B0602020203020207" pitchFamily="50" charset="-128"/>
            </a:endParaRPr>
          </a:p>
        </p:txBody>
      </p:sp>
      <p:sp>
        <p:nvSpPr>
          <p:cNvPr id="5" name="テキスト プレースホルダー 4"/>
          <p:cNvSpPr>
            <a:spLocks noGrp="1"/>
          </p:cNvSpPr>
          <p:nvPr>
            <p:ph type="body" sz="quarter" idx="10" hasCustomPrompt="1"/>
          </p:nvPr>
        </p:nvSpPr>
        <p:spPr>
          <a:xfrm>
            <a:off x="411295" y="195892"/>
            <a:ext cx="11369408" cy="580790"/>
          </a:xfrm>
          <a:prstGeom prst="rect">
            <a:avLst/>
          </a:prstGeom>
        </p:spPr>
        <p:txBody>
          <a:bodyPr anchor="ctr"/>
          <a:lstStyle>
            <a:lvl1pPr marL="0" indent="0">
              <a:buFontTx/>
              <a:buNone/>
              <a:defRPr sz="2400" b="1">
                <a:solidFill>
                  <a:schemeClr val="accent1"/>
                </a:solidFill>
                <a:latin typeface="M PLUS 1p Medium" panose="020B0602020203020207" pitchFamily="50" charset="-128"/>
                <a:ea typeface="M PLUS 1p Medium" panose="020B0602020203020207" pitchFamily="50" charset="-128"/>
                <a:cs typeface="M PLUS 1p Medium" panose="020B0602020203020207" pitchFamily="50" charset="-128"/>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a:t>
            </a:r>
            <a:r>
              <a:rPr kumimoji="1" lang="ja-JP" altLang="en-US" dirty="0"/>
              <a:t>タイトル</a:t>
            </a:r>
          </a:p>
        </p:txBody>
      </p:sp>
      <p:sp>
        <p:nvSpPr>
          <p:cNvPr id="8" name="テキスト プレースホルダー 7"/>
          <p:cNvSpPr>
            <a:spLocks noGrp="1"/>
          </p:cNvSpPr>
          <p:nvPr>
            <p:ph type="body" sz="quarter" idx="11" hasCustomPrompt="1"/>
          </p:nvPr>
        </p:nvSpPr>
        <p:spPr>
          <a:xfrm>
            <a:off x="411296" y="1277938"/>
            <a:ext cx="11369408" cy="914400"/>
          </a:xfrm>
          <a:prstGeom prst="rect">
            <a:avLst/>
          </a:prstGeom>
        </p:spPr>
        <p:txBody>
          <a:bodyPr/>
          <a:lstStyle>
            <a:lvl1pPr marL="0" indent="0">
              <a:buFontTx/>
              <a:buNone/>
              <a:defRPr>
                <a:latin typeface="M PLUS 1p" panose="020B0502020203020207" pitchFamily="50" charset="-128"/>
                <a:ea typeface="M PLUS 1p" panose="020B0502020203020207" pitchFamily="50" charset="-128"/>
                <a:cs typeface="M PLUS 1p" panose="020B0502020203020207" pitchFamily="50" charset="-128"/>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dirty="0"/>
              <a:t>説明　</a:t>
            </a:r>
            <a:r>
              <a:rPr kumimoji="1" lang="en-US" altLang="ja-JP" dirty="0"/>
              <a:t>or</a:t>
            </a:r>
            <a:r>
              <a:rPr kumimoji="1" lang="ja-JP" altLang="en-US" dirty="0"/>
              <a:t>　ファクト</a:t>
            </a:r>
            <a:endParaRPr kumimoji="1" lang="en-US" altLang="ja-JP" dirty="0"/>
          </a:p>
          <a:p>
            <a:pPr lvl="0"/>
            <a:endParaRPr kumimoji="1" lang="ja-JP" altLang="en-US" dirty="0"/>
          </a:p>
        </p:txBody>
      </p:sp>
      <p:sp>
        <p:nvSpPr>
          <p:cNvPr id="9" name="テキスト プレースホルダー 7"/>
          <p:cNvSpPr>
            <a:spLocks noGrp="1"/>
          </p:cNvSpPr>
          <p:nvPr>
            <p:ph type="body" sz="quarter" idx="12" hasCustomPrompt="1"/>
          </p:nvPr>
        </p:nvSpPr>
        <p:spPr>
          <a:xfrm>
            <a:off x="411296" y="6059277"/>
            <a:ext cx="10825909" cy="482888"/>
          </a:xfrm>
          <a:prstGeom prst="rect">
            <a:avLst/>
          </a:prstGeom>
        </p:spPr>
        <p:txBody>
          <a:bodyPr anchor="ctr"/>
          <a:lstStyle>
            <a:lvl1pPr marL="0" indent="0">
              <a:buFontTx/>
              <a:buNone/>
              <a:defRPr>
                <a:latin typeface="M PLUS 1p Medium" panose="020B0602020203020207" pitchFamily="50" charset="-128"/>
                <a:ea typeface="M PLUS 1p Medium" panose="020B0602020203020207" pitchFamily="50" charset="-128"/>
                <a:cs typeface="M PLUS 1p Medium" panose="020B0602020203020207" pitchFamily="50" charset="-128"/>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dirty="0"/>
              <a:t>ファクト　</a:t>
            </a:r>
            <a:r>
              <a:rPr kumimoji="1" lang="en-US" altLang="ja-JP" dirty="0"/>
              <a:t>or</a:t>
            </a:r>
            <a:r>
              <a:rPr kumimoji="1" lang="ja-JP" altLang="en-US" dirty="0"/>
              <a:t>　示唆</a:t>
            </a:r>
            <a:endParaRPr kumimoji="1" lang="en-US" altLang="ja-JP" dirty="0"/>
          </a:p>
        </p:txBody>
      </p:sp>
      <p:sp>
        <p:nvSpPr>
          <p:cNvPr id="11" name="テキスト ボックス 10"/>
          <p:cNvSpPr txBox="1"/>
          <p:nvPr/>
        </p:nvSpPr>
        <p:spPr>
          <a:xfrm>
            <a:off x="11508954" y="6427443"/>
            <a:ext cx="543499" cy="400110"/>
          </a:xfrm>
          <a:prstGeom prst="rect">
            <a:avLst/>
          </a:prstGeom>
          <a:noFill/>
        </p:spPr>
        <p:txBody>
          <a:bodyPr wrap="square" rtlCol="0">
            <a:spAutoFit/>
          </a:bodyPr>
          <a:lstStyle/>
          <a:p>
            <a:pPr algn="r"/>
            <a:fld id="{318EA11E-D420-43FF-ABCE-0F1B7656D344}" type="slidenum">
              <a:rPr kumimoji="1" lang="ja-JP" altLang="en-US" sz="2000" smtClean="0">
                <a:solidFill>
                  <a:schemeClr val="accent1"/>
                </a:solidFill>
                <a:latin typeface="M PLUS 1p Thin" panose="020B0303020203020207" pitchFamily="50" charset="-128"/>
                <a:ea typeface="M PLUS 1p Thin" panose="020B0303020203020207" pitchFamily="50" charset="-128"/>
                <a:cs typeface="M PLUS 1p Thin" panose="020B0303020203020207" pitchFamily="50" charset="-128"/>
              </a:rPr>
              <a:t>‹#›</a:t>
            </a:fld>
            <a:endParaRPr kumimoji="1" lang="ja-JP" altLang="en-US" sz="2000" dirty="0">
              <a:solidFill>
                <a:schemeClr val="accent1"/>
              </a:solidFill>
              <a:latin typeface="M PLUS 1p Thin" panose="020B0303020203020207" pitchFamily="50" charset="-128"/>
              <a:ea typeface="M PLUS 1p Thin" panose="020B0303020203020207" pitchFamily="50" charset="-128"/>
              <a:cs typeface="M PLUS 1p Thin" panose="020B0303020203020207" pitchFamily="50" charset="-128"/>
            </a:endParaRPr>
          </a:p>
        </p:txBody>
      </p:sp>
    </p:spTree>
    <p:extLst>
      <p:ext uri="{BB962C8B-B14F-4D97-AF65-F5344CB8AC3E}">
        <p14:creationId xmlns:p14="http://schemas.microsoft.com/office/powerpoint/2010/main" val="1375755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0242" y="207396"/>
            <a:ext cx="11525370" cy="377026"/>
          </a:xfrm>
          <a:prstGeom prst="rect">
            <a:avLst/>
          </a:prstGeom>
        </p:spPr>
        <p:txBody>
          <a:bodyPr vert="horz" lIns="91440" tIns="45720" rIns="91440" bIns="45720" rtlCol="0" anchor="ctr">
            <a:sp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45127" y="859899"/>
            <a:ext cx="10515600" cy="5353329"/>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4038600" y="6537061"/>
            <a:ext cx="4114800" cy="261610"/>
          </a:xfrm>
          <a:prstGeom prst="rect">
            <a:avLst/>
          </a:prstGeom>
        </p:spPr>
        <p:txBody>
          <a:bodyPr vert="horz" lIns="91440" tIns="45720" rIns="91440" bIns="45720" rtlCol="0" anchor="b">
            <a:spAutoFit/>
          </a:bodyP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9122412" y="6490894"/>
            <a:ext cx="2743200" cy="307777"/>
          </a:xfrm>
          <a:prstGeom prst="rect">
            <a:avLst/>
          </a:prstGeom>
        </p:spPr>
        <p:txBody>
          <a:bodyPr vert="horz" lIns="0" tIns="45720" rIns="0" bIns="45720" rtlCol="0" anchor="b">
            <a:spAutoFit/>
          </a:bodyPr>
          <a:lstStyle>
            <a:lvl1pPr algn="r">
              <a:defRPr sz="1400">
                <a:solidFill>
                  <a:schemeClr val="tx2"/>
                </a:solidFill>
              </a:defRPr>
            </a:lvl1pPr>
          </a:lstStyle>
          <a:p>
            <a:fld id="{A5FC8EAF-B599-4960-80E5-F959CBCEE67D}" type="slidenum">
              <a:rPr kumimoji="1" lang="ja-JP" altLang="en-US" smtClean="0"/>
              <a:t>‹#›</a:t>
            </a:fld>
            <a:endParaRPr kumimoji="1" lang="ja-JP" altLang="en-US"/>
          </a:p>
        </p:txBody>
      </p:sp>
      <p:sp>
        <p:nvSpPr>
          <p:cNvPr id="10" name="テキスト ボックス 9">
            <a:extLst>
              <a:ext uri="{FF2B5EF4-FFF2-40B4-BE49-F238E27FC236}">
                <a16:creationId xmlns:a16="http://schemas.microsoft.com/office/drawing/2014/main" id="{8110AB57-86AE-847C-8C61-5FC41F72383C}"/>
              </a:ext>
            </a:extLst>
          </p:cNvPr>
          <p:cNvSpPr txBox="1"/>
          <p:nvPr/>
        </p:nvSpPr>
        <p:spPr>
          <a:xfrm>
            <a:off x="340242" y="6552450"/>
            <a:ext cx="3651124" cy="246221"/>
          </a:xfrm>
          <a:prstGeom prst="rect">
            <a:avLst/>
          </a:prstGeom>
          <a:noFill/>
        </p:spPr>
        <p:txBody>
          <a:bodyPr wrap="none" lIns="0" rIns="0" rtlCol="0">
            <a:spAutoFit/>
          </a:bodyPr>
          <a:lstStyle/>
          <a:p>
            <a:r>
              <a:rPr kumimoji="1" lang="en-US" altLang="ja-JP" sz="1000" dirty="0">
                <a:solidFill>
                  <a:schemeClr val="tx2"/>
                </a:solidFill>
              </a:rPr>
              <a:t>© TOYOTA SYSTEMS CORPORATION All Rights Reserved.</a:t>
            </a:r>
            <a:endParaRPr kumimoji="1" lang="ja-JP" altLang="en-US" sz="1000" dirty="0">
              <a:solidFill>
                <a:schemeClr val="tx2"/>
              </a:solidFill>
            </a:endParaRPr>
          </a:p>
        </p:txBody>
      </p:sp>
      <p:pic>
        <p:nvPicPr>
          <p:cNvPr id="4" name="Picture 2" descr="C:\Users\s-ishimaru\Desktop\③関係者外秘RED.png">
            <a:extLst>
              <a:ext uri="{FF2B5EF4-FFF2-40B4-BE49-F238E27FC236}">
                <a16:creationId xmlns:a16="http://schemas.microsoft.com/office/drawing/2014/main" id="{DE2178E4-6706-62A7-E188-DC34230097D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566355" y="105759"/>
            <a:ext cx="490146" cy="47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8830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defTabSz="914400" rtl="0" eaLnBrk="1" latinLnBrk="0" hangingPunct="1">
        <a:lnSpc>
          <a:spcPct val="90000"/>
        </a:lnSpc>
        <a:spcBef>
          <a:spcPct val="0"/>
        </a:spcBef>
        <a:buNone/>
        <a:defRPr kumimoji="1" sz="2000" b="1" kern="1200">
          <a:solidFill>
            <a:schemeClr val="tx2"/>
          </a:solidFill>
          <a:latin typeface="+mj-lt"/>
          <a:ea typeface="+mj-ea"/>
          <a:cs typeface="+mj-cs"/>
        </a:defRPr>
      </a:lvl1pPr>
    </p:titleStyle>
    <p:body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fif"/><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fif"/><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2D65B8-234D-DDF2-8458-BE29499C3250}"/>
              </a:ext>
            </a:extLst>
          </p:cNvPr>
          <p:cNvSpPr>
            <a:spLocks noGrp="1"/>
          </p:cNvSpPr>
          <p:nvPr>
            <p:ph type="ctrTitle"/>
          </p:nvPr>
        </p:nvSpPr>
        <p:spPr/>
        <p:txBody>
          <a:bodyPr/>
          <a:lstStyle/>
          <a:p>
            <a:r>
              <a:rPr kumimoji="1" lang="en-US" altLang="ja-JP" dirty="0"/>
              <a:t>2DEE</a:t>
            </a:r>
            <a:r>
              <a:rPr kumimoji="1" lang="ja-JP" altLang="en-US" dirty="0"/>
              <a:t>支援状況報告（法規認証</a:t>
            </a:r>
            <a:r>
              <a:rPr kumimoji="1" lang="en-US" altLang="ja-JP" dirty="0"/>
              <a:t>TPS</a:t>
            </a:r>
            <a:r>
              <a:rPr kumimoji="1" lang="ja-JP" altLang="en-US" dirty="0"/>
              <a:t>）</a:t>
            </a:r>
          </a:p>
        </p:txBody>
      </p:sp>
      <p:sp>
        <p:nvSpPr>
          <p:cNvPr id="3" name="字幕 2">
            <a:extLst>
              <a:ext uri="{FF2B5EF4-FFF2-40B4-BE49-F238E27FC236}">
                <a16:creationId xmlns:a16="http://schemas.microsoft.com/office/drawing/2014/main" id="{3C8CB046-7DEE-F4DB-94C7-04BC477D31ED}"/>
              </a:ext>
            </a:extLst>
          </p:cNvPr>
          <p:cNvSpPr>
            <a:spLocks noGrp="1"/>
          </p:cNvSpPr>
          <p:nvPr>
            <p:ph type="subTitle" idx="1"/>
          </p:nvPr>
        </p:nvSpPr>
        <p:spPr/>
        <p:txBody>
          <a:bodyPr/>
          <a:lstStyle/>
          <a:p>
            <a:r>
              <a:rPr kumimoji="1" lang="en-US" altLang="ja-JP" dirty="0"/>
              <a:t>2025/7/18</a:t>
            </a:r>
          </a:p>
          <a:p>
            <a:r>
              <a:rPr lang="ja-JP" altLang="en-US" dirty="0"/>
              <a:t>電技改革支援部　</a:t>
            </a:r>
            <a:r>
              <a:rPr lang="en-US" altLang="ja-JP" dirty="0"/>
              <a:t>DX</a:t>
            </a:r>
            <a:r>
              <a:rPr lang="ja-JP" altLang="en-US" dirty="0"/>
              <a:t>企画</a:t>
            </a:r>
            <a:r>
              <a:rPr lang="en-US" altLang="ja-JP" dirty="0"/>
              <a:t>G</a:t>
            </a:r>
            <a:r>
              <a:rPr lang="ja-JP" altLang="en-US" dirty="0"/>
              <a:t>　横山</a:t>
            </a:r>
            <a:r>
              <a:rPr lang="en-US" altLang="ja-JP" dirty="0"/>
              <a:t>(</a:t>
            </a:r>
            <a:r>
              <a:rPr lang="ja-JP" altLang="en-US" dirty="0"/>
              <a:t>一</a:t>
            </a:r>
            <a:r>
              <a:rPr lang="en-US" altLang="ja-JP" dirty="0"/>
              <a:t>)</a:t>
            </a:r>
            <a:endParaRPr kumimoji="1" lang="ja-JP" altLang="en-US" dirty="0"/>
          </a:p>
        </p:txBody>
      </p:sp>
    </p:spTree>
    <p:extLst>
      <p:ext uri="{BB962C8B-B14F-4D97-AF65-F5344CB8AC3E}">
        <p14:creationId xmlns:p14="http://schemas.microsoft.com/office/powerpoint/2010/main" val="1763425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B3F6A4-A729-A07D-971F-829F79BCBA20}"/>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64232FF9-3D98-F459-86F6-F06C9720EB9A}"/>
              </a:ext>
            </a:extLst>
          </p:cNvPr>
          <p:cNvSpPr>
            <a:spLocks noGrp="1"/>
          </p:cNvSpPr>
          <p:nvPr>
            <p:ph idx="1"/>
          </p:nvPr>
        </p:nvSpPr>
        <p:spPr/>
        <p:txBody>
          <a:bodyPr>
            <a:normAutofit fontScale="77500" lnSpcReduction="20000"/>
          </a:bodyPr>
          <a:lstStyle/>
          <a:p>
            <a:r>
              <a:rPr kumimoji="1" lang="en-US" altLang="ja-JP" dirty="0"/>
              <a:t>(2DEE)</a:t>
            </a:r>
            <a:r>
              <a:rPr kumimoji="1" lang="ja-JP" altLang="en-US" dirty="0"/>
              <a:t>法規認証</a:t>
            </a:r>
            <a:r>
              <a:rPr kumimoji="1" lang="en-US" altLang="ja-JP" dirty="0"/>
              <a:t>TPS</a:t>
            </a:r>
            <a:r>
              <a:rPr kumimoji="1" lang="ja-JP" altLang="en-US" dirty="0"/>
              <a:t>活動概要</a:t>
            </a:r>
            <a:br>
              <a:rPr kumimoji="1" lang="en-US" altLang="ja-JP" dirty="0"/>
            </a:br>
            <a:r>
              <a:rPr kumimoji="1" lang="ja-JP" altLang="en-US" sz="1400" b="0" dirty="0">
                <a:solidFill>
                  <a:schemeClr val="tx2"/>
                </a:solidFill>
              </a:rPr>
              <a:t>デジカケをクローズし、</a:t>
            </a:r>
            <a:r>
              <a:rPr kumimoji="1" lang="en-US" altLang="ja-JP" sz="1400" b="0" dirty="0">
                <a:solidFill>
                  <a:schemeClr val="tx2"/>
                </a:solidFill>
              </a:rPr>
              <a:t>7</a:t>
            </a:r>
            <a:r>
              <a:rPr kumimoji="1" lang="ja-JP" altLang="en-US" sz="1400" b="0" dirty="0">
                <a:solidFill>
                  <a:schemeClr val="tx2"/>
                </a:solidFill>
              </a:rPr>
              <a:t>月から</a:t>
            </a:r>
            <a:r>
              <a:rPr kumimoji="1" lang="en-US" altLang="ja-JP" sz="1400" b="0" dirty="0">
                <a:solidFill>
                  <a:schemeClr val="tx2"/>
                </a:solidFill>
              </a:rPr>
              <a:t>2DEE</a:t>
            </a:r>
            <a:r>
              <a:rPr kumimoji="1" lang="ja-JP" altLang="en-US" sz="1400" b="0" dirty="0">
                <a:solidFill>
                  <a:schemeClr val="tx2"/>
                </a:solidFill>
              </a:rPr>
              <a:t>の法規認証</a:t>
            </a:r>
            <a:r>
              <a:rPr kumimoji="1" lang="en-US" altLang="ja-JP" sz="1400" b="0" dirty="0">
                <a:solidFill>
                  <a:schemeClr val="tx2"/>
                </a:solidFill>
              </a:rPr>
              <a:t>TPS</a:t>
            </a:r>
            <a:r>
              <a:rPr kumimoji="1" lang="ja-JP" altLang="en-US" sz="1400" b="0" dirty="0">
                <a:solidFill>
                  <a:schemeClr val="tx2"/>
                </a:solidFill>
              </a:rPr>
              <a:t>活動に参画</a:t>
            </a:r>
            <a:endParaRPr kumimoji="1" lang="en-US" altLang="ja-JP" b="0" dirty="0">
              <a:solidFill>
                <a:schemeClr val="tx2"/>
              </a:solidFill>
            </a:endParaRPr>
          </a:p>
          <a:p>
            <a:pPr lvl="1"/>
            <a:r>
              <a:rPr lang="ja-JP" altLang="en-US" dirty="0"/>
              <a:t>活動背景</a:t>
            </a:r>
            <a:endParaRPr lang="en-US" altLang="ja-JP" dirty="0"/>
          </a:p>
          <a:p>
            <a:pPr lvl="1"/>
            <a:r>
              <a:rPr lang="ja-JP" altLang="en-US" dirty="0"/>
              <a:t>大日程</a:t>
            </a:r>
            <a:endParaRPr lang="en-US" altLang="ja-JP" dirty="0"/>
          </a:p>
          <a:p>
            <a:pPr lvl="1"/>
            <a:r>
              <a:rPr kumimoji="1" lang="ja-JP" altLang="en-US" dirty="0"/>
              <a:t>体制</a:t>
            </a:r>
            <a:endParaRPr kumimoji="1" lang="en-US" altLang="ja-JP" dirty="0"/>
          </a:p>
          <a:p>
            <a:pPr lvl="1"/>
            <a:r>
              <a:rPr lang="en-US" altLang="ja-JP" dirty="0"/>
              <a:t>1Q</a:t>
            </a:r>
            <a:r>
              <a:rPr lang="ja-JP" altLang="en-US" dirty="0"/>
              <a:t>までの活動状況</a:t>
            </a:r>
            <a:endParaRPr lang="en-US" altLang="ja-JP" dirty="0"/>
          </a:p>
          <a:p>
            <a:pPr lvl="1"/>
            <a:r>
              <a:rPr lang="ja-JP" altLang="en-US" dirty="0"/>
              <a:t>目指す姿</a:t>
            </a:r>
            <a:endParaRPr lang="en-US" altLang="ja-JP" dirty="0"/>
          </a:p>
          <a:p>
            <a:pPr lvl="1"/>
            <a:r>
              <a:rPr kumimoji="1" lang="ja-JP" altLang="en-US" dirty="0"/>
              <a:t>進め方</a:t>
            </a:r>
            <a:endParaRPr kumimoji="1" lang="en-US" altLang="ja-JP" dirty="0"/>
          </a:p>
          <a:p>
            <a:r>
              <a:rPr lang="en-US" altLang="ja-JP" dirty="0"/>
              <a:t>(DIT)</a:t>
            </a:r>
            <a:r>
              <a:rPr lang="en-US" altLang="ja-JP" dirty="0" err="1"/>
              <a:t>RxSWIN</a:t>
            </a:r>
            <a:r>
              <a:rPr lang="ja-JP" altLang="en-US" dirty="0"/>
              <a:t>法規対応活動との連携について</a:t>
            </a:r>
            <a:br>
              <a:rPr kumimoji="1" lang="en-US" altLang="ja-JP" dirty="0"/>
            </a:br>
            <a:r>
              <a:rPr kumimoji="1" lang="ja-JP" altLang="en-US" sz="1400" b="0" dirty="0">
                <a:solidFill>
                  <a:schemeClr val="tx2"/>
                </a:solidFill>
              </a:rPr>
              <a:t>法規認証</a:t>
            </a:r>
            <a:r>
              <a:rPr kumimoji="1" lang="en-US" altLang="ja-JP" sz="1400" b="0" dirty="0">
                <a:solidFill>
                  <a:schemeClr val="tx2"/>
                </a:solidFill>
              </a:rPr>
              <a:t>TPS</a:t>
            </a:r>
            <a:r>
              <a:rPr kumimoji="1" lang="ja-JP" altLang="en-US" sz="1400" b="0" dirty="0">
                <a:solidFill>
                  <a:schemeClr val="tx2"/>
                </a:solidFill>
              </a:rPr>
              <a:t>活動と関連し、</a:t>
            </a:r>
            <a:r>
              <a:rPr kumimoji="1" lang="en-US" altLang="ja-JP" sz="1400" b="0" dirty="0">
                <a:solidFill>
                  <a:schemeClr val="tx2"/>
                </a:solidFill>
              </a:rPr>
              <a:t>DIT</a:t>
            </a:r>
            <a:r>
              <a:rPr kumimoji="1" lang="ja-JP" altLang="en-US" sz="1400" b="0" dirty="0">
                <a:solidFill>
                  <a:schemeClr val="tx2"/>
                </a:solidFill>
              </a:rPr>
              <a:t>案件も立ち上げ</a:t>
            </a:r>
            <a:endParaRPr lang="en-US" altLang="ja-JP" sz="1800" b="0" dirty="0">
              <a:solidFill>
                <a:schemeClr val="tx2"/>
              </a:solidFill>
            </a:endParaRPr>
          </a:p>
          <a:p>
            <a:pPr lvl="1"/>
            <a:r>
              <a:rPr kumimoji="1" lang="en-US" altLang="zh-TW" dirty="0" err="1"/>
              <a:t>RxSWIN</a:t>
            </a:r>
            <a:r>
              <a:rPr kumimoji="1" lang="zh-TW" altLang="en-US" dirty="0"/>
              <a:t>法規対応活動概要</a:t>
            </a:r>
            <a:endParaRPr kumimoji="1" lang="en-US" altLang="zh-TW" dirty="0"/>
          </a:p>
          <a:p>
            <a:pPr lvl="1"/>
            <a:r>
              <a:rPr kumimoji="1" lang="ja-JP" altLang="en-US" dirty="0"/>
              <a:t>法規認証</a:t>
            </a:r>
            <a:r>
              <a:rPr kumimoji="1" lang="en-US" altLang="ja-JP" dirty="0"/>
              <a:t>TPS</a:t>
            </a:r>
            <a:r>
              <a:rPr kumimoji="1" lang="ja-JP" altLang="en-US" dirty="0"/>
              <a:t>活動と連携について</a:t>
            </a:r>
            <a:endParaRPr kumimoji="1" lang="en-US" altLang="ja-JP" dirty="0"/>
          </a:p>
          <a:p>
            <a:pPr lvl="1"/>
            <a:r>
              <a:rPr kumimoji="1" lang="en-US" altLang="ja-JP" dirty="0"/>
              <a:t>DIT</a:t>
            </a:r>
            <a:r>
              <a:rPr kumimoji="1" lang="ja-JP" altLang="en-US" dirty="0"/>
              <a:t>からシステム化検討依頼</a:t>
            </a:r>
            <a:endParaRPr kumimoji="1" lang="en-US" altLang="ja-JP" dirty="0"/>
          </a:p>
          <a:p>
            <a:pPr lvl="1"/>
            <a:r>
              <a:rPr lang="en-US" altLang="ja-JP" dirty="0"/>
              <a:t>TS</a:t>
            </a:r>
            <a:r>
              <a:rPr lang="ja-JP" altLang="en-US" dirty="0"/>
              <a:t>内の分担案</a:t>
            </a:r>
            <a:endParaRPr kumimoji="1" lang="ja-JP" altLang="en-US" dirty="0"/>
          </a:p>
        </p:txBody>
      </p:sp>
    </p:spTree>
    <p:extLst>
      <p:ext uri="{BB962C8B-B14F-4D97-AF65-F5344CB8AC3E}">
        <p14:creationId xmlns:p14="http://schemas.microsoft.com/office/powerpoint/2010/main" val="3264326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44E8CC88-F15D-EA13-B11C-7115CB16B165}"/>
              </a:ext>
            </a:extLst>
          </p:cNvPr>
          <p:cNvSpPr>
            <a:spLocks noGrp="1"/>
          </p:cNvSpPr>
          <p:nvPr>
            <p:ph type="title"/>
          </p:nvPr>
        </p:nvSpPr>
        <p:spPr/>
        <p:txBody>
          <a:bodyPr/>
          <a:lstStyle/>
          <a:p>
            <a:r>
              <a:rPr lang="ja-JP" altLang="en-US" dirty="0"/>
              <a:t>活動背景</a:t>
            </a:r>
          </a:p>
        </p:txBody>
      </p:sp>
      <p:sp>
        <p:nvSpPr>
          <p:cNvPr id="5" name="正方形/長方形 4">
            <a:extLst>
              <a:ext uri="{FF2B5EF4-FFF2-40B4-BE49-F238E27FC236}">
                <a16:creationId xmlns:a16="http://schemas.microsoft.com/office/drawing/2014/main" id="{1854E0A3-7DCF-1499-329A-7C952CD4694E}"/>
              </a:ext>
            </a:extLst>
          </p:cNvPr>
          <p:cNvSpPr/>
          <p:nvPr/>
        </p:nvSpPr>
        <p:spPr>
          <a:xfrm>
            <a:off x="284514" y="1859842"/>
            <a:ext cx="2806217" cy="4351498"/>
          </a:xfrm>
          <a:prstGeom prst="rect">
            <a:avLst/>
          </a:prstGeom>
          <a:ln>
            <a:solidFill>
              <a:schemeClr val="bg1">
                <a:lumMod val="50000"/>
              </a:schemeClr>
            </a:solidFill>
          </a:ln>
        </p:spPr>
        <p:style>
          <a:lnRef idx="2">
            <a:schemeClr val="accent5"/>
          </a:lnRef>
          <a:fillRef idx="1">
            <a:schemeClr val="lt1"/>
          </a:fillRef>
          <a:effectRef idx="0">
            <a:schemeClr val="accent5"/>
          </a:effectRef>
          <a:fontRef idx="minor">
            <a:schemeClr val="dk1"/>
          </a:fontRef>
        </p:style>
        <p:txBody>
          <a:bodyPr rtlCol="0" anchor="t"/>
          <a:lstStyle/>
          <a:p>
            <a:pPr algn="ctr"/>
            <a:r>
              <a:rPr kumimoji="1" lang="ja-JP" altLang="en-US" dirty="0"/>
              <a:t>標準</a:t>
            </a:r>
            <a:r>
              <a:rPr kumimoji="1" lang="en-US" altLang="ja-JP" dirty="0"/>
              <a:t>CANSRST</a:t>
            </a:r>
            <a:r>
              <a:rPr kumimoji="1" lang="ja-JP" altLang="en-US" dirty="0"/>
              <a:t>開発</a:t>
            </a:r>
          </a:p>
        </p:txBody>
      </p:sp>
      <p:pic>
        <p:nvPicPr>
          <p:cNvPr id="6" name="図 5">
            <a:extLst>
              <a:ext uri="{FF2B5EF4-FFF2-40B4-BE49-F238E27FC236}">
                <a16:creationId xmlns:a16="http://schemas.microsoft.com/office/drawing/2014/main" id="{330D4F47-5A31-8C8F-D258-EC2FBCEF6E3F}"/>
              </a:ext>
            </a:extLst>
          </p:cNvPr>
          <p:cNvPicPr>
            <a:picLocks noChangeAspect="1"/>
          </p:cNvPicPr>
          <p:nvPr/>
        </p:nvPicPr>
        <p:blipFill rotWithShape="1">
          <a:blip r:embed="rId2"/>
          <a:srcRect r="55807"/>
          <a:stretch/>
        </p:blipFill>
        <p:spPr>
          <a:xfrm>
            <a:off x="520975" y="2483999"/>
            <a:ext cx="2333293" cy="1479438"/>
          </a:xfrm>
          <a:prstGeom prst="rect">
            <a:avLst/>
          </a:prstGeom>
        </p:spPr>
      </p:pic>
      <p:sp>
        <p:nvSpPr>
          <p:cNvPr id="7" name="正方形/長方形 6">
            <a:extLst>
              <a:ext uri="{FF2B5EF4-FFF2-40B4-BE49-F238E27FC236}">
                <a16:creationId xmlns:a16="http://schemas.microsoft.com/office/drawing/2014/main" id="{DFCB599A-45DF-E513-D0F7-03E2CAEFBC2E}"/>
              </a:ext>
            </a:extLst>
          </p:cNvPr>
          <p:cNvSpPr/>
          <p:nvPr/>
        </p:nvSpPr>
        <p:spPr>
          <a:xfrm>
            <a:off x="3222658" y="1854818"/>
            <a:ext cx="2806217" cy="4356522"/>
          </a:xfrm>
          <a:prstGeom prst="rect">
            <a:avLst/>
          </a:prstGeom>
          <a:ln>
            <a:solidFill>
              <a:schemeClr val="bg1">
                <a:lumMod val="50000"/>
              </a:schemeClr>
            </a:solidFill>
          </a:ln>
        </p:spPr>
        <p:style>
          <a:lnRef idx="2">
            <a:schemeClr val="accent5"/>
          </a:lnRef>
          <a:fillRef idx="1">
            <a:schemeClr val="lt1"/>
          </a:fillRef>
          <a:effectRef idx="0">
            <a:schemeClr val="accent5"/>
          </a:effectRef>
          <a:fontRef idx="minor">
            <a:schemeClr val="dk1"/>
          </a:fontRef>
        </p:style>
        <p:txBody>
          <a:bodyPr rtlCol="0" anchor="t"/>
          <a:lstStyle/>
          <a:p>
            <a:pPr algn="ctr"/>
            <a:r>
              <a:rPr lang="ja-JP" altLang="en-US" dirty="0"/>
              <a:t>車両</a:t>
            </a:r>
            <a:r>
              <a:rPr kumimoji="1" lang="en-US" altLang="ja-JP" dirty="0"/>
              <a:t>CANSRST</a:t>
            </a:r>
            <a:r>
              <a:rPr kumimoji="1" lang="ja-JP" altLang="en-US" dirty="0"/>
              <a:t>開発</a:t>
            </a: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lang="en-US" altLang="ja-JP" dirty="0"/>
          </a:p>
          <a:p>
            <a:pPr algn="ctr"/>
            <a:endParaRPr kumimoji="1" lang="en-US" altLang="ja-JP" dirty="0"/>
          </a:p>
          <a:p>
            <a:pPr algn="ctr"/>
            <a:endParaRPr lang="en-US" altLang="ja-JP" dirty="0"/>
          </a:p>
          <a:p>
            <a:pPr algn="ctr"/>
            <a:endParaRPr lang="en-US" altLang="ja-JP" dirty="0"/>
          </a:p>
          <a:p>
            <a:pPr algn="ctr"/>
            <a:r>
              <a:rPr lang="en-US" altLang="ja-JP" dirty="0"/>
              <a:t>ECU</a:t>
            </a:r>
            <a:r>
              <a:rPr lang="ja-JP" altLang="en-US" dirty="0"/>
              <a:t>個別改善</a:t>
            </a:r>
            <a:endParaRPr lang="en-US" altLang="ja-JP" dirty="0"/>
          </a:p>
        </p:txBody>
      </p:sp>
      <p:pic>
        <p:nvPicPr>
          <p:cNvPr id="8" name="図 7">
            <a:extLst>
              <a:ext uri="{FF2B5EF4-FFF2-40B4-BE49-F238E27FC236}">
                <a16:creationId xmlns:a16="http://schemas.microsoft.com/office/drawing/2014/main" id="{CAC86C45-6DD3-412E-0D44-4BB7A3ADD2B8}"/>
              </a:ext>
            </a:extLst>
          </p:cNvPr>
          <p:cNvPicPr>
            <a:picLocks noChangeAspect="1"/>
          </p:cNvPicPr>
          <p:nvPr/>
        </p:nvPicPr>
        <p:blipFill rotWithShape="1">
          <a:blip r:embed="rId3"/>
          <a:srcRect r="54926" b="8574"/>
          <a:stretch/>
        </p:blipFill>
        <p:spPr>
          <a:xfrm>
            <a:off x="3511290" y="2478152"/>
            <a:ext cx="2202651" cy="1486916"/>
          </a:xfrm>
          <a:prstGeom prst="rect">
            <a:avLst/>
          </a:prstGeom>
        </p:spPr>
      </p:pic>
      <p:pic>
        <p:nvPicPr>
          <p:cNvPr id="9" name="図 8">
            <a:extLst>
              <a:ext uri="{FF2B5EF4-FFF2-40B4-BE49-F238E27FC236}">
                <a16:creationId xmlns:a16="http://schemas.microsoft.com/office/drawing/2014/main" id="{C1C7541D-2DE8-5C0B-C593-BD33BE166295}"/>
              </a:ext>
            </a:extLst>
          </p:cNvPr>
          <p:cNvPicPr>
            <a:picLocks noChangeAspect="1"/>
          </p:cNvPicPr>
          <p:nvPr/>
        </p:nvPicPr>
        <p:blipFill>
          <a:blip r:embed="rId4"/>
          <a:stretch>
            <a:fillRect/>
          </a:stretch>
        </p:blipFill>
        <p:spPr>
          <a:xfrm>
            <a:off x="3353005" y="4489075"/>
            <a:ext cx="2651129" cy="1383110"/>
          </a:xfrm>
          <a:prstGeom prst="rect">
            <a:avLst/>
          </a:prstGeom>
        </p:spPr>
      </p:pic>
      <p:grpSp>
        <p:nvGrpSpPr>
          <p:cNvPr id="10" name="グループ化 9">
            <a:extLst>
              <a:ext uri="{FF2B5EF4-FFF2-40B4-BE49-F238E27FC236}">
                <a16:creationId xmlns:a16="http://schemas.microsoft.com/office/drawing/2014/main" id="{9D866F56-B4D1-8261-1ED5-CFEA20AA6566}"/>
              </a:ext>
            </a:extLst>
          </p:cNvPr>
          <p:cNvGrpSpPr/>
          <p:nvPr/>
        </p:nvGrpSpPr>
        <p:grpSpPr>
          <a:xfrm>
            <a:off x="6358627" y="2494950"/>
            <a:ext cx="2448850" cy="1504218"/>
            <a:chOff x="8499176" y="2131244"/>
            <a:chExt cx="3028718" cy="1860405"/>
          </a:xfrm>
        </p:grpSpPr>
        <p:pic>
          <p:nvPicPr>
            <p:cNvPr id="11" name="図 10">
              <a:extLst>
                <a:ext uri="{FF2B5EF4-FFF2-40B4-BE49-F238E27FC236}">
                  <a16:creationId xmlns:a16="http://schemas.microsoft.com/office/drawing/2014/main" id="{27421881-E050-3F07-69F9-04903E6AB9C9}"/>
                </a:ext>
              </a:extLst>
            </p:cNvPr>
            <p:cNvPicPr>
              <a:picLocks noChangeAspect="1"/>
            </p:cNvPicPr>
            <p:nvPr/>
          </p:nvPicPr>
          <p:blipFill rotWithShape="1">
            <a:blip r:embed="rId5"/>
            <a:srcRect r="64724"/>
            <a:stretch/>
          </p:blipFill>
          <p:spPr>
            <a:xfrm>
              <a:off x="8499176" y="2131244"/>
              <a:ext cx="1940101" cy="1860405"/>
            </a:xfrm>
            <a:prstGeom prst="rect">
              <a:avLst/>
            </a:prstGeom>
            <a:ln>
              <a:solidFill>
                <a:schemeClr val="bg1">
                  <a:lumMod val="85000"/>
                </a:schemeClr>
              </a:solidFill>
            </a:ln>
          </p:spPr>
        </p:pic>
        <p:pic>
          <p:nvPicPr>
            <p:cNvPr id="12" name="図 11">
              <a:extLst>
                <a:ext uri="{FF2B5EF4-FFF2-40B4-BE49-F238E27FC236}">
                  <a16:creationId xmlns:a16="http://schemas.microsoft.com/office/drawing/2014/main" id="{173001CD-80B0-FA36-4F8B-F9229AFA2F5E}"/>
                </a:ext>
              </a:extLst>
            </p:cNvPr>
            <p:cNvPicPr>
              <a:picLocks noChangeAspect="1"/>
            </p:cNvPicPr>
            <p:nvPr/>
          </p:nvPicPr>
          <p:blipFill rotWithShape="1">
            <a:blip r:embed="rId5"/>
            <a:srcRect l="82220"/>
            <a:stretch/>
          </p:blipFill>
          <p:spPr>
            <a:xfrm>
              <a:off x="10550010" y="2131244"/>
              <a:ext cx="977884" cy="1860405"/>
            </a:xfrm>
            <a:prstGeom prst="rect">
              <a:avLst/>
            </a:prstGeom>
            <a:ln>
              <a:solidFill>
                <a:schemeClr val="bg1">
                  <a:lumMod val="85000"/>
                </a:schemeClr>
              </a:solidFill>
            </a:ln>
          </p:spPr>
        </p:pic>
      </p:grpSp>
      <p:sp>
        <p:nvSpPr>
          <p:cNvPr id="13" name="四角形: 角を丸くする 12">
            <a:extLst>
              <a:ext uri="{FF2B5EF4-FFF2-40B4-BE49-F238E27FC236}">
                <a16:creationId xmlns:a16="http://schemas.microsoft.com/office/drawing/2014/main" id="{0929D506-5BDB-8A43-4B39-E349B9D9976E}"/>
              </a:ext>
            </a:extLst>
          </p:cNvPr>
          <p:cNvSpPr/>
          <p:nvPr/>
        </p:nvSpPr>
        <p:spPr>
          <a:xfrm>
            <a:off x="284514" y="1361597"/>
            <a:ext cx="2806217" cy="498244"/>
          </a:xfrm>
          <a:prstGeom prst="roundRect">
            <a:avLst/>
          </a:prstGeom>
          <a:solidFill>
            <a:schemeClr val="accent1">
              <a:lumMod val="20000"/>
              <a:lumOff val="80000"/>
            </a:schemeClr>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kumimoji="1" lang="ja-JP" altLang="en-US" sz="1400" b="1" dirty="0"/>
              <a:t>標準通信設計</a:t>
            </a:r>
            <a:r>
              <a:rPr kumimoji="1" lang="en-US" altLang="ja-JP" sz="1400" b="1" dirty="0"/>
              <a:t>TPS</a:t>
            </a:r>
          </a:p>
          <a:p>
            <a:pPr algn="ctr"/>
            <a:r>
              <a:rPr lang="en-US" altLang="ja-JP" sz="1400" dirty="0"/>
              <a:t>w/2DED</a:t>
            </a:r>
            <a:r>
              <a:rPr lang="ja-JP" altLang="en-US" sz="1400" dirty="0"/>
              <a:t>、</a:t>
            </a:r>
            <a:r>
              <a:rPr lang="en-US" altLang="ja-JP" sz="1400" dirty="0"/>
              <a:t>ECU</a:t>
            </a:r>
            <a:r>
              <a:rPr lang="ja-JP" altLang="en-US" sz="1400" dirty="0"/>
              <a:t>標準設計</a:t>
            </a:r>
            <a:endParaRPr kumimoji="1" lang="ja-JP" altLang="en-US" sz="1400" dirty="0"/>
          </a:p>
        </p:txBody>
      </p:sp>
      <p:sp>
        <p:nvSpPr>
          <p:cNvPr id="14" name="四角形: 角を丸くする 13">
            <a:extLst>
              <a:ext uri="{FF2B5EF4-FFF2-40B4-BE49-F238E27FC236}">
                <a16:creationId xmlns:a16="http://schemas.microsoft.com/office/drawing/2014/main" id="{AF94F942-17E3-0513-EC9E-BAE0FBD99288}"/>
              </a:ext>
            </a:extLst>
          </p:cNvPr>
          <p:cNvSpPr/>
          <p:nvPr/>
        </p:nvSpPr>
        <p:spPr>
          <a:xfrm>
            <a:off x="3222658" y="1361597"/>
            <a:ext cx="2806217" cy="498244"/>
          </a:xfrm>
          <a:prstGeom prst="roundRect">
            <a:avLst/>
          </a:prstGeom>
          <a:solidFill>
            <a:schemeClr val="accent1">
              <a:lumMod val="20000"/>
              <a:lumOff val="80000"/>
            </a:schemeClr>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lIns="0" rIns="0" rtlCol="0" anchor="ctr"/>
          <a:lstStyle/>
          <a:p>
            <a:pPr algn="ctr"/>
            <a:r>
              <a:rPr kumimoji="1" lang="ja-JP" altLang="en-US" sz="1400" b="1" dirty="0"/>
              <a:t>車両通信設計</a:t>
            </a:r>
            <a:r>
              <a:rPr kumimoji="1" lang="en-US" altLang="ja-JP" sz="1400" b="1" dirty="0"/>
              <a:t>TPS</a:t>
            </a:r>
          </a:p>
          <a:p>
            <a:pPr algn="ctr"/>
            <a:r>
              <a:rPr lang="en-US" altLang="ja-JP" sz="1400" dirty="0"/>
              <a:t>w/</a:t>
            </a:r>
            <a:r>
              <a:rPr lang="ja-JP" altLang="en-US" sz="1400" dirty="0"/>
              <a:t>車両バスマネ、</a:t>
            </a:r>
            <a:r>
              <a:rPr lang="en-US" altLang="ja-JP" sz="1400" dirty="0"/>
              <a:t>ECU</a:t>
            </a:r>
            <a:r>
              <a:rPr lang="ja-JP" altLang="en-US" sz="1400" dirty="0"/>
              <a:t>標準・車担</a:t>
            </a:r>
            <a:endParaRPr kumimoji="1" lang="ja-JP" altLang="en-US" sz="1400" dirty="0"/>
          </a:p>
        </p:txBody>
      </p:sp>
      <p:sp>
        <p:nvSpPr>
          <p:cNvPr id="15" name="四角形: 角を丸くする 14">
            <a:extLst>
              <a:ext uri="{FF2B5EF4-FFF2-40B4-BE49-F238E27FC236}">
                <a16:creationId xmlns:a16="http://schemas.microsoft.com/office/drawing/2014/main" id="{9C7DBEDF-5F33-6938-0554-38F04CF6A0A6}"/>
              </a:ext>
            </a:extLst>
          </p:cNvPr>
          <p:cNvSpPr/>
          <p:nvPr/>
        </p:nvSpPr>
        <p:spPr>
          <a:xfrm>
            <a:off x="6160802" y="1361597"/>
            <a:ext cx="2806217" cy="498244"/>
          </a:xfrm>
          <a:prstGeom prst="roundRect">
            <a:avLst/>
          </a:prstGeom>
          <a:solidFill>
            <a:schemeClr val="accent1">
              <a:lumMod val="20000"/>
              <a:lumOff val="80000"/>
            </a:schemeClr>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lIns="0" rIns="0" rtlCol="0" anchor="ctr"/>
          <a:lstStyle/>
          <a:p>
            <a:pPr algn="ctr"/>
            <a:r>
              <a:rPr kumimoji="1" lang="en-US" altLang="ja-JP" sz="1400" b="1" dirty="0"/>
              <a:t>CAN300TPS</a:t>
            </a:r>
          </a:p>
          <a:p>
            <a:pPr algn="ctr"/>
            <a:r>
              <a:rPr kumimoji="1" lang="en-US" altLang="ja-JP" sz="1400" dirty="0"/>
              <a:t>w/2DED</a:t>
            </a:r>
            <a:r>
              <a:rPr lang="ja-JP" altLang="en-US" sz="1400" dirty="0"/>
              <a:t>、情報基盤開発部</a:t>
            </a:r>
            <a:endParaRPr kumimoji="1" lang="ja-JP" altLang="en-US" sz="1400" dirty="0"/>
          </a:p>
        </p:txBody>
      </p:sp>
      <p:sp>
        <p:nvSpPr>
          <p:cNvPr id="16" name="正方形/長方形 15">
            <a:extLst>
              <a:ext uri="{FF2B5EF4-FFF2-40B4-BE49-F238E27FC236}">
                <a16:creationId xmlns:a16="http://schemas.microsoft.com/office/drawing/2014/main" id="{3D912192-BE29-92D5-977D-E15321ED7704}"/>
              </a:ext>
            </a:extLst>
          </p:cNvPr>
          <p:cNvSpPr/>
          <p:nvPr/>
        </p:nvSpPr>
        <p:spPr>
          <a:xfrm>
            <a:off x="6262688" y="4045726"/>
            <a:ext cx="2763652" cy="185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97A2AE6-7068-988A-40E5-51E2B6EBE912}"/>
              </a:ext>
            </a:extLst>
          </p:cNvPr>
          <p:cNvSpPr/>
          <p:nvPr/>
        </p:nvSpPr>
        <p:spPr>
          <a:xfrm>
            <a:off x="6159222" y="1854818"/>
            <a:ext cx="2807797" cy="4356522"/>
          </a:xfrm>
          <a:prstGeom prst="rect">
            <a:avLst/>
          </a:prstGeom>
          <a:noFill/>
          <a:ln>
            <a:solidFill>
              <a:schemeClr val="bg1">
                <a:lumMod val="50000"/>
              </a:schemeClr>
            </a:solidFill>
          </a:ln>
        </p:spPr>
        <p:style>
          <a:lnRef idx="2">
            <a:schemeClr val="accent5"/>
          </a:lnRef>
          <a:fillRef idx="1">
            <a:schemeClr val="lt1"/>
          </a:fillRef>
          <a:effectRef idx="0">
            <a:schemeClr val="accent5"/>
          </a:effectRef>
          <a:fontRef idx="minor">
            <a:schemeClr val="dk1"/>
          </a:fontRef>
        </p:style>
        <p:txBody>
          <a:bodyPr rtlCol="0" anchor="t"/>
          <a:lstStyle/>
          <a:p>
            <a:pPr algn="ctr"/>
            <a:r>
              <a:rPr kumimoji="1" lang="en-US" altLang="ja-JP" dirty="0"/>
              <a:t>CAN300TPS</a:t>
            </a:r>
          </a:p>
        </p:txBody>
      </p:sp>
      <p:sp>
        <p:nvSpPr>
          <p:cNvPr id="18" name="四角形: 角を丸くする 17">
            <a:extLst>
              <a:ext uri="{FF2B5EF4-FFF2-40B4-BE49-F238E27FC236}">
                <a16:creationId xmlns:a16="http://schemas.microsoft.com/office/drawing/2014/main" id="{041D160C-AD47-78C6-03D9-A32D2AB28C96}"/>
              </a:ext>
            </a:extLst>
          </p:cNvPr>
          <p:cNvSpPr/>
          <p:nvPr/>
        </p:nvSpPr>
        <p:spPr>
          <a:xfrm>
            <a:off x="9098946" y="1361597"/>
            <a:ext cx="2806217" cy="498244"/>
          </a:xfrm>
          <a:prstGeom prst="roundRect">
            <a:avLst/>
          </a:prstGeom>
          <a:solidFill>
            <a:schemeClr val="accent1">
              <a:lumMod val="20000"/>
              <a:lumOff val="80000"/>
            </a:schemeClr>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ja-JP" altLang="en-US" sz="1400" b="1" dirty="0"/>
              <a:t>設計情報流通</a:t>
            </a:r>
            <a:r>
              <a:rPr kumimoji="1" lang="en-US" altLang="ja-JP" sz="1400" b="1" dirty="0"/>
              <a:t>TPS</a:t>
            </a:r>
          </a:p>
          <a:p>
            <a:pPr algn="ctr"/>
            <a:r>
              <a:rPr kumimoji="1" lang="en-US" altLang="ja-JP" sz="1400" dirty="0"/>
              <a:t>w/</a:t>
            </a:r>
            <a:r>
              <a:rPr kumimoji="1" lang="ja-JP" altLang="en-US" sz="1400" dirty="0"/>
              <a:t>設計部署、サ技部</a:t>
            </a:r>
          </a:p>
        </p:txBody>
      </p:sp>
      <p:sp>
        <p:nvSpPr>
          <p:cNvPr id="19" name="正方形/長方形 18">
            <a:extLst>
              <a:ext uri="{FF2B5EF4-FFF2-40B4-BE49-F238E27FC236}">
                <a16:creationId xmlns:a16="http://schemas.microsoft.com/office/drawing/2014/main" id="{5DC22B64-0D96-A3BF-AF91-E2B4A1FD51A8}"/>
              </a:ext>
            </a:extLst>
          </p:cNvPr>
          <p:cNvSpPr/>
          <p:nvPr/>
        </p:nvSpPr>
        <p:spPr>
          <a:xfrm>
            <a:off x="9098946" y="1854818"/>
            <a:ext cx="2807797" cy="4356522"/>
          </a:xfrm>
          <a:prstGeom prst="rect">
            <a:avLst/>
          </a:prstGeom>
          <a:noFill/>
          <a:ln>
            <a:solidFill>
              <a:schemeClr val="bg1">
                <a:lumMod val="50000"/>
              </a:schemeClr>
            </a:solidFill>
          </a:ln>
        </p:spPr>
        <p:style>
          <a:lnRef idx="2">
            <a:schemeClr val="accent5"/>
          </a:lnRef>
          <a:fillRef idx="1">
            <a:schemeClr val="lt1"/>
          </a:fillRef>
          <a:effectRef idx="0">
            <a:schemeClr val="accent5"/>
          </a:effectRef>
          <a:fontRef idx="minor">
            <a:schemeClr val="dk1"/>
          </a:fontRef>
        </p:style>
        <p:txBody>
          <a:bodyPr rtlCol="0" anchor="t"/>
          <a:lstStyle/>
          <a:p>
            <a:pPr algn="ctr"/>
            <a:r>
              <a:rPr kumimoji="1" lang="ja-JP" altLang="en-US" dirty="0"/>
              <a:t>制御仕様書</a:t>
            </a:r>
            <a:r>
              <a:rPr kumimoji="1" lang="en-US" altLang="ja-JP" dirty="0"/>
              <a:t>TPS</a:t>
            </a:r>
          </a:p>
          <a:p>
            <a:pPr algn="ctr"/>
            <a:endParaRPr lang="en-US" altLang="ja-JP" dirty="0"/>
          </a:p>
          <a:p>
            <a:pPr algn="ctr"/>
            <a:endParaRPr kumimoji="1" lang="en-US" altLang="ja-JP" dirty="0"/>
          </a:p>
          <a:p>
            <a:pPr algn="ctr"/>
            <a:endParaRPr lang="en-US" altLang="ja-JP" dirty="0"/>
          </a:p>
          <a:p>
            <a:pPr algn="ctr"/>
            <a:endParaRPr kumimoji="1" lang="en-US" altLang="ja-JP" dirty="0"/>
          </a:p>
          <a:p>
            <a:pPr algn="ctr"/>
            <a:endParaRPr lang="en-US" altLang="ja-JP" dirty="0"/>
          </a:p>
          <a:p>
            <a:pPr algn="ctr"/>
            <a:endParaRPr kumimoji="1" lang="en-US" altLang="ja-JP" dirty="0"/>
          </a:p>
          <a:p>
            <a:pPr algn="ctr"/>
            <a:endParaRPr lang="en-US" altLang="ja-JP" dirty="0"/>
          </a:p>
          <a:p>
            <a:pPr algn="ctr"/>
            <a:r>
              <a:rPr lang="ja-JP" altLang="en-US" dirty="0"/>
              <a:t>法規認証</a:t>
            </a:r>
            <a:r>
              <a:rPr lang="en-US" altLang="ja-JP" dirty="0"/>
              <a:t>TPS</a:t>
            </a:r>
            <a:endParaRPr kumimoji="1" lang="en-US" altLang="ja-JP" dirty="0"/>
          </a:p>
        </p:txBody>
      </p:sp>
      <p:sp>
        <p:nvSpPr>
          <p:cNvPr id="20" name="テキスト ボックス 19">
            <a:extLst>
              <a:ext uri="{FF2B5EF4-FFF2-40B4-BE49-F238E27FC236}">
                <a16:creationId xmlns:a16="http://schemas.microsoft.com/office/drawing/2014/main" id="{7165919F-AEA9-C7BA-85B3-D1A7F34F2771}"/>
              </a:ext>
            </a:extLst>
          </p:cNvPr>
          <p:cNvSpPr txBox="1"/>
          <p:nvPr/>
        </p:nvSpPr>
        <p:spPr>
          <a:xfrm>
            <a:off x="313029" y="814098"/>
            <a:ext cx="5692584" cy="400110"/>
          </a:xfrm>
          <a:prstGeom prst="rect">
            <a:avLst/>
          </a:prstGeom>
          <a:noFill/>
        </p:spPr>
        <p:txBody>
          <a:bodyPr wrap="none" rtlCol="0">
            <a:spAutoFit/>
          </a:bodyPr>
          <a:lstStyle/>
          <a:p>
            <a:r>
              <a:rPr kumimoji="1" lang="en-US" altLang="ja-JP" sz="2000" b="1" dirty="0"/>
              <a:t>2DEE</a:t>
            </a:r>
            <a:r>
              <a:rPr kumimoji="1" lang="ja-JP" altLang="en-US" sz="2000" b="1" dirty="0"/>
              <a:t>に対し、以下の</a:t>
            </a:r>
            <a:r>
              <a:rPr kumimoji="1" lang="en-US" altLang="ja-JP" sz="2000" b="1" dirty="0"/>
              <a:t>4</a:t>
            </a:r>
            <a:r>
              <a:rPr kumimoji="1" lang="ja-JP" altLang="en-US" sz="2000" b="1" dirty="0"/>
              <a:t>軸で</a:t>
            </a:r>
            <a:r>
              <a:rPr kumimoji="1" lang="en-US" altLang="ja-JP" sz="2000" b="1" dirty="0"/>
              <a:t>TPS</a:t>
            </a:r>
            <a:r>
              <a:rPr kumimoji="1" lang="ja-JP" altLang="en-US" sz="2000" b="1" dirty="0"/>
              <a:t>活動を支援中</a:t>
            </a:r>
            <a:r>
              <a:rPr lang="ja-JP" altLang="en-US" sz="2000" b="1" dirty="0"/>
              <a:t>。</a:t>
            </a:r>
            <a:endParaRPr kumimoji="1" lang="ja-JP" altLang="en-US" sz="2000" b="1" dirty="0"/>
          </a:p>
        </p:txBody>
      </p:sp>
      <p:pic>
        <p:nvPicPr>
          <p:cNvPr id="21" name="図 20" descr="パソコンの画面&#10;&#10;自動的に生成された説明">
            <a:extLst>
              <a:ext uri="{FF2B5EF4-FFF2-40B4-BE49-F238E27FC236}">
                <a16:creationId xmlns:a16="http://schemas.microsoft.com/office/drawing/2014/main" id="{7A08DAC7-8A5A-7044-3DFC-079CBFD02D65}"/>
              </a:ext>
            </a:extLst>
          </p:cNvPr>
          <p:cNvPicPr>
            <a:picLocks noChangeAspect="1"/>
          </p:cNvPicPr>
          <p:nvPr/>
        </p:nvPicPr>
        <p:blipFill>
          <a:blip r:embed="rId6"/>
          <a:stretch>
            <a:fillRect/>
          </a:stretch>
        </p:blipFill>
        <p:spPr>
          <a:xfrm>
            <a:off x="9149283" y="2431152"/>
            <a:ext cx="2705541" cy="1532285"/>
          </a:xfrm>
          <a:prstGeom prst="rect">
            <a:avLst/>
          </a:prstGeom>
        </p:spPr>
      </p:pic>
      <p:pic>
        <p:nvPicPr>
          <p:cNvPr id="22" name="図 21">
            <a:extLst>
              <a:ext uri="{FF2B5EF4-FFF2-40B4-BE49-F238E27FC236}">
                <a16:creationId xmlns:a16="http://schemas.microsoft.com/office/drawing/2014/main" id="{C0127D1A-7AC2-2BFB-F3C9-57B94D6147CC}"/>
              </a:ext>
            </a:extLst>
          </p:cNvPr>
          <p:cNvPicPr>
            <a:picLocks noChangeAspect="1"/>
          </p:cNvPicPr>
          <p:nvPr/>
        </p:nvPicPr>
        <p:blipFill>
          <a:blip r:embed="rId7"/>
          <a:stretch>
            <a:fillRect/>
          </a:stretch>
        </p:blipFill>
        <p:spPr>
          <a:xfrm>
            <a:off x="6922452" y="2209132"/>
            <a:ext cx="617939" cy="617939"/>
          </a:xfrm>
          <a:prstGeom prst="rect">
            <a:avLst/>
          </a:prstGeom>
        </p:spPr>
      </p:pic>
      <p:pic>
        <p:nvPicPr>
          <p:cNvPr id="23" name="Picture 10">
            <a:extLst>
              <a:ext uri="{FF2B5EF4-FFF2-40B4-BE49-F238E27FC236}">
                <a16:creationId xmlns:a16="http://schemas.microsoft.com/office/drawing/2014/main" id="{0D6327D3-4778-FD39-96AA-7D719EA259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0136" y="4272673"/>
            <a:ext cx="599765" cy="599765"/>
          </a:xfrm>
          <a:prstGeom prst="rect">
            <a:avLst/>
          </a:prstGeom>
          <a:noFill/>
          <a:extLst>
            <a:ext uri="{909E8E84-426E-40DD-AFC4-6F175D3DCCD1}">
              <a14:hiddenFill xmlns:a14="http://schemas.microsoft.com/office/drawing/2010/main">
                <a:solidFill>
                  <a:srgbClr val="FFFFFF"/>
                </a:solidFill>
              </a14:hiddenFill>
            </a:ext>
          </a:extLst>
        </p:spPr>
      </p:pic>
      <p:pic>
        <p:nvPicPr>
          <p:cNvPr id="24" name="図 23">
            <a:extLst>
              <a:ext uri="{FF2B5EF4-FFF2-40B4-BE49-F238E27FC236}">
                <a16:creationId xmlns:a16="http://schemas.microsoft.com/office/drawing/2014/main" id="{E82D6194-E324-CE81-ACC1-2B42CBDE5C0F}"/>
              </a:ext>
            </a:extLst>
          </p:cNvPr>
          <p:cNvPicPr>
            <a:picLocks noChangeAspect="1"/>
          </p:cNvPicPr>
          <p:nvPr/>
        </p:nvPicPr>
        <p:blipFill>
          <a:blip r:embed="rId9"/>
          <a:stretch>
            <a:fillRect/>
          </a:stretch>
        </p:blipFill>
        <p:spPr>
          <a:xfrm>
            <a:off x="337176" y="2215805"/>
            <a:ext cx="617938" cy="617938"/>
          </a:xfrm>
          <a:prstGeom prst="rect">
            <a:avLst/>
          </a:prstGeom>
        </p:spPr>
      </p:pic>
      <p:pic>
        <p:nvPicPr>
          <p:cNvPr id="25" name="図 24">
            <a:extLst>
              <a:ext uri="{FF2B5EF4-FFF2-40B4-BE49-F238E27FC236}">
                <a16:creationId xmlns:a16="http://schemas.microsoft.com/office/drawing/2014/main" id="{DD630E10-478B-2A31-1D7B-79CD64B21548}"/>
              </a:ext>
            </a:extLst>
          </p:cNvPr>
          <p:cNvPicPr>
            <a:picLocks noChangeAspect="1"/>
          </p:cNvPicPr>
          <p:nvPr/>
        </p:nvPicPr>
        <p:blipFill>
          <a:blip r:embed="rId10"/>
          <a:stretch>
            <a:fillRect/>
          </a:stretch>
        </p:blipFill>
        <p:spPr>
          <a:xfrm>
            <a:off x="9166424" y="2197632"/>
            <a:ext cx="617938" cy="617938"/>
          </a:xfrm>
          <a:prstGeom prst="rect">
            <a:avLst/>
          </a:prstGeom>
        </p:spPr>
      </p:pic>
      <p:pic>
        <p:nvPicPr>
          <p:cNvPr id="26" name="図 25">
            <a:extLst>
              <a:ext uri="{FF2B5EF4-FFF2-40B4-BE49-F238E27FC236}">
                <a16:creationId xmlns:a16="http://schemas.microsoft.com/office/drawing/2014/main" id="{F6C5A7D9-2286-2A09-5281-F16DE6D18524}"/>
              </a:ext>
            </a:extLst>
          </p:cNvPr>
          <p:cNvPicPr>
            <a:picLocks noChangeAspect="1"/>
          </p:cNvPicPr>
          <p:nvPr/>
        </p:nvPicPr>
        <p:blipFill>
          <a:blip r:embed="rId9"/>
          <a:stretch>
            <a:fillRect/>
          </a:stretch>
        </p:blipFill>
        <p:spPr>
          <a:xfrm>
            <a:off x="3290136" y="2215805"/>
            <a:ext cx="617938" cy="617938"/>
          </a:xfrm>
          <a:prstGeom prst="rect">
            <a:avLst/>
          </a:prstGeom>
        </p:spPr>
      </p:pic>
      <p:pic>
        <p:nvPicPr>
          <p:cNvPr id="27" name="Picture 10">
            <a:extLst>
              <a:ext uri="{FF2B5EF4-FFF2-40B4-BE49-F238E27FC236}">
                <a16:creationId xmlns:a16="http://schemas.microsoft.com/office/drawing/2014/main" id="{DD986ED8-4EA4-741B-927D-AE7F403B01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50029" y="2215805"/>
            <a:ext cx="599765" cy="599765"/>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a:extLst>
              <a:ext uri="{FF2B5EF4-FFF2-40B4-BE49-F238E27FC236}">
                <a16:creationId xmlns:a16="http://schemas.microsoft.com/office/drawing/2014/main" id="{4393459B-9313-0B97-B1E8-99246EB008FE}"/>
              </a:ext>
            </a:extLst>
          </p:cNvPr>
          <p:cNvSpPr txBox="1"/>
          <p:nvPr/>
        </p:nvSpPr>
        <p:spPr>
          <a:xfrm>
            <a:off x="684450" y="3815017"/>
            <a:ext cx="1835180" cy="817245"/>
          </a:xfrm>
          <a:prstGeom prst="wedgeRoundRectCallout">
            <a:avLst>
              <a:gd name="adj1" fmla="val -14351"/>
              <a:gd name="adj2" fmla="val -66500"/>
              <a:gd name="adj3" fmla="val 16667"/>
            </a:avLst>
          </a:prstGeom>
          <a:solidFill>
            <a:schemeClr val="bg1"/>
          </a:solidFill>
          <a:ln>
            <a:solidFill>
              <a:schemeClr val="tx1"/>
            </a:solidFill>
          </a:ln>
        </p:spPr>
        <p:txBody>
          <a:bodyPr wrap="none" rtlCol="0">
            <a:spAutoFit/>
          </a:bodyPr>
          <a:lstStyle/>
          <a:p>
            <a:r>
              <a:rPr kumimoji="1" lang="ja-JP" altLang="en-US" sz="1400" dirty="0"/>
              <a:t>標準通信設計工程の</a:t>
            </a:r>
            <a:endParaRPr kumimoji="1" lang="en-US" altLang="ja-JP" sz="1400" dirty="0"/>
          </a:p>
          <a:p>
            <a:r>
              <a:rPr kumimoji="1" lang="ja-JP" altLang="en-US" sz="1400" dirty="0"/>
              <a:t>改善活動</a:t>
            </a:r>
            <a:endParaRPr kumimoji="1" lang="en-US" altLang="ja-JP" sz="1400" dirty="0"/>
          </a:p>
          <a:p>
            <a:r>
              <a:rPr lang="en-US" altLang="ja-JP" sz="1400" dirty="0"/>
              <a:t>(2DED</a:t>
            </a:r>
            <a:r>
              <a:rPr lang="ja-JP" altLang="en-US" sz="1400" dirty="0"/>
              <a:t>発注</a:t>
            </a:r>
            <a:r>
              <a:rPr lang="en-US" altLang="ja-JP" sz="1400" dirty="0"/>
              <a:t>)</a:t>
            </a:r>
            <a:endParaRPr kumimoji="1" lang="ja-JP" altLang="en-US" sz="1400" dirty="0"/>
          </a:p>
        </p:txBody>
      </p:sp>
      <p:sp>
        <p:nvSpPr>
          <p:cNvPr id="29" name="テキスト ボックス 28">
            <a:extLst>
              <a:ext uri="{FF2B5EF4-FFF2-40B4-BE49-F238E27FC236}">
                <a16:creationId xmlns:a16="http://schemas.microsoft.com/office/drawing/2014/main" id="{77CC8768-C1D2-6CBF-7315-49FCAD63EA7D}"/>
              </a:ext>
            </a:extLst>
          </p:cNvPr>
          <p:cNvSpPr txBox="1"/>
          <p:nvPr/>
        </p:nvSpPr>
        <p:spPr>
          <a:xfrm>
            <a:off x="3765932" y="3466844"/>
            <a:ext cx="1818092" cy="578882"/>
          </a:xfrm>
          <a:prstGeom prst="wedgeRoundRectCallout">
            <a:avLst>
              <a:gd name="adj1" fmla="val -14351"/>
              <a:gd name="adj2" fmla="val -66500"/>
              <a:gd name="adj3" fmla="val 16667"/>
            </a:avLst>
          </a:prstGeom>
          <a:solidFill>
            <a:schemeClr val="bg1"/>
          </a:solidFill>
          <a:ln>
            <a:solidFill>
              <a:schemeClr val="tx1"/>
            </a:solidFill>
          </a:ln>
        </p:spPr>
        <p:txBody>
          <a:bodyPr wrap="none" rtlCol="0">
            <a:spAutoFit/>
          </a:bodyPr>
          <a:lstStyle/>
          <a:p>
            <a:r>
              <a:rPr kumimoji="1" lang="ja-JP" altLang="en-US" sz="1400" dirty="0"/>
              <a:t>車両通信設計工程の</a:t>
            </a:r>
            <a:endParaRPr kumimoji="1" lang="en-US" altLang="ja-JP" sz="1400" dirty="0"/>
          </a:p>
          <a:p>
            <a:r>
              <a:rPr kumimoji="1" lang="ja-JP" altLang="en-US" sz="1400" dirty="0"/>
              <a:t>改善活動</a:t>
            </a:r>
          </a:p>
        </p:txBody>
      </p:sp>
      <p:sp>
        <p:nvSpPr>
          <p:cNvPr id="30" name="テキスト ボックス 29">
            <a:extLst>
              <a:ext uri="{FF2B5EF4-FFF2-40B4-BE49-F238E27FC236}">
                <a16:creationId xmlns:a16="http://schemas.microsoft.com/office/drawing/2014/main" id="{59228656-9B1F-6805-AE6E-3F62C6B9FE59}"/>
              </a:ext>
            </a:extLst>
          </p:cNvPr>
          <p:cNvSpPr txBox="1"/>
          <p:nvPr/>
        </p:nvSpPr>
        <p:spPr>
          <a:xfrm>
            <a:off x="3608275" y="5547897"/>
            <a:ext cx="2000016" cy="817245"/>
          </a:xfrm>
          <a:prstGeom prst="wedgeRoundRectCallout">
            <a:avLst>
              <a:gd name="adj1" fmla="val -14351"/>
              <a:gd name="adj2" fmla="val -66500"/>
              <a:gd name="adj3" fmla="val 16667"/>
            </a:avLst>
          </a:prstGeom>
          <a:solidFill>
            <a:schemeClr val="bg1"/>
          </a:solidFill>
          <a:ln>
            <a:solidFill>
              <a:schemeClr val="tx1"/>
            </a:solidFill>
          </a:ln>
        </p:spPr>
        <p:txBody>
          <a:bodyPr wrap="none" rtlCol="0">
            <a:spAutoFit/>
          </a:bodyPr>
          <a:lstStyle/>
          <a:p>
            <a:r>
              <a:rPr kumimoji="1" lang="ja-JP" altLang="en-US" sz="1400" dirty="0"/>
              <a:t>新業務プロセスの</a:t>
            </a:r>
            <a:endParaRPr kumimoji="1" lang="en-US" altLang="ja-JP" sz="1400" dirty="0"/>
          </a:p>
          <a:p>
            <a:r>
              <a:rPr lang="ja-JP" altLang="en-US" sz="1400" dirty="0"/>
              <a:t>展開推進活動</a:t>
            </a:r>
            <a:endParaRPr lang="en-US" altLang="ja-JP" sz="1400" dirty="0"/>
          </a:p>
          <a:p>
            <a:r>
              <a:rPr kumimoji="1" lang="ja-JP" altLang="en-US" sz="1400" dirty="0"/>
              <a:t>（</a:t>
            </a:r>
            <a:r>
              <a:rPr kumimoji="1" lang="en-US" altLang="ja-JP" sz="1400" dirty="0"/>
              <a:t>TPS</a:t>
            </a:r>
            <a:r>
              <a:rPr kumimoji="1" lang="ja-JP" altLang="en-US" sz="1400" dirty="0"/>
              <a:t>カウンターパート）</a:t>
            </a:r>
          </a:p>
        </p:txBody>
      </p:sp>
      <p:sp>
        <p:nvSpPr>
          <p:cNvPr id="31" name="テキスト ボックス 30">
            <a:extLst>
              <a:ext uri="{FF2B5EF4-FFF2-40B4-BE49-F238E27FC236}">
                <a16:creationId xmlns:a16="http://schemas.microsoft.com/office/drawing/2014/main" id="{9D4E47B2-D7B6-8210-CDCD-A46B23A961DD}"/>
              </a:ext>
            </a:extLst>
          </p:cNvPr>
          <p:cNvSpPr txBox="1"/>
          <p:nvPr/>
        </p:nvSpPr>
        <p:spPr>
          <a:xfrm>
            <a:off x="6454589" y="3637103"/>
            <a:ext cx="2182108" cy="578882"/>
          </a:xfrm>
          <a:prstGeom prst="wedgeRoundRectCallout">
            <a:avLst>
              <a:gd name="adj1" fmla="val -14351"/>
              <a:gd name="adj2" fmla="val -66500"/>
              <a:gd name="adj3" fmla="val 16667"/>
            </a:avLst>
          </a:prstGeom>
          <a:solidFill>
            <a:schemeClr val="bg1"/>
          </a:solidFill>
          <a:ln>
            <a:solidFill>
              <a:schemeClr val="tx1"/>
            </a:solidFill>
          </a:ln>
        </p:spPr>
        <p:txBody>
          <a:bodyPr wrap="square" rtlCol="0">
            <a:spAutoFit/>
          </a:bodyPr>
          <a:lstStyle/>
          <a:p>
            <a:r>
              <a:rPr lang="en-US" altLang="ja-JP" sz="1400" dirty="0"/>
              <a:t>CAN300</a:t>
            </a:r>
            <a:r>
              <a:rPr lang="ja-JP" altLang="en-US" sz="1400" dirty="0"/>
              <a:t>システム全体の</a:t>
            </a:r>
            <a:endParaRPr lang="en-US" altLang="ja-JP" sz="1400" dirty="0"/>
          </a:p>
          <a:p>
            <a:r>
              <a:rPr lang="ja-JP" altLang="en-US" sz="1400" dirty="0"/>
              <a:t>工程スルー</a:t>
            </a:r>
            <a:r>
              <a:rPr kumimoji="1" lang="ja-JP" altLang="en-US" sz="1400" dirty="0"/>
              <a:t>改善活動</a:t>
            </a:r>
          </a:p>
        </p:txBody>
      </p:sp>
      <p:sp>
        <p:nvSpPr>
          <p:cNvPr id="32" name="テキスト ボックス 31">
            <a:extLst>
              <a:ext uri="{FF2B5EF4-FFF2-40B4-BE49-F238E27FC236}">
                <a16:creationId xmlns:a16="http://schemas.microsoft.com/office/drawing/2014/main" id="{A4D30AE0-7322-6411-676A-AD5F79DC6284}"/>
              </a:ext>
            </a:extLst>
          </p:cNvPr>
          <p:cNvSpPr txBox="1"/>
          <p:nvPr/>
        </p:nvSpPr>
        <p:spPr>
          <a:xfrm>
            <a:off x="9475393" y="3386881"/>
            <a:ext cx="2182108" cy="578882"/>
          </a:xfrm>
          <a:prstGeom prst="wedgeRoundRectCallout">
            <a:avLst>
              <a:gd name="adj1" fmla="val -14351"/>
              <a:gd name="adj2" fmla="val -66500"/>
              <a:gd name="adj3" fmla="val 16667"/>
            </a:avLst>
          </a:prstGeom>
          <a:solidFill>
            <a:schemeClr val="bg1"/>
          </a:solidFill>
          <a:ln>
            <a:solidFill>
              <a:schemeClr val="tx1"/>
            </a:solidFill>
          </a:ln>
        </p:spPr>
        <p:txBody>
          <a:bodyPr wrap="square" rtlCol="0">
            <a:spAutoFit/>
          </a:bodyPr>
          <a:lstStyle/>
          <a:p>
            <a:r>
              <a:rPr kumimoji="1" lang="ja-JP" altLang="en-US" sz="1400" dirty="0"/>
              <a:t>制御仕様書</a:t>
            </a:r>
            <a:r>
              <a:rPr lang="en-US" altLang="ja-JP" sz="1400" dirty="0"/>
              <a:t>×</a:t>
            </a:r>
            <a:r>
              <a:rPr kumimoji="1" lang="ja-JP" altLang="en-US" sz="1400" dirty="0"/>
              <a:t>後工程に着目した改善活動</a:t>
            </a:r>
            <a:endParaRPr kumimoji="1" lang="en-US" altLang="ja-JP" sz="1400" dirty="0"/>
          </a:p>
        </p:txBody>
      </p:sp>
      <p:sp>
        <p:nvSpPr>
          <p:cNvPr id="33" name="正方形/長方形 32">
            <a:extLst>
              <a:ext uri="{FF2B5EF4-FFF2-40B4-BE49-F238E27FC236}">
                <a16:creationId xmlns:a16="http://schemas.microsoft.com/office/drawing/2014/main" id="{7576BE65-7812-6976-EA0F-906C5CFF25FC}"/>
              </a:ext>
            </a:extLst>
          </p:cNvPr>
          <p:cNvSpPr/>
          <p:nvPr/>
        </p:nvSpPr>
        <p:spPr>
          <a:xfrm>
            <a:off x="284514" y="1361597"/>
            <a:ext cx="2806217" cy="4849743"/>
          </a:xfrm>
          <a:prstGeom prst="rect">
            <a:avLst/>
          </a:prstGeom>
          <a:solidFill>
            <a:srgbClr val="00000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rgbClr val="FFFF00"/>
                </a:solidFill>
              </a:rPr>
              <a:t>TLD</a:t>
            </a:r>
            <a:r>
              <a:rPr kumimoji="1" lang="ja-JP" altLang="en-US" b="1" dirty="0">
                <a:solidFill>
                  <a:srgbClr val="FFFF00"/>
                </a:solidFill>
              </a:rPr>
              <a:t>を見据えて</a:t>
            </a:r>
            <a:endParaRPr kumimoji="1" lang="en-US" altLang="ja-JP" b="1" dirty="0">
              <a:solidFill>
                <a:srgbClr val="FFFF00"/>
              </a:solidFill>
            </a:endParaRPr>
          </a:p>
          <a:p>
            <a:pPr algn="ctr"/>
            <a:r>
              <a:rPr kumimoji="1" lang="en-US" altLang="ja-JP" b="1" dirty="0">
                <a:solidFill>
                  <a:srgbClr val="FFFF00"/>
                </a:solidFill>
              </a:rPr>
              <a:t>STOP</a:t>
            </a:r>
            <a:endParaRPr kumimoji="1" lang="ja-JP" altLang="en-US" b="1" dirty="0">
              <a:solidFill>
                <a:srgbClr val="FFFF00"/>
              </a:solidFill>
            </a:endParaRPr>
          </a:p>
        </p:txBody>
      </p:sp>
      <p:pic>
        <p:nvPicPr>
          <p:cNvPr id="34" name="図 33">
            <a:extLst>
              <a:ext uri="{FF2B5EF4-FFF2-40B4-BE49-F238E27FC236}">
                <a16:creationId xmlns:a16="http://schemas.microsoft.com/office/drawing/2014/main" id="{77D20F91-647F-94EC-B7A0-4BFD5EABE9E8}"/>
              </a:ext>
            </a:extLst>
          </p:cNvPr>
          <p:cNvPicPr>
            <a:picLocks noChangeAspect="1"/>
          </p:cNvPicPr>
          <p:nvPr/>
        </p:nvPicPr>
        <p:blipFill>
          <a:blip r:embed="rId11"/>
          <a:srcRect l="566" r="-1"/>
          <a:stretch/>
        </p:blipFill>
        <p:spPr>
          <a:xfrm>
            <a:off x="9166424" y="4419091"/>
            <a:ext cx="2688400" cy="1334269"/>
          </a:xfrm>
          <a:prstGeom prst="rect">
            <a:avLst/>
          </a:prstGeom>
          <a:ln>
            <a:solidFill>
              <a:schemeClr val="bg2"/>
            </a:solidFill>
          </a:ln>
        </p:spPr>
      </p:pic>
      <p:sp>
        <p:nvSpPr>
          <p:cNvPr id="36" name="テキスト ボックス 35">
            <a:extLst>
              <a:ext uri="{FF2B5EF4-FFF2-40B4-BE49-F238E27FC236}">
                <a16:creationId xmlns:a16="http://schemas.microsoft.com/office/drawing/2014/main" id="{C3783B29-5725-B750-4A7D-EE4AF5B532B0}"/>
              </a:ext>
            </a:extLst>
          </p:cNvPr>
          <p:cNvSpPr txBox="1"/>
          <p:nvPr/>
        </p:nvSpPr>
        <p:spPr>
          <a:xfrm>
            <a:off x="9475393" y="5692909"/>
            <a:ext cx="2182108" cy="578882"/>
          </a:xfrm>
          <a:prstGeom prst="wedgeRoundRectCallout">
            <a:avLst>
              <a:gd name="adj1" fmla="val -14351"/>
              <a:gd name="adj2" fmla="val -66500"/>
              <a:gd name="adj3" fmla="val 16667"/>
            </a:avLst>
          </a:prstGeom>
          <a:solidFill>
            <a:schemeClr val="bg1"/>
          </a:solidFill>
          <a:ln>
            <a:solidFill>
              <a:schemeClr val="tx1"/>
            </a:solidFill>
          </a:ln>
        </p:spPr>
        <p:txBody>
          <a:bodyPr wrap="square" rtlCol="0">
            <a:spAutoFit/>
          </a:bodyPr>
          <a:lstStyle/>
          <a:p>
            <a:r>
              <a:rPr lang="ja-JP" altLang="en-US" sz="1400" dirty="0"/>
              <a:t>各認証への設計情報流通に着目した改善活動</a:t>
            </a:r>
            <a:endParaRPr kumimoji="1" lang="en-US" altLang="ja-JP" sz="1400" dirty="0"/>
          </a:p>
        </p:txBody>
      </p:sp>
      <p:sp>
        <p:nvSpPr>
          <p:cNvPr id="37" name="楕円 36">
            <a:extLst>
              <a:ext uri="{FF2B5EF4-FFF2-40B4-BE49-F238E27FC236}">
                <a16:creationId xmlns:a16="http://schemas.microsoft.com/office/drawing/2014/main" id="{DFC34A38-E972-9C59-012F-5EC02ACC622F}"/>
              </a:ext>
            </a:extLst>
          </p:cNvPr>
          <p:cNvSpPr/>
          <p:nvPr/>
        </p:nvSpPr>
        <p:spPr>
          <a:xfrm>
            <a:off x="10045962" y="4358640"/>
            <a:ext cx="1876260" cy="498244"/>
          </a:xfrm>
          <a:prstGeom prst="ellipse">
            <a:avLst/>
          </a:prstGeom>
          <a:solidFill>
            <a:schemeClr val="accent1"/>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wrap="none" rtlCol="0" anchor="ctr"/>
          <a:lstStyle/>
          <a:p>
            <a:pPr algn="ctr"/>
            <a:r>
              <a:rPr kumimoji="1" lang="en-US" altLang="ja-JP" sz="1600" b="1" dirty="0"/>
              <a:t>’25/7</a:t>
            </a:r>
            <a:r>
              <a:rPr kumimoji="1" lang="ja-JP" altLang="en-US" sz="1600" b="1" dirty="0"/>
              <a:t>月 </a:t>
            </a:r>
            <a:r>
              <a:rPr kumimoji="1" lang="en-US" altLang="ja-JP" sz="1600" b="1" dirty="0"/>
              <a:t>Join</a:t>
            </a:r>
            <a:r>
              <a:rPr kumimoji="1" lang="ja-JP" altLang="en-US" sz="1600" b="1" dirty="0"/>
              <a:t>★</a:t>
            </a:r>
          </a:p>
        </p:txBody>
      </p:sp>
      <p:pic>
        <p:nvPicPr>
          <p:cNvPr id="3" name="図 2" descr="スーツを着た若い男性&#10;&#10;自動的に生成された説明">
            <a:extLst>
              <a:ext uri="{FF2B5EF4-FFF2-40B4-BE49-F238E27FC236}">
                <a16:creationId xmlns:a16="http://schemas.microsoft.com/office/drawing/2014/main" id="{5037CD2F-ACAC-0AC5-F7D4-1D0E4348B3B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176931" y="4050505"/>
            <a:ext cx="607432" cy="607432"/>
          </a:xfrm>
          <a:prstGeom prst="rect">
            <a:avLst/>
          </a:prstGeom>
        </p:spPr>
      </p:pic>
    </p:spTree>
    <p:extLst>
      <p:ext uri="{BB962C8B-B14F-4D97-AF65-F5344CB8AC3E}">
        <p14:creationId xmlns:p14="http://schemas.microsoft.com/office/powerpoint/2010/main" val="1392305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4A467D58-08A3-EC48-0A89-61900A0230E9}"/>
              </a:ext>
            </a:extLst>
          </p:cNvPr>
          <p:cNvPicPr>
            <a:picLocks noChangeAspect="1"/>
          </p:cNvPicPr>
          <p:nvPr/>
        </p:nvPicPr>
        <p:blipFill>
          <a:blip r:embed="rId2"/>
          <a:srcRect t="182"/>
          <a:stretch/>
        </p:blipFill>
        <p:spPr>
          <a:xfrm>
            <a:off x="2384318" y="692850"/>
            <a:ext cx="8363889" cy="5684302"/>
          </a:xfrm>
          <a:prstGeom prst="rect">
            <a:avLst/>
          </a:prstGeom>
        </p:spPr>
      </p:pic>
      <p:sp>
        <p:nvSpPr>
          <p:cNvPr id="2" name="タイトル 1">
            <a:extLst>
              <a:ext uri="{FF2B5EF4-FFF2-40B4-BE49-F238E27FC236}">
                <a16:creationId xmlns:a16="http://schemas.microsoft.com/office/drawing/2014/main" id="{15F3DC2B-2D2E-A067-DBF3-89D52ABFFDE0}"/>
              </a:ext>
            </a:extLst>
          </p:cNvPr>
          <p:cNvSpPr>
            <a:spLocks noGrp="1"/>
          </p:cNvSpPr>
          <p:nvPr>
            <p:ph type="title"/>
          </p:nvPr>
        </p:nvSpPr>
        <p:spPr/>
        <p:txBody>
          <a:bodyPr/>
          <a:lstStyle/>
          <a:p>
            <a:r>
              <a:rPr kumimoji="1" lang="ja-JP" altLang="en-US" dirty="0"/>
              <a:t>大日程</a:t>
            </a:r>
          </a:p>
        </p:txBody>
      </p:sp>
      <p:sp>
        <p:nvSpPr>
          <p:cNvPr id="8" name="正方形/長方形 7">
            <a:extLst>
              <a:ext uri="{FF2B5EF4-FFF2-40B4-BE49-F238E27FC236}">
                <a16:creationId xmlns:a16="http://schemas.microsoft.com/office/drawing/2014/main" id="{AC5F7DEA-559F-0A21-0FB5-456D2CCD06B3}"/>
              </a:ext>
            </a:extLst>
          </p:cNvPr>
          <p:cNvSpPr/>
          <p:nvPr/>
        </p:nvSpPr>
        <p:spPr>
          <a:xfrm>
            <a:off x="6074802" y="3373820"/>
            <a:ext cx="952461" cy="3005611"/>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921AEA71-4755-9A4B-DADE-5A129A2040C0}"/>
              </a:ext>
            </a:extLst>
          </p:cNvPr>
          <p:cNvSpPr/>
          <p:nvPr/>
        </p:nvSpPr>
        <p:spPr>
          <a:xfrm>
            <a:off x="2439498" y="1135117"/>
            <a:ext cx="8308709" cy="2236424"/>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8B605EBB-BF3E-8118-DB28-579A64E6AD94}"/>
              </a:ext>
            </a:extLst>
          </p:cNvPr>
          <p:cNvSpPr/>
          <p:nvPr/>
        </p:nvSpPr>
        <p:spPr>
          <a:xfrm>
            <a:off x="8095887" y="5502841"/>
            <a:ext cx="3299391" cy="662309"/>
          </a:xfrm>
          <a:prstGeom prst="wedgeRoundRectCallout">
            <a:avLst>
              <a:gd name="adj1" fmla="val -85700"/>
              <a:gd name="adj2" fmla="val 35310"/>
              <a:gd name="adj3" fmla="val 16667"/>
            </a:avLst>
          </a:prstGeom>
          <a:solidFill>
            <a:schemeClr val="accent1"/>
          </a:solidFill>
          <a:ln w="19050">
            <a:solidFill>
              <a:schemeClr val="accent1">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ja-JP" altLang="en-US" sz="1400" dirty="0">
                <a:solidFill>
                  <a:schemeClr val="bg1"/>
                </a:solidFill>
              </a:rPr>
              <a:t>主に</a:t>
            </a:r>
            <a:r>
              <a:rPr kumimoji="1" lang="ja-JP" altLang="en-US" sz="1400" b="1" u="sng" dirty="0">
                <a:solidFill>
                  <a:schemeClr val="bg1"/>
                </a:solidFill>
              </a:rPr>
              <a:t>設計の</a:t>
            </a:r>
            <a:r>
              <a:rPr kumimoji="1" lang="ja-JP" altLang="en-US" sz="1400" dirty="0">
                <a:solidFill>
                  <a:schemeClr val="bg1"/>
                </a:solidFill>
              </a:rPr>
              <a:t>法規認証対応業務に関して</a:t>
            </a:r>
            <a:br>
              <a:rPr kumimoji="1" lang="en-US" altLang="ja-JP" sz="1400" dirty="0">
                <a:solidFill>
                  <a:schemeClr val="bg1"/>
                </a:solidFill>
              </a:rPr>
            </a:br>
            <a:r>
              <a:rPr kumimoji="1" lang="ja-JP" altLang="en-US" sz="1400" dirty="0">
                <a:solidFill>
                  <a:schemeClr val="bg1"/>
                </a:solidFill>
              </a:rPr>
              <a:t>複数テーマを五月雨式に推進</a:t>
            </a:r>
          </a:p>
        </p:txBody>
      </p:sp>
      <p:sp>
        <p:nvSpPr>
          <p:cNvPr id="12" name="吹き出し: 角を丸めた四角形 11">
            <a:extLst>
              <a:ext uri="{FF2B5EF4-FFF2-40B4-BE49-F238E27FC236}">
                <a16:creationId xmlns:a16="http://schemas.microsoft.com/office/drawing/2014/main" id="{02BCA96E-56CB-2726-8C63-3A7826EA4810}"/>
              </a:ext>
            </a:extLst>
          </p:cNvPr>
          <p:cNvSpPr/>
          <p:nvPr/>
        </p:nvSpPr>
        <p:spPr>
          <a:xfrm>
            <a:off x="479579" y="804133"/>
            <a:ext cx="2751716" cy="990910"/>
          </a:xfrm>
          <a:prstGeom prst="wedgeRoundRectCallout">
            <a:avLst>
              <a:gd name="adj1" fmla="val 33496"/>
              <a:gd name="adj2" fmla="val 63845"/>
              <a:gd name="adj3" fmla="val 16667"/>
            </a:avLst>
          </a:prstGeom>
          <a:solidFill>
            <a:schemeClr val="accent1"/>
          </a:solidFill>
          <a:ln w="19050">
            <a:solidFill>
              <a:schemeClr val="accent1">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ja-JP" altLang="en-US" sz="1400" dirty="0">
                <a:solidFill>
                  <a:schemeClr val="bg1"/>
                </a:solidFill>
              </a:rPr>
              <a:t>案件としては</a:t>
            </a:r>
            <a:br>
              <a:rPr kumimoji="1" lang="en-US" altLang="ja-JP" sz="1400" dirty="0">
                <a:solidFill>
                  <a:schemeClr val="bg1"/>
                </a:solidFill>
              </a:rPr>
            </a:br>
            <a:r>
              <a:rPr kumimoji="1" lang="ja-JP" altLang="en-US" sz="1400" dirty="0">
                <a:solidFill>
                  <a:schemeClr val="bg1"/>
                </a:solidFill>
              </a:rPr>
              <a:t>制御仕様書</a:t>
            </a:r>
            <a:r>
              <a:rPr kumimoji="1" lang="en-US" altLang="ja-JP" sz="1400" dirty="0">
                <a:solidFill>
                  <a:schemeClr val="bg1"/>
                </a:solidFill>
              </a:rPr>
              <a:t>TPS</a:t>
            </a:r>
            <a:r>
              <a:rPr kumimoji="1" lang="ja-JP" altLang="en-US" sz="1400" dirty="0">
                <a:solidFill>
                  <a:schemeClr val="bg1"/>
                </a:solidFill>
              </a:rPr>
              <a:t>とセットで受託</a:t>
            </a:r>
            <a:endParaRPr kumimoji="1" lang="en-US" altLang="ja-JP" sz="1400" dirty="0">
              <a:solidFill>
                <a:schemeClr val="bg1"/>
              </a:solidFill>
            </a:endParaRPr>
          </a:p>
          <a:p>
            <a:pPr>
              <a:lnSpc>
                <a:spcPct val="120000"/>
              </a:lnSpc>
              <a:spcBef>
                <a:spcPts val="300"/>
              </a:spcBef>
            </a:pPr>
            <a:r>
              <a:rPr kumimoji="1" lang="ja-JP" altLang="en-US" sz="1400" dirty="0">
                <a:solidFill>
                  <a:schemeClr val="bg1"/>
                </a:solidFill>
              </a:rPr>
              <a:t>こちらは山崎さんにて推進</a:t>
            </a:r>
          </a:p>
        </p:txBody>
      </p:sp>
    </p:spTree>
    <p:extLst>
      <p:ext uri="{BB962C8B-B14F-4D97-AF65-F5344CB8AC3E}">
        <p14:creationId xmlns:p14="http://schemas.microsoft.com/office/powerpoint/2010/main" val="3581319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96D1A8-DEED-3515-F007-3F3D438089DE}"/>
              </a:ext>
            </a:extLst>
          </p:cNvPr>
          <p:cNvSpPr>
            <a:spLocks noGrp="1"/>
          </p:cNvSpPr>
          <p:nvPr>
            <p:ph type="title"/>
          </p:nvPr>
        </p:nvSpPr>
        <p:spPr/>
        <p:txBody>
          <a:bodyPr/>
          <a:lstStyle/>
          <a:p>
            <a:r>
              <a:rPr lang="ja-JP" altLang="en-US" dirty="0"/>
              <a:t>体制</a:t>
            </a:r>
            <a:endParaRPr kumimoji="1" lang="ja-JP" altLang="en-US" dirty="0"/>
          </a:p>
        </p:txBody>
      </p:sp>
      <p:sp>
        <p:nvSpPr>
          <p:cNvPr id="17" name="正方形/長方形 16">
            <a:extLst>
              <a:ext uri="{FF2B5EF4-FFF2-40B4-BE49-F238E27FC236}">
                <a16:creationId xmlns:a16="http://schemas.microsoft.com/office/drawing/2014/main" id="{773BD541-4E32-7A4D-1717-41F963C09C32}"/>
              </a:ext>
            </a:extLst>
          </p:cNvPr>
          <p:cNvSpPr/>
          <p:nvPr/>
        </p:nvSpPr>
        <p:spPr>
          <a:xfrm>
            <a:off x="1590261" y="3236211"/>
            <a:ext cx="8913412" cy="2977776"/>
          </a:xfrm>
          <a:prstGeom prst="rect">
            <a:avLst/>
          </a:prstGeom>
          <a:solidFill>
            <a:schemeClr val="accent1">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lIns="108000" tIns="72000" rIns="108000" bIns="72000" rtlCol="0" anchor="t"/>
          <a:lstStyle/>
          <a:p>
            <a:pPr>
              <a:lnSpc>
                <a:spcPct val="120000"/>
              </a:lnSpc>
              <a:spcAft>
                <a:spcPts val="600"/>
              </a:spcAft>
            </a:pPr>
            <a:r>
              <a:rPr kumimoji="1" lang="ja-JP" altLang="en-US" sz="1600" b="1" u="sng" dirty="0"/>
              <a:t>法規認証</a:t>
            </a:r>
            <a:r>
              <a:rPr kumimoji="1" lang="en-US" altLang="ja-JP" sz="1600" b="1" u="sng" dirty="0"/>
              <a:t>TPS</a:t>
            </a:r>
            <a:r>
              <a:rPr kumimoji="1" lang="ja-JP" altLang="en-US" sz="1600" b="1" u="sng" dirty="0"/>
              <a:t>活動支援</a:t>
            </a:r>
            <a:endParaRPr kumimoji="1" lang="en-US" altLang="ja-JP" sz="1600" b="1" u="sng" dirty="0"/>
          </a:p>
        </p:txBody>
      </p:sp>
      <p:sp>
        <p:nvSpPr>
          <p:cNvPr id="18" name="正方形/長方形 17">
            <a:extLst>
              <a:ext uri="{FF2B5EF4-FFF2-40B4-BE49-F238E27FC236}">
                <a16:creationId xmlns:a16="http://schemas.microsoft.com/office/drawing/2014/main" id="{E3C0ABEC-C826-B0AE-B60F-11AAFCEAD037}"/>
              </a:ext>
            </a:extLst>
          </p:cNvPr>
          <p:cNvSpPr/>
          <p:nvPr/>
        </p:nvSpPr>
        <p:spPr>
          <a:xfrm>
            <a:off x="1848465" y="3886959"/>
            <a:ext cx="4345444" cy="21526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r>
              <a:rPr kumimoji="1" lang="en-US" altLang="ja-JP" sz="1600" b="1" dirty="0">
                <a:solidFill>
                  <a:schemeClr val="accent3"/>
                </a:solidFill>
              </a:rPr>
              <a:t>2DEE</a:t>
            </a:r>
            <a:endParaRPr kumimoji="1" lang="ja-JP" altLang="en-US" sz="1600" b="1" dirty="0">
              <a:solidFill>
                <a:schemeClr val="accent3"/>
              </a:solidFill>
            </a:endParaRPr>
          </a:p>
        </p:txBody>
      </p:sp>
      <p:sp>
        <p:nvSpPr>
          <p:cNvPr id="19" name="正方形/長方形 18">
            <a:extLst>
              <a:ext uri="{FF2B5EF4-FFF2-40B4-BE49-F238E27FC236}">
                <a16:creationId xmlns:a16="http://schemas.microsoft.com/office/drawing/2014/main" id="{9C21F408-1907-D07A-EE07-D3D94E2DA992}"/>
              </a:ext>
            </a:extLst>
          </p:cNvPr>
          <p:cNvSpPr/>
          <p:nvPr/>
        </p:nvSpPr>
        <p:spPr>
          <a:xfrm>
            <a:off x="6768749" y="3477358"/>
            <a:ext cx="3408921" cy="25622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r>
              <a:rPr kumimoji="1" lang="en-US" altLang="ja-JP" sz="1600" b="1" dirty="0">
                <a:solidFill>
                  <a:schemeClr val="accent1"/>
                </a:solidFill>
              </a:rPr>
              <a:t>TS</a:t>
            </a:r>
            <a:endParaRPr kumimoji="1" lang="ja-JP" altLang="en-US" sz="1600" b="1" dirty="0">
              <a:solidFill>
                <a:schemeClr val="accent1"/>
              </a:solidFill>
            </a:endParaRPr>
          </a:p>
        </p:txBody>
      </p:sp>
      <p:sp>
        <p:nvSpPr>
          <p:cNvPr id="20" name="正方形/長方形 19">
            <a:extLst>
              <a:ext uri="{FF2B5EF4-FFF2-40B4-BE49-F238E27FC236}">
                <a16:creationId xmlns:a16="http://schemas.microsoft.com/office/drawing/2014/main" id="{FEA17C7D-D881-B8EA-4F9A-41F1C739AB44}"/>
              </a:ext>
            </a:extLst>
          </p:cNvPr>
          <p:cNvSpPr/>
          <p:nvPr/>
        </p:nvSpPr>
        <p:spPr>
          <a:xfrm>
            <a:off x="7009555" y="4920548"/>
            <a:ext cx="1013173" cy="3972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横山</a:t>
            </a:r>
          </a:p>
        </p:txBody>
      </p:sp>
      <p:sp>
        <p:nvSpPr>
          <p:cNvPr id="21" name="正方形/長方形 20">
            <a:extLst>
              <a:ext uri="{FF2B5EF4-FFF2-40B4-BE49-F238E27FC236}">
                <a16:creationId xmlns:a16="http://schemas.microsoft.com/office/drawing/2014/main" id="{A6DBBE58-2540-E2DC-EF45-D0B973E100E4}"/>
              </a:ext>
            </a:extLst>
          </p:cNvPr>
          <p:cNvSpPr/>
          <p:nvPr/>
        </p:nvSpPr>
        <p:spPr>
          <a:xfrm>
            <a:off x="8696262" y="4889061"/>
            <a:ext cx="1013173" cy="3972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高木</a:t>
            </a:r>
          </a:p>
        </p:txBody>
      </p:sp>
      <p:sp>
        <p:nvSpPr>
          <p:cNvPr id="22" name="正方形/長方形 21">
            <a:extLst>
              <a:ext uri="{FF2B5EF4-FFF2-40B4-BE49-F238E27FC236}">
                <a16:creationId xmlns:a16="http://schemas.microsoft.com/office/drawing/2014/main" id="{BE91F940-FB91-03BE-D553-127F23626451}"/>
              </a:ext>
            </a:extLst>
          </p:cNvPr>
          <p:cNvSpPr/>
          <p:nvPr/>
        </p:nvSpPr>
        <p:spPr>
          <a:xfrm>
            <a:off x="8696262" y="4250714"/>
            <a:ext cx="1013173" cy="3972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山本</a:t>
            </a:r>
          </a:p>
        </p:txBody>
      </p:sp>
      <p:sp>
        <p:nvSpPr>
          <p:cNvPr id="27" name="正方形/長方形 26">
            <a:extLst>
              <a:ext uri="{FF2B5EF4-FFF2-40B4-BE49-F238E27FC236}">
                <a16:creationId xmlns:a16="http://schemas.microsoft.com/office/drawing/2014/main" id="{71C72C4C-9754-DB3A-1445-63BEA3E21F81}"/>
              </a:ext>
            </a:extLst>
          </p:cNvPr>
          <p:cNvSpPr/>
          <p:nvPr/>
        </p:nvSpPr>
        <p:spPr>
          <a:xfrm>
            <a:off x="7009556" y="3984770"/>
            <a:ext cx="1013173" cy="3972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山崎</a:t>
            </a:r>
          </a:p>
        </p:txBody>
      </p:sp>
      <p:sp>
        <p:nvSpPr>
          <p:cNvPr id="28" name="正方形/長方形 27">
            <a:extLst>
              <a:ext uri="{FF2B5EF4-FFF2-40B4-BE49-F238E27FC236}">
                <a16:creationId xmlns:a16="http://schemas.microsoft.com/office/drawing/2014/main" id="{1C5A8DD3-DE53-3BD8-B042-C005B2751812}"/>
              </a:ext>
            </a:extLst>
          </p:cNvPr>
          <p:cNvSpPr/>
          <p:nvPr/>
        </p:nvSpPr>
        <p:spPr>
          <a:xfrm>
            <a:off x="8696262" y="3753868"/>
            <a:ext cx="1013173" cy="3972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en-US" altLang="ja-JP" sz="1400" dirty="0"/>
              <a:t>TISA</a:t>
            </a:r>
            <a:endParaRPr kumimoji="1" lang="ja-JP" altLang="en-US" sz="1400" dirty="0"/>
          </a:p>
        </p:txBody>
      </p:sp>
      <p:sp>
        <p:nvSpPr>
          <p:cNvPr id="30" name="正方形/長方形 29">
            <a:extLst>
              <a:ext uri="{FF2B5EF4-FFF2-40B4-BE49-F238E27FC236}">
                <a16:creationId xmlns:a16="http://schemas.microsoft.com/office/drawing/2014/main" id="{35E38C39-768D-ED8D-3325-BCD0D67BF115}"/>
              </a:ext>
            </a:extLst>
          </p:cNvPr>
          <p:cNvSpPr/>
          <p:nvPr/>
        </p:nvSpPr>
        <p:spPr>
          <a:xfrm>
            <a:off x="4841939" y="4357732"/>
            <a:ext cx="1013173" cy="3972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榊原</a:t>
            </a:r>
            <a:r>
              <a:rPr kumimoji="1" lang="en-US" altLang="ja-JP" sz="1400" dirty="0"/>
              <a:t>SN</a:t>
            </a:r>
            <a:endParaRPr kumimoji="1" lang="ja-JP" altLang="en-US" sz="1400" dirty="0"/>
          </a:p>
        </p:txBody>
      </p:sp>
      <p:cxnSp>
        <p:nvCxnSpPr>
          <p:cNvPr id="32" name="直線コネクタ 31">
            <a:extLst>
              <a:ext uri="{FF2B5EF4-FFF2-40B4-BE49-F238E27FC236}">
                <a16:creationId xmlns:a16="http://schemas.microsoft.com/office/drawing/2014/main" id="{2B5528FC-8C10-B631-F36C-5B4D6978B019}"/>
              </a:ext>
            </a:extLst>
          </p:cNvPr>
          <p:cNvCxnSpPr>
            <a:cxnSpLocks/>
            <a:stCxn id="54" idx="3"/>
            <a:endCxn id="30" idx="1"/>
          </p:cNvCxnSpPr>
          <p:nvPr/>
        </p:nvCxnSpPr>
        <p:spPr>
          <a:xfrm>
            <a:off x="4460566" y="4556333"/>
            <a:ext cx="3813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652DE390-019C-0A9C-2F63-61C0E950D58F}"/>
              </a:ext>
            </a:extLst>
          </p:cNvPr>
          <p:cNvCxnSpPr>
            <a:cxnSpLocks/>
            <a:stCxn id="28" idx="1"/>
            <a:endCxn id="27" idx="3"/>
          </p:cNvCxnSpPr>
          <p:nvPr/>
        </p:nvCxnSpPr>
        <p:spPr>
          <a:xfrm rot="10800000" flipV="1">
            <a:off x="8022730" y="3952469"/>
            <a:ext cx="673533" cy="23090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正方形/長方形 33">
            <a:extLst>
              <a:ext uri="{FF2B5EF4-FFF2-40B4-BE49-F238E27FC236}">
                <a16:creationId xmlns:a16="http://schemas.microsoft.com/office/drawing/2014/main" id="{2B0758C3-0C98-F4A8-9C66-BE22D88C4E71}"/>
              </a:ext>
            </a:extLst>
          </p:cNvPr>
          <p:cNvSpPr/>
          <p:nvPr/>
        </p:nvSpPr>
        <p:spPr>
          <a:xfrm>
            <a:off x="1848465" y="960217"/>
            <a:ext cx="2544977" cy="1737106"/>
          </a:xfrm>
          <a:prstGeom prst="rect">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lIns="108000" tIns="72000" rIns="108000" bIns="72000" rtlCol="0" anchor="t"/>
          <a:lstStyle/>
          <a:p>
            <a:pPr>
              <a:lnSpc>
                <a:spcPct val="120000"/>
              </a:lnSpc>
            </a:pPr>
            <a:r>
              <a:rPr kumimoji="1" lang="ja-JP" altLang="en-US" sz="1600" b="1" u="sng" dirty="0"/>
              <a:t>設計</a:t>
            </a:r>
            <a:endParaRPr kumimoji="1" lang="en-US" altLang="ja-JP" sz="1600" b="1" u="sng" dirty="0"/>
          </a:p>
          <a:p>
            <a:pPr marL="176213" indent="-176213">
              <a:lnSpc>
                <a:spcPct val="120000"/>
              </a:lnSpc>
              <a:buFont typeface="Arial" panose="020B0604020202020204" pitchFamily="34" charset="0"/>
              <a:buChar char="•"/>
            </a:pPr>
            <a:r>
              <a:rPr kumimoji="1" lang="en-US" altLang="ja-JP" sz="1400" dirty="0"/>
              <a:t>TMC</a:t>
            </a:r>
            <a:r>
              <a:rPr kumimoji="1" lang="ja-JP" altLang="en-US" sz="1400" dirty="0"/>
              <a:t>設計部署</a:t>
            </a:r>
            <a:endParaRPr kumimoji="1" lang="en-US" altLang="ja-JP" sz="1400" dirty="0"/>
          </a:p>
          <a:p>
            <a:pPr marL="176213" indent="-176213">
              <a:lnSpc>
                <a:spcPct val="120000"/>
              </a:lnSpc>
              <a:buFont typeface="Arial" panose="020B0604020202020204" pitchFamily="34" charset="0"/>
              <a:buChar char="•"/>
            </a:pPr>
            <a:r>
              <a:rPr lang="en-US" altLang="ja-JP" sz="1400" dirty="0"/>
              <a:t>BM</a:t>
            </a:r>
          </a:p>
          <a:p>
            <a:pPr marL="176213" indent="-176213">
              <a:lnSpc>
                <a:spcPct val="120000"/>
              </a:lnSpc>
              <a:buFont typeface="Arial" panose="020B0604020202020204" pitchFamily="34" charset="0"/>
              <a:buChar char="•"/>
            </a:pPr>
            <a:r>
              <a:rPr lang="ja-JP" altLang="en-US" sz="1400" dirty="0"/>
              <a:t>仕入れ先</a:t>
            </a:r>
            <a:endParaRPr kumimoji="1" lang="en-US" altLang="ja-JP" sz="1400" dirty="0"/>
          </a:p>
        </p:txBody>
      </p:sp>
      <p:sp>
        <p:nvSpPr>
          <p:cNvPr id="35" name="正方形/長方形 34">
            <a:extLst>
              <a:ext uri="{FF2B5EF4-FFF2-40B4-BE49-F238E27FC236}">
                <a16:creationId xmlns:a16="http://schemas.microsoft.com/office/drawing/2014/main" id="{C28F7B00-B96A-DD26-FAC7-AB837B614C55}"/>
              </a:ext>
            </a:extLst>
          </p:cNvPr>
          <p:cNvSpPr/>
          <p:nvPr/>
        </p:nvSpPr>
        <p:spPr>
          <a:xfrm>
            <a:off x="7697474" y="960218"/>
            <a:ext cx="2544977" cy="1737106"/>
          </a:xfrm>
          <a:prstGeom prst="rect">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lIns="108000" tIns="72000" rIns="108000" bIns="72000" rtlCol="0" anchor="t"/>
          <a:lstStyle/>
          <a:p>
            <a:pPr>
              <a:lnSpc>
                <a:spcPct val="120000"/>
              </a:lnSpc>
            </a:pPr>
            <a:r>
              <a:rPr kumimoji="1" lang="ja-JP" altLang="en-US" sz="1600" b="1" u="sng"/>
              <a:t>法規認証部</a:t>
            </a:r>
            <a:endParaRPr kumimoji="1" lang="ja-JP" altLang="en-US" sz="1600" b="1" u="sng" dirty="0"/>
          </a:p>
        </p:txBody>
      </p:sp>
      <p:sp>
        <p:nvSpPr>
          <p:cNvPr id="36" name="正方形/長方形 35">
            <a:extLst>
              <a:ext uri="{FF2B5EF4-FFF2-40B4-BE49-F238E27FC236}">
                <a16:creationId xmlns:a16="http://schemas.microsoft.com/office/drawing/2014/main" id="{6A0453D4-0FE2-0CCD-8F5D-A8DD197DA693}"/>
              </a:ext>
            </a:extLst>
          </p:cNvPr>
          <p:cNvSpPr/>
          <p:nvPr/>
        </p:nvSpPr>
        <p:spPr>
          <a:xfrm>
            <a:off x="4772970" y="960219"/>
            <a:ext cx="2544977" cy="1737106"/>
          </a:xfrm>
          <a:prstGeom prst="rect">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lIns="108000" tIns="72000" rIns="108000" bIns="72000" rtlCol="0" anchor="t"/>
          <a:lstStyle/>
          <a:p>
            <a:pPr>
              <a:lnSpc>
                <a:spcPct val="120000"/>
              </a:lnSpc>
            </a:pPr>
            <a:r>
              <a:rPr kumimoji="1" lang="ja-JP" altLang="en-US" sz="1600" b="1" u="sng" dirty="0">
                <a:solidFill>
                  <a:schemeClr val="tx1"/>
                </a:solidFill>
              </a:rPr>
              <a:t>認証関連部署</a:t>
            </a:r>
            <a:endParaRPr kumimoji="1" lang="en-US" altLang="ja-JP" sz="1600" b="1" u="sng" dirty="0">
              <a:solidFill>
                <a:schemeClr val="tx1"/>
              </a:solidFill>
            </a:endParaRPr>
          </a:p>
          <a:p>
            <a:pPr marL="176213" indent="-176213">
              <a:lnSpc>
                <a:spcPct val="120000"/>
              </a:lnSpc>
              <a:buFont typeface="Arial" panose="020B0604020202020204" pitchFamily="34" charset="0"/>
              <a:buChar char="•"/>
            </a:pPr>
            <a:r>
              <a:rPr lang="en-US" altLang="ja-JP" sz="1400" dirty="0">
                <a:solidFill>
                  <a:schemeClr val="tx1"/>
                </a:solidFill>
              </a:rPr>
              <a:t>3DEE</a:t>
            </a:r>
            <a:r>
              <a:rPr lang="ja-JP" altLang="en-US" sz="1400" dirty="0">
                <a:solidFill>
                  <a:schemeClr val="tx2"/>
                </a:solidFill>
              </a:rPr>
              <a:t>（</a:t>
            </a:r>
            <a:r>
              <a:rPr lang="en-US" altLang="ja-JP" sz="1400" dirty="0">
                <a:solidFill>
                  <a:schemeClr val="tx2"/>
                </a:solidFill>
              </a:rPr>
              <a:t>EMC</a:t>
            </a:r>
            <a:r>
              <a:rPr lang="ja-JP" altLang="en-US" sz="1400" dirty="0">
                <a:solidFill>
                  <a:schemeClr val="tx2"/>
                </a:solidFill>
              </a:rPr>
              <a:t>）</a:t>
            </a:r>
            <a:endParaRPr lang="en-US" altLang="ja-JP" sz="1400" dirty="0">
              <a:solidFill>
                <a:schemeClr val="tx2"/>
              </a:solidFill>
            </a:endParaRPr>
          </a:p>
          <a:p>
            <a:pPr marL="176213" indent="-176213">
              <a:lnSpc>
                <a:spcPct val="120000"/>
              </a:lnSpc>
              <a:buFont typeface="Arial" panose="020B0604020202020204" pitchFamily="34" charset="0"/>
              <a:buChar char="•"/>
            </a:pPr>
            <a:r>
              <a:rPr lang="en-US" altLang="ja-JP" sz="1400" dirty="0">
                <a:solidFill>
                  <a:schemeClr val="tx1"/>
                </a:solidFill>
              </a:rPr>
              <a:t>OTA</a:t>
            </a:r>
            <a:r>
              <a:rPr lang="ja-JP" altLang="en-US" sz="1400" dirty="0">
                <a:solidFill>
                  <a:schemeClr val="tx1"/>
                </a:solidFill>
              </a:rPr>
              <a:t>推進室</a:t>
            </a:r>
            <a:r>
              <a:rPr lang="ja-JP" altLang="en-US" sz="1400" dirty="0">
                <a:solidFill>
                  <a:schemeClr val="tx2"/>
                </a:solidFill>
              </a:rPr>
              <a:t>（</a:t>
            </a:r>
            <a:r>
              <a:rPr lang="en-US" altLang="ja-JP" sz="1400" dirty="0">
                <a:solidFill>
                  <a:schemeClr val="tx2"/>
                </a:solidFill>
              </a:rPr>
              <a:t>SU</a:t>
            </a:r>
            <a:r>
              <a:rPr lang="ja-JP" altLang="en-US" sz="1400" dirty="0">
                <a:solidFill>
                  <a:schemeClr val="tx2"/>
                </a:solidFill>
              </a:rPr>
              <a:t>）</a:t>
            </a:r>
            <a:endParaRPr lang="en-US" altLang="ja-JP" sz="1400" dirty="0">
              <a:solidFill>
                <a:schemeClr val="tx2"/>
              </a:solidFill>
            </a:endParaRPr>
          </a:p>
          <a:p>
            <a:pPr marL="176213" indent="-176213">
              <a:lnSpc>
                <a:spcPct val="120000"/>
              </a:lnSpc>
              <a:buFont typeface="Arial" panose="020B0604020202020204" pitchFamily="34" charset="0"/>
              <a:buChar char="•"/>
            </a:pPr>
            <a:r>
              <a:rPr lang="en-US" altLang="ja-JP" sz="1400" dirty="0">
                <a:solidFill>
                  <a:schemeClr val="tx1"/>
                </a:solidFill>
              </a:rPr>
              <a:t>2DED</a:t>
            </a:r>
            <a:r>
              <a:rPr lang="ja-JP" altLang="en-US" sz="1400" dirty="0">
                <a:solidFill>
                  <a:schemeClr val="tx1"/>
                </a:solidFill>
              </a:rPr>
              <a:t>、</a:t>
            </a:r>
            <a:r>
              <a:rPr lang="en-US" altLang="ja-JP" sz="1400" dirty="0">
                <a:solidFill>
                  <a:schemeClr val="tx1"/>
                </a:solidFill>
              </a:rPr>
              <a:t>1DEE</a:t>
            </a:r>
            <a:r>
              <a:rPr lang="ja-JP" altLang="en-US" sz="1400" dirty="0">
                <a:solidFill>
                  <a:schemeClr val="tx2"/>
                </a:solidFill>
              </a:rPr>
              <a:t>（</a:t>
            </a:r>
            <a:r>
              <a:rPr lang="en-US" altLang="ja-JP" sz="1400" dirty="0">
                <a:solidFill>
                  <a:schemeClr val="tx2"/>
                </a:solidFill>
              </a:rPr>
              <a:t>CS</a:t>
            </a:r>
            <a:r>
              <a:rPr lang="ja-JP" altLang="en-US" sz="1400" dirty="0">
                <a:solidFill>
                  <a:schemeClr val="tx2"/>
                </a:solidFill>
              </a:rPr>
              <a:t>）</a:t>
            </a:r>
            <a:endParaRPr lang="en-US" altLang="ja-JP" sz="1400" dirty="0">
              <a:solidFill>
                <a:schemeClr val="tx2"/>
              </a:solidFill>
            </a:endParaRPr>
          </a:p>
          <a:p>
            <a:pPr marL="176213" indent="-176213">
              <a:lnSpc>
                <a:spcPct val="120000"/>
              </a:lnSpc>
              <a:buFont typeface="Arial" panose="020B0604020202020204" pitchFamily="34" charset="0"/>
              <a:buChar char="•"/>
            </a:pPr>
            <a:r>
              <a:rPr lang="ja-JP" altLang="en-US" sz="1400" dirty="0">
                <a:solidFill>
                  <a:schemeClr val="tx2"/>
                </a:solidFill>
              </a:rPr>
              <a:t>（法規認証</a:t>
            </a:r>
            <a:r>
              <a:rPr lang="en-US" altLang="ja-JP" sz="1400" dirty="0">
                <a:solidFill>
                  <a:schemeClr val="tx2"/>
                </a:solidFill>
              </a:rPr>
              <a:t>/</a:t>
            </a:r>
            <a:r>
              <a:rPr lang="ja-JP" altLang="en-US" sz="1400" dirty="0">
                <a:solidFill>
                  <a:schemeClr val="tx2"/>
                </a:solidFill>
              </a:rPr>
              <a:t>適合申請）</a:t>
            </a:r>
            <a:endParaRPr lang="en-US" altLang="ja-JP" sz="1400" dirty="0">
              <a:solidFill>
                <a:schemeClr val="tx2"/>
              </a:solidFill>
            </a:endParaRPr>
          </a:p>
          <a:p>
            <a:pPr marL="176213" indent="-176213">
              <a:lnSpc>
                <a:spcPct val="120000"/>
              </a:lnSpc>
              <a:buFont typeface="Arial" panose="020B0604020202020204" pitchFamily="34" charset="0"/>
              <a:buChar char="•"/>
            </a:pPr>
            <a:r>
              <a:rPr lang="en-US" altLang="ja-JP" sz="1400" dirty="0">
                <a:solidFill>
                  <a:schemeClr val="tx1"/>
                </a:solidFill>
              </a:rPr>
              <a:t>MVC</a:t>
            </a:r>
            <a:r>
              <a:rPr lang="ja-JP" altLang="en-US" sz="1400" dirty="0">
                <a:solidFill>
                  <a:schemeClr val="tx2"/>
                </a:solidFill>
              </a:rPr>
              <a:t>（</a:t>
            </a:r>
            <a:r>
              <a:rPr lang="en-US" altLang="ja-JP" sz="1400" dirty="0">
                <a:solidFill>
                  <a:schemeClr val="tx2"/>
                </a:solidFill>
              </a:rPr>
              <a:t>ADAS</a:t>
            </a:r>
            <a:r>
              <a:rPr lang="ja-JP" altLang="en-US" sz="1400" dirty="0">
                <a:solidFill>
                  <a:schemeClr val="tx2"/>
                </a:solidFill>
              </a:rPr>
              <a:t>）</a:t>
            </a:r>
            <a:endParaRPr lang="en-US" altLang="ja-JP" sz="1400" dirty="0">
              <a:solidFill>
                <a:schemeClr val="tx2"/>
              </a:solidFill>
            </a:endParaRPr>
          </a:p>
        </p:txBody>
      </p:sp>
      <p:cxnSp>
        <p:nvCxnSpPr>
          <p:cNvPr id="37" name="コネクタ: カギ線 36">
            <a:extLst>
              <a:ext uri="{FF2B5EF4-FFF2-40B4-BE49-F238E27FC236}">
                <a16:creationId xmlns:a16="http://schemas.microsoft.com/office/drawing/2014/main" id="{FB165ACE-7F9A-B8D0-CF21-C37F26828FA3}"/>
              </a:ext>
            </a:extLst>
          </p:cNvPr>
          <p:cNvCxnSpPr>
            <a:cxnSpLocks/>
            <a:stCxn id="34" idx="2"/>
            <a:endCxn id="17" idx="0"/>
          </p:cNvCxnSpPr>
          <p:nvPr/>
        </p:nvCxnSpPr>
        <p:spPr>
          <a:xfrm rot="16200000" flipH="1">
            <a:off x="4314516" y="1503760"/>
            <a:ext cx="538888" cy="2926013"/>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コネクタ: カギ線 37">
            <a:extLst>
              <a:ext uri="{FF2B5EF4-FFF2-40B4-BE49-F238E27FC236}">
                <a16:creationId xmlns:a16="http://schemas.microsoft.com/office/drawing/2014/main" id="{19F7A568-4F6F-D1CE-5455-1A636CF70268}"/>
              </a:ext>
            </a:extLst>
          </p:cNvPr>
          <p:cNvCxnSpPr>
            <a:cxnSpLocks/>
            <a:stCxn id="17" idx="0"/>
            <a:endCxn id="35" idx="2"/>
          </p:cNvCxnSpPr>
          <p:nvPr/>
        </p:nvCxnSpPr>
        <p:spPr>
          <a:xfrm rot="5400000" flipH="1" flipV="1">
            <a:off x="7239022" y="1505270"/>
            <a:ext cx="538887" cy="292299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9151D213-891B-943D-3459-8FA1E02A812B}"/>
              </a:ext>
            </a:extLst>
          </p:cNvPr>
          <p:cNvCxnSpPr>
            <a:cxnSpLocks/>
            <a:stCxn id="36" idx="2"/>
            <a:endCxn id="17" idx="0"/>
          </p:cNvCxnSpPr>
          <p:nvPr/>
        </p:nvCxnSpPr>
        <p:spPr>
          <a:xfrm>
            <a:off x="6045459" y="2697325"/>
            <a:ext cx="1508" cy="5388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F96C1BE0-5B7E-7B49-1CA7-8B0F0F47DC0D}"/>
              </a:ext>
            </a:extLst>
          </p:cNvPr>
          <p:cNvCxnSpPr>
            <a:cxnSpLocks/>
            <a:stCxn id="20" idx="1"/>
            <a:endCxn id="30" idx="3"/>
          </p:cNvCxnSpPr>
          <p:nvPr/>
        </p:nvCxnSpPr>
        <p:spPr>
          <a:xfrm rot="10800000">
            <a:off x="5855113" y="4556333"/>
            <a:ext cx="1154443" cy="56281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コネクタ: カギ線 50">
            <a:extLst>
              <a:ext uri="{FF2B5EF4-FFF2-40B4-BE49-F238E27FC236}">
                <a16:creationId xmlns:a16="http://schemas.microsoft.com/office/drawing/2014/main" id="{31D8DC12-D31C-628E-BDB2-37147B152ABE}"/>
              </a:ext>
            </a:extLst>
          </p:cNvPr>
          <p:cNvCxnSpPr>
            <a:cxnSpLocks/>
            <a:stCxn id="21" idx="1"/>
            <a:endCxn id="20" idx="3"/>
          </p:cNvCxnSpPr>
          <p:nvPr/>
        </p:nvCxnSpPr>
        <p:spPr>
          <a:xfrm rot="10800000" flipV="1">
            <a:off x="8022728" y="5087661"/>
            <a:ext cx="673534" cy="3148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EBF0EC2A-B78B-BD68-14A0-10E41CD535C0}"/>
              </a:ext>
            </a:extLst>
          </p:cNvPr>
          <p:cNvCxnSpPr>
            <a:cxnSpLocks/>
            <a:stCxn id="22" idx="1"/>
            <a:endCxn id="27" idx="3"/>
          </p:cNvCxnSpPr>
          <p:nvPr/>
        </p:nvCxnSpPr>
        <p:spPr>
          <a:xfrm rot="10800000">
            <a:off x="8022730" y="4183371"/>
            <a:ext cx="673533" cy="26594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コネクタ: カギ線 9">
            <a:extLst>
              <a:ext uri="{FF2B5EF4-FFF2-40B4-BE49-F238E27FC236}">
                <a16:creationId xmlns:a16="http://schemas.microsoft.com/office/drawing/2014/main" id="{706DA855-4E0A-E834-8689-E718D1D6CD37}"/>
              </a:ext>
            </a:extLst>
          </p:cNvPr>
          <p:cNvCxnSpPr>
            <a:cxnSpLocks/>
            <a:stCxn id="27" idx="1"/>
            <a:endCxn id="30" idx="3"/>
          </p:cNvCxnSpPr>
          <p:nvPr/>
        </p:nvCxnSpPr>
        <p:spPr>
          <a:xfrm rot="10800000" flipV="1">
            <a:off x="5855112" y="4183371"/>
            <a:ext cx="1154444" cy="37296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正方形/長方形 43">
            <a:extLst>
              <a:ext uri="{FF2B5EF4-FFF2-40B4-BE49-F238E27FC236}">
                <a16:creationId xmlns:a16="http://schemas.microsoft.com/office/drawing/2014/main" id="{303D50A5-23B2-F309-66C5-8336F9E9063C}"/>
              </a:ext>
            </a:extLst>
          </p:cNvPr>
          <p:cNvSpPr/>
          <p:nvPr/>
        </p:nvSpPr>
        <p:spPr>
          <a:xfrm>
            <a:off x="8696262" y="5369591"/>
            <a:ext cx="1013173" cy="3972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en-US" altLang="ja-JP" sz="1400" dirty="0"/>
              <a:t>NBX</a:t>
            </a:r>
            <a:endParaRPr kumimoji="1" lang="ja-JP" altLang="en-US" sz="1400" dirty="0"/>
          </a:p>
        </p:txBody>
      </p:sp>
      <p:cxnSp>
        <p:nvCxnSpPr>
          <p:cNvPr id="45" name="コネクタ: カギ線 44">
            <a:extLst>
              <a:ext uri="{FF2B5EF4-FFF2-40B4-BE49-F238E27FC236}">
                <a16:creationId xmlns:a16="http://schemas.microsoft.com/office/drawing/2014/main" id="{5B7E4787-19EB-548C-B631-AF1542AE3563}"/>
              </a:ext>
            </a:extLst>
          </p:cNvPr>
          <p:cNvCxnSpPr>
            <a:cxnSpLocks/>
            <a:stCxn id="44" idx="1"/>
            <a:endCxn id="20" idx="3"/>
          </p:cNvCxnSpPr>
          <p:nvPr/>
        </p:nvCxnSpPr>
        <p:spPr>
          <a:xfrm rot="10800000">
            <a:off x="8022728" y="5119150"/>
            <a:ext cx="673534" cy="44904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正方形/長方形 53">
            <a:extLst>
              <a:ext uri="{FF2B5EF4-FFF2-40B4-BE49-F238E27FC236}">
                <a16:creationId xmlns:a16="http://schemas.microsoft.com/office/drawing/2014/main" id="{0C7EFA1F-FD20-5D13-1648-DC52F7DD517D}"/>
              </a:ext>
            </a:extLst>
          </p:cNvPr>
          <p:cNvSpPr/>
          <p:nvPr/>
        </p:nvSpPr>
        <p:spPr>
          <a:xfrm>
            <a:off x="3447393" y="4357732"/>
            <a:ext cx="1013173" cy="3972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長屋</a:t>
            </a:r>
            <a:r>
              <a:rPr kumimoji="1" lang="en-US" altLang="ja-JP" sz="1400" dirty="0"/>
              <a:t>GM</a:t>
            </a:r>
            <a:endParaRPr kumimoji="1" lang="ja-JP" altLang="en-US" sz="1400" dirty="0"/>
          </a:p>
        </p:txBody>
      </p:sp>
      <p:sp>
        <p:nvSpPr>
          <p:cNvPr id="61" name="正方形/長方形 60">
            <a:extLst>
              <a:ext uri="{FF2B5EF4-FFF2-40B4-BE49-F238E27FC236}">
                <a16:creationId xmlns:a16="http://schemas.microsoft.com/office/drawing/2014/main" id="{88C7C615-96D6-A9B9-12D2-6A6822D1FB2B}"/>
              </a:ext>
            </a:extLst>
          </p:cNvPr>
          <p:cNvSpPr/>
          <p:nvPr/>
        </p:nvSpPr>
        <p:spPr>
          <a:xfrm>
            <a:off x="4841939" y="5369591"/>
            <a:ext cx="1013173" cy="3972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稲向</a:t>
            </a:r>
            <a:r>
              <a:rPr kumimoji="1" lang="en-US" altLang="ja-JP" sz="1400" dirty="0"/>
              <a:t>SN</a:t>
            </a:r>
            <a:endParaRPr kumimoji="1" lang="ja-JP" altLang="en-US" sz="1400" dirty="0"/>
          </a:p>
        </p:txBody>
      </p:sp>
      <p:sp>
        <p:nvSpPr>
          <p:cNvPr id="63" name="正方形/長方形 62">
            <a:extLst>
              <a:ext uri="{FF2B5EF4-FFF2-40B4-BE49-F238E27FC236}">
                <a16:creationId xmlns:a16="http://schemas.microsoft.com/office/drawing/2014/main" id="{A6723322-237C-1AF2-5030-BEEB178BCA3C}"/>
              </a:ext>
            </a:extLst>
          </p:cNvPr>
          <p:cNvSpPr/>
          <p:nvPr/>
        </p:nvSpPr>
        <p:spPr>
          <a:xfrm>
            <a:off x="3447393" y="5369591"/>
            <a:ext cx="1013173" cy="3972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108000" bIns="72000" rtlCol="0" anchor="ctr">
            <a:spAutoFit/>
          </a:bodyPr>
          <a:lstStyle/>
          <a:p>
            <a:pPr algn="ctr"/>
            <a:r>
              <a:rPr kumimoji="1" lang="ja-JP" altLang="en-US" sz="1400" dirty="0"/>
              <a:t>三嶋</a:t>
            </a:r>
            <a:r>
              <a:rPr kumimoji="1" lang="en-US" altLang="ja-JP" sz="1400" dirty="0"/>
              <a:t>GM</a:t>
            </a:r>
            <a:endParaRPr kumimoji="1" lang="ja-JP" altLang="en-US" sz="1400" dirty="0"/>
          </a:p>
        </p:txBody>
      </p:sp>
      <p:cxnSp>
        <p:nvCxnSpPr>
          <p:cNvPr id="65" name="直線コネクタ 64">
            <a:extLst>
              <a:ext uri="{FF2B5EF4-FFF2-40B4-BE49-F238E27FC236}">
                <a16:creationId xmlns:a16="http://schemas.microsoft.com/office/drawing/2014/main" id="{48822020-EBD5-3595-A632-56994E4BB632}"/>
              </a:ext>
            </a:extLst>
          </p:cNvPr>
          <p:cNvCxnSpPr>
            <a:cxnSpLocks/>
            <a:stCxn id="63" idx="3"/>
            <a:endCxn id="61" idx="1"/>
          </p:cNvCxnSpPr>
          <p:nvPr/>
        </p:nvCxnSpPr>
        <p:spPr>
          <a:xfrm>
            <a:off x="4460566" y="5568192"/>
            <a:ext cx="3813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E7DA4BAF-9187-C8E1-3863-91FC0B5C5085}"/>
              </a:ext>
            </a:extLst>
          </p:cNvPr>
          <p:cNvCxnSpPr>
            <a:cxnSpLocks/>
            <a:stCxn id="30" idx="2"/>
            <a:endCxn id="61" idx="0"/>
          </p:cNvCxnSpPr>
          <p:nvPr/>
        </p:nvCxnSpPr>
        <p:spPr>
          <a:xfrm>
            <a:off x="5348526" y="4754933"/>
            <a:ext cx="0" cy="6146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787FBDC7-CA7C-5FC7-D10B-C258DD37731A}"/>
              </a:ext>
            </a:extLst>
          </p:cNvPr>
          <p:cNvSpPr txBox="1"/>
          <p:nvPr/>
        </p:nvSpPr>
        <p:spPr>
          <a:xfrm>
            <a:off x="1925749" y="5398914"/>
            <a:ext cx="1412566" cy="338554"/>
          </a:xfrm>
          <a:prstGeom prst="rect">
            <a:avLst/>
          </a:prstGeom>
          <a:noFill/>
        </p:spPr>
        <p:txBody>
          <a:bodyPr wrap="none" rtlCol="0">
            <a:spAutoFit/>
          </a:bodyPr>
          <a:lstStyle/>
          <a:p>
            <a:r>
              <a:rPr kumimoji="1" lang="en-US" altLang="ja-JP" sz="1600" dirty="0"/>
              <a:t>1G: TPS</a:t>
            </a:r>
            <a:r>
              <a:rPr kumimoji="1" lang="ja-JP" altLang="en-US" sz="1600" dirty="0"/>
              <a:t>推進</a:t>
            </a:r>
          </a:p>
        </p:txBody>
      </p:sp>
      <p:sp>
        <p:nvSpPr>
          <p:cNvPr id="81" name="テキスト ボックス 80">
            <a:extLst>
              <a:ext uri="{FF2B5EF4-FFF2-40B4-BE49-F238E27FC236}">
                <a16:creationId xmlns:a16="http://schemas.microsoft.com/office/drawing/2014/main" id="{7B2B2CA1-4A4C-C950-FD84-3D83AA3A855D}"/>
              </a:ext>
            </a:extLst>
          </p:cNvPr>
          <p:cNvSpPr txBox="1"/>
          <p:nvPr/>
        </p:nvSpPr>
        <p:spPr>
          <a:xfrm>
            <a:off x="1925749" y="4387055"/>
            <a:ext cx="1441420" cy="338554"/>
          </a:xfrm>
          <a:prstGeom prst="rect">
            <a:avLst/>
          </a:prstGeom>
          <a:noFill/>
        </p:spPr>
        <p:txBody>
          <a:bodyPr wrap="none" rtlCol="0">
            <a:spAutoFit/>
          </a:bodyPr>
          <a:lstStyle/>
          <a:p>
            <a:r>
              <a:rPr kumimoji="1" lang="en-US" altLang="ja-JP" sz="1600" dirty="0"/>
              <a:t>2G: </a:t>
            </a:r>
            <a:r>
              <a:rPr kumimoji="1" lang="ja-JP" altLang="en-US" sz="1600" dirty="0"/>
              <a:t>しくみ化</a:t>
            </a:r>
          </a:p>
        </p:txBody>
      </p:sp>
      <p:sp>
        <p:nvSpPr>
          <p:cNvPr id="62" name="吹き出し: 角を丸めた四角形 61">
            <a:extLst>
              <a:ext uri="{FF2B5EF4-FFF2-40B4-BE49-F238E27FC236}">
                <a16:creationId xmlns:a16="http://schemas.microsoft.com/office/drawing/2014/main" id="{CA417828-390E-0A8E-E485-67C0A5A142AC}"/>
              </a:ext>
            </a:extLst>
          </p:cNvPr>
          <p:cNvSpPr/>
          <p:nvPr/>
        </p:nvSpPr>
        <p:spPr>
          <a:xfrm>
            <a:off x="6393523" y="5523080"/>
            <a:ext cx="2108405" cy="662309"/>
          </a:xfrm>
          <a:prstGeom prst="wedgeRoundRectCallout">
            <a:avLst>
              <a:gd name="adj1" fmla="val 12277"/>
              <a:gd name="adj2" fmla="val -85344"/>
              <a:gd name="adj3" fmla="val 16667"/>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lnSpc>
                <a:spcPct val="120000"/>
              </a:lnSpc>
            </a:pPr>
            <a:r>
              <a:rPr kumimoji="1" lang="en-US" altLang="ja-JP" sz="1400" dirty="0">
                <a:solidFill>
                  <a:schemeClr val="bg1"/>
                </a:solidFill>
              </a:rPr>
              <a:t>1Q</a:t>
            </a:r>
            <a:r>
              <a:rPr kumimoji="1" lang="ja-JP" altLang="en-US" sz="1400" dirty="0">
                <a:solidFill>
                  <a:schemeClr val="bg1"/>
                </a:solidFill>
              </a:rPr>
              <a:t>は山崎さんにて推進</a:t>
            </a:r>
            <a:br>
              <a:rPr kumimoji="1" lang="en-US" altLang="ja-JP" sz="1400" dirty="0">
                <a:solidFill>
                  <a:schemeClr val="bg1"/>
                </a:solidFill>
              </a:rPr>
            </a:br>
            <a:r>
              <a:rPr kumimoji="1" lang="en-US" altLang="ja-JP" sz="1400" dirty="0">
                <a:solidFill>
                  <a:schemeClr val="bg1"/>
                </a:solidFill>
              </a:rPr>
              <a:t>2Q</a:t>
            </a:r>
            <a:r>
              <a:rPr kumimoji="1" lang="ja-JP" altLang="en-US" sz="1400" dirty="0">
                <a:solidFill>
                  <a:schemeClr val="bg1"/>
                </a:solidFill>
              </a:rPr>
              <a:t>から横山が巻取り中</a:t>
            </a:r>
          </a:p>
        </p:txBody>
      </p:sp>
    </p:spTree>
    <p:extLst>
      <p:ext uri="{BB962C8B-B14F-4D97-AF65-F5344CB8AC3E}">
        <p14:creationId xmlns:p14="http://schemas.microsoft.com/office/powerpoint/2010/main" val="34075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D7C45E-A74D-B87F-0ADE-269409845A85}"/>
              </a:ext>
            </a:extLst>
          </p:cNvPr>
          <p:cNvSpPr>
            <a:spLocks noGrp="1"/>
          </p:cNvSpPr>
          <p:nvPr>
            <p:ph type="title"/>
          </p:nvPr>
        </p:nvSpPr>
        <p:spPr/>
        <p:txBody>
          <a:bodyPr/>
          <a:lstStyle/>
          <a:p>
            <a:r>
              <a:rPr kumimoji="1" lang="en-US" altLang="ja-JP" dirty="0"/>
              <a:t>1Q</a:t>
            </a:r>
            <a:r>
              <a:rPr kumimoji="1" lang="ja-JP" altLang="en-US" dirty="0"/>
              <a:t>までの活動状況</a:t>
            </a:r>
          </a:p>
        </p:txBody>
      </p:sp>
      <p:sp>
        <p:nvSpPr>
          <p:cNvPr id="3" name="テキスト ボックス 2">
            <a:extLst>
              <a:ext uri="{FF2B5EF4-FFF2-40B4-BE49-F238E27FC236}">
                <a16:creationId xmlns:a16="http://schemas.microsoft.com/office/drawing/2014/main" id="{43E0208D-9AC6-82B8-5504-BC011D520AE9}"/>
              </a:ext>
            </a:extLst>
          </p:cNvPr>
          <p:cNvSpPr txBox="1"/>
          <p:nvPr/>
        </p:nvSpPr>
        <p:spPr>
          <a:xfrm>
            <a:off x="450896" y="959669"/>
            <a:ext cx="11290207" cy="1561966"/>
          </a:xfrm>
          <a:prstGeom prst="rect">
            <a:avLst/>
          </a:prstGeom>
          <a:noFill/>
        </p:spPr>
        <p:txBody>
          <a:bodyPr wrap="none" rtlCol="0">
            <a:spAutoFit/>
          </a:bodyPr>
          <a:lstStyle/>
          <a:p>
            <a:pPr marL="285750" indent="-285750">
              <a:lnSpc>
                <a:spcPct val="120000"/>
              </a:lnSpc>
              <a:spcBef>
                <a:spcPts val="600"/>
              </a:spcBef>
              <a:buFont typeface="Arial" panose="020B0604020202020204" pitchFamily="34" charset="0"/>
              <a:buChar char="•"/>
            </a:pPr>
            <a:r>
              <a:rPr lang="ja-JP" altLang="en-US" dirty="0"/>
              <a:t>「</a:t>
            </a:r>
            <a:r>
              <a:rPr lang="en-US" altLang="ja-JP" b="1" dirty="0"/>
              <a:t>ADAS</a:t>
            </a:r>
            <a:r>
              <a:rPr lang="ja-JP" altLang="en-US" b="1" dirty="0"/>
              <a:t>仕様組合せ</a:t>
            </a:r>
            <a:r>
              <a:rPr lang="en-US" altLang="ja-JP" b="1" dirty="0"/>
              <a:t>/</a:t>
            </a:r>
            <a:r>
              <a:rPr lang="ja-JP" altLang="en-US" b="1" dirty="0"/>
              <a:t>国別法規確認</a:t>
            </a:r>
            <a:r>
              <a:rPr lang="ja-JP" altLang="en-US" dirty="0"/>
              <a:t>」の業務理解と</a:t>
            </a:r>
            <a:r>
              <a:rPr lang="en-US" altLang="ja-JP" dirty="0"/>
              <a:t>PoC</a:t>
            </a:r>
            <a:r>
              <a:rPr lang="ja-JP" altLang="en-US" dirty="0"/>
              <a:t>開発に向けた新業務フロー検討を実施。</a:t>
            </a:r>
            <a:endParaRPr lang="en-US" altLang="ja-JP" dirty="0"/>
          </a:p>
          <a:p>
            <a:pPr marL="285750" indent="-285750">
              <a:lnSpc>
                <a:spcPct val="120000"/>
              </a:lnSpc>
              <a:spcBef>
                <a:spcPts val="600"/>
              </a:spcBef>
              <a:buFont typeface="Arial" panose="020B0604020202020204" pitchFamily="34" charset="0"/>
              <a:buChar char="•"/>
            </a:pPr>
            <a:r>
              <a:rPr lang="ja-JP" altLang="en-US" dirty="0"/>
              <a:t>実際に動く物（</a:t>
            </a:r>
            <a:r>
              <a:rPr lang="en-US" altLang="ja-JP" dirty="0" err="1"/>
              <a:t>OutSystems</a:t>
            </a:r>
            <a:r>
              <a:rPr lang="ja-JP" altLang="en-US" dirty="0"/>
              <a:t>を使ったツール画面遷移）で設計者と、新業務フローの確認まで実施済み。</a:t>
            </a:r>
            <a:endParaRPr lang="en-US" altLang="ja-JP" dirty="0"/>
          </a:p>
          <a:p>
            <a:pPr marL="285750" indent="-285750">
              <a:lnSpc>
                <a:spcPct val="120000"/>
              </a:lnSpc>
              <a:spcBef>
                <a:spcPts val="600"/>
              </a:spcBef>
              <a:buFont typeface="Arial" panose="020B0604020202020204" pitchFamily="34" charset="0"/>
              <a:buChar char="•"/>
            </a:pPr>
            <a:r>
              <a:rPr kumimoji="1" lang="en-US" altLang="ja-JP" dirty="0"/>
              <a:t>2Q</a:t>
            </a:r>
            <a:r>
              <a:rPr kumimoji="1" lang="ja-JP" altLang="en-US" dirty="0"/>
              <a:t>は、</a:t>
            </a:r>
            <a:r>
              <a:rPr kumimoji="1" lang="en-US" altLang="ja-JP" dirty="0"/>
              <a:t>PoC</a:t>
            </a:r>
            <a:r>
              <a:rPr kumimoji="1" lang="ja-JP" altLang="en-US" dirty="0"/>
              <a:t>開発と実業務での効果確認を実施する。</a:t>
            </a:r>
            <a:br>
              <a:rPr kumimoji="1" lang="en-US" altLang="ja-JP" dirty="0"/>
            </a:br>
            <a:r>
              <a:rPr kumimoji="1" lang="ja-JP" altLang="en-US" dirty="0"/>
              <a:t>また、他認証（</a:t>
            </a:r>
            <a:r>
              <a:rPr kumimoji="1" lang="en-US" altLang="ja-JP" dirty="0"/>
              <a:t>SU</a:t>
            </a:r>
            <a:r>
              <a:rPr kumimoji="1" lang="ja-JP" altLang="en-US" dirty="0"/>
              <a:t>認証、法規認証</a:t>
            </a:r>
            <a:r>
              <a:rPr kumimoji="1" lang="en-US" altLang="ja-JP" dirty="0"/>
              <a:t>/</a:t>
            </a:r>
            <a:r>
              <a:rPr kumimoji="1" lang="ja-JP" altLang="en-US" dirty="0"/>
              <a:t>適合申請）</a:t>
            </a:r>
            <a:r>
              <a:rPr lang="ja-JP" altLang="en-US" dirty="0"/>
              <a:t>の活動にも着手。</a:t>
            </a:r>
            <a:endParaRPr kumimoji="1" lang="en-US" altLang="ja-JP" dirty="0"/>
          </a:p>
        </p:txBody>
      </p:sp>
      <p:pic>
        <p:nvPicPr>
          <p:cNvPr id="4" name="図 3">
            <a:extLst>
              <a:ext uri="{FF2B5EF4-FFF2-40B4-BE49-F238E27FC236}">
                <a16:creationId xmlns:a16="http://schemas.microsoft.com/office/drawing/2014/main" id="{68D45D48-D46D-CBEE-2D4D-21ADD07D5154}"/>
              </a:ext>
            </a:extLst>
          </p:cNvPr>
          <p:cNvPicPr>
            <a:picLocks noChangeAspect="1"/>
          </p:cNvPicPr>
          <p:nvPr/>
        </p:nvPicPr>
        <p:blipFill>
          <a:blip r:embed="rId2"/>
          <a:stretch>
            <a:fillRect/>
          </a:stretch>
        </p:blipFill>
        <p:spPr>
          <a:xfrm>
            <a:off x="537660" y="3008494"/>
            <a:ext cx="4840766" cy="3261677"/>
          </a:xfrm>
          <a:prstGeom prst="rect">
            <a:avLst/>
          </a:prstGeom>
        </p:spPr>
      </p:pic>
      <p:sp>
        <p:nvSpPr>
          <p:cNvPr id="5" name="テキスト ボックス 4">
            <a:extLst>
              <a:ext uri="{FF2B5EF4-FFF2-40B4-BE49-F238E27FC236}">
                <a16:creationId xmlns:a16="http://schemas.microsoft.com/office/drawing/2014/main" id="{AF7B44C4-75EA-0CCB-D9FF-9B500C23CF72}"/>
              </a:ext>
            </a:extLst>
          </p:cNvPr>
          <p:cNvSpPr txBox="1"/>
          <p:nvPr/>
        </p:nvSpPr>
        <p:spPr>
          <a:xfrm>
            <a:off x="2074186" y="2598247"/>
            <a:ext cx="1593706" cy="307777"/>
          </a:xfrm>
          <a:prstGeom prst="rect">
            <a:avLst/>
          </a:prstGeom>
          <a:noFill/>
        </p:spPr>
        <p:txBody>
          <a:bodyPr wrap="none" rtlCol="0">
            <a:spAutoFit/>
          </a:bodyPr>
          <a:lstStyle/>
          <a:p>
            <a:r>
              <a:rPr kumimoji="1" lang="ja-JP" altLang="en-US" sz="1400" b="1" dirty="0"/>
              <a:t>物情（目指す姿）</a:t>
            </a:r>
          </a:p>
        </p:txBody>
      </p:sp>
      <p:sp>
        <p:nvSpPr>
          <p:cNvPr id="6" name="矢印: 五方向 5">
            <a:extLst>
              <a:ext uri="{FF2B5EF4-FFF2-40B4-BE49-F238E27FC236}">
                <a16:creationId xmlns:a16="http://schemas.microsoft.com/office/drawing/2014/main" id="{5EAA4081-8827-E284-2DE3-F787FFBD33D1}"/>
              </a:ext>
            </a:extLst>
          </p:cNvPr>
          <p:cNvSpPr/>
          <p:nvPr/>
        </p:nvSpPr>
        <p:spPr>
          <a:xfrm>
            <a:off x="5655509" y="3342651"/>
            <a:ext cx="592510" cy="2659732"/>
          </a:xfrm>
          <a:prstGeom prst="homePlate">
            <a:avLst>
              <a:gd name="adj" fmla="val 26135"/>
            </a:avLst>
          </a:prstGeom>
          <a:solidFill>
            <a:schemeClr val="accent1"/>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600" dirty="0">
                <a:solidFill>
                  <a:schemeClr val="bg1"/>
                </a:solidFill>
              </a:rPr>
              <a:t>新業務フロー＆モック</a:t>
            </a:r>
            <a:endParaRPr kumimoji="1" lang="ja-JP" altLang="en-US" sz="1600" dirty="0">
              <a:solidFill>
                <a:schemeClr val="bg1"/>
              </a:solidFill>
            </a:endParaRPr>
          </a:p>
        </p:txBody>
      </p:sp>
      <p:pic>
        <p:nvPicPr>
          <p:cNvPr id="7" name="図 6">
            <a:extLst>
              <a:ext uri="{FF2B5EF4-FFF2-40B4-BE49-F238E27FC236}">
                <a16:creationId xmlns:a16="http://schemas.microsoft.com/office/drawing/2014/main" id="{9F630C4D-B696-34E2-83CA-E95D6880F4F2}"/>
              </a:ext>
            </a:extLst>
          </p:cNvPr>
          <p:cNvPicPr>
            <a:picLocks noChangeAspect="1"/>
          </p:cNvPicPr>
          <p:nvPr/>
        </p:nvPicPr>
        <p:blipFill>
          <a:blip r:embed="rId3"/>
          <a:stretch>
            <a:fillRect/>
          </a:stretch>
        </p:blipFill>
        <p:spPr>
          <a:xfrm>
            <a:off x="6523019" y="2906025"/>
            <a:ext cx="5103073" cy="1838607"/>
          </a:xfrm>
          <a:prstGeom prst="rect">
            <a:avLst/>
          </a:prstGeom>
        </p:spPr>
      </p:pic>
      <p:sp>
        <p:nvSpPr>
          <p:cNvPr id="8" name="テキスト ボックス 7">
            <a:extLst>
              <a:ext uri="{FF2B5EF4-FFF2-40B4-BE49-F238E27FC236}">
                <a16:creationId xmlns:a16="http://schemas.microsoft.com/office/drawing/2014/main" id="{DE18FB8E-C094-7A4A-5529-0268803511AC}"/>
              </a:ext>
            </a:extLst>
          </p:cNvPr>
          <p:cNvSpPr txBox="1"/>
          <p:nvPr/>
        </p:nvSpPr>
        <p:spPr>
          <a:xfrm>
            <a:off x="7886113" y="2598248"/>
            <a:ext cx="2231701" cy="307777"/>
          </a:xfrm>
          <a:prstGeom prst="rect">
            <a:avLst/>
          </a:prstGeom>
          <a:noFill/>
        </p:spPr>
        <p:txBody>
          <a:bodyPr wrap="none" rtlCol="0">
            <a:spAutoFit/>
          </a:bodyPr>
          <a:lstStyle/>
          <a:p>
            <a:r>
              <a:rPr kumimoji="1" lang="ja-JP" altLang="en-US" sz="1400" b="1" dirty="0"/>
              <a:t>新業務フロー（画面遷移）</a:t>
            </a:r>
          </a:p>
        </p:txBody>
      </p:sp>
      <p:pic>
        <p:nvPicPr>
          <p:cNvPr id="9" name="図 8">
            <a:extLst>
              <a:ext uri="{FF2B5EF4-FFF2-40B4-BE49-F238E27FC236}">
                <a16:creationId xmlns:a16="http://schemas.microsoft.com/office/drawing/2014/main" id="{7F34ED75-0754-8E00-BB1F-1E55427590E2}"/>
              </a:ext>
            </a:extLst>
          </p:cNvPr>
          <p:cNvPicPr>
            <a:picLocks noChangeAspect="1"/>
          </p:cNvPicPr>
          <p:nvPr/>
        </p:nvPicPr>
        <p:blipFill rotWithShape="1">
          <a:blip r:embed="rId4"/>
          <a:srcRect t="4007"/>
          <a:stretch/>
        </p:blipFill>
        <p:spPr>
          <a:xfrm>
            <a:off x="6566517" y="5043238"/>
            <a:ext cx="2121152" cy="1435441"/>
          </a:xfrm>
          <a:prstGeom prst="rect">
            <a:avLst/>
          </a:prstGeom>
        </p:spPr>
      </p:pic>
      <p:pic>
        <p:nvPicPr>
          <p:cNvPr id="10" name="図 9">
            <a:extLst>
              <a:ext uri="{FF2B5EF4-FFF2-40B4-BE49-F238E27FC236}">
                <a16:creationId xmlns:a16="http://schemas.microsoft.com/office/drawing/2014/main" id="{AC7A6BE9-A03D-2E6A-E2AB-D0AE25A99E5D}"/>
              </a:ext>
            </a:extLst>
          </p:cNvPr>
          <p:cNvPicPr>
            <a:picLocks noChangeAspect="1"/>
          </p:cNvPicPr>
          <p:nvPr/>
        </p:nvPicPr>
        <p:blipFill rotWithShape="1">
          <a:blip r:embed="rId5"/>
          <a:srcRect t="4356"/>
          <a:stretch/>
        </p:blipFill>
        <p:spPr>
          <a:xfrm>
            <a:off x="8053606" y="5205133"/>
            <a:ext cx="2128893" cy="1435441"/>
          </a:xfrm>
          <a:prstGeom prst="rect">
            <a:avLst/>
          </a:prstGeom>
        </p:spPr>
      </p:pic>
      <p:pic>
        <p:nvPicPr>
          <p:cNvPr id="11" name="図 10">
            <a:extLst>
              <a:ext uri="{FF2B5EF4-FFF2-40B4-BE49-F238E27FC236}">
                <a16:creationId xmlns:a16="http://schemas.microsoft.com/office/drawing/2014/main" id="{6E6B4771-5295-D356-ECBB-8BC166CCE7BF}"/>
              </a:ext>
            </a:extLst>
          </p:cNvPr>
          <p:cNvPicPr>
            <a:picLocks noChangeAspect="1"/>
          </p:cNvPicPr>
          <p:nvPr/>
        </p:nvPicPr>
        <p:blipFill rotWithShape="1">
          <a:blip r:embed="rId6"/>
          <a:srcRect t="3715"/>
          <a:stretch/>
        </p:blipFill>
        <p:spPr>
          <a:xfrm>
            <a:off x="9557262" y="5300240"/>
            <a:ext cx="2068830" cy="1404286"/>
          </a:xfrm>
          <a:prstGeom prst="rect">
            <a:avLst/>
          </a:prstGeom>
        </p:spPr>
      </p:pic>
      <p:sp>
        <p:nvSpPr>
          <p:cNvPr id="12" name="四角形: 角を丸くする 11">
            <a:extLst>
              <a:ext uri="{FF2B5EF4-FFF2-40B4-BE49-F238E27FC236}">
                <a16:creationId xmlns:a16="http://schemas.microsoft.com/office/drawing/2014/main" id="{A7EA666F-A287-B272-8089-DD2865193B8E}"/>
              </a:ext>
            </a:extLst>
          </p:cNvPr>
          <p:cNvSpPr/>
          <p:nvPr/>
        </p:nvSpPr>
        <p:spPr>
          <a:xfrm>
            <a:off x="7445962" y="6153004"/>
            <a:ext cx="3624810" cy="473479"/>
          </a:xfrm>
          <a:prstGeom prst="roundRect">
            <a:avLst/>
          </a:prstGeom>
          <a:solidFill>
            <a:schemeClr val="accent1"/>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en-US" altLang="ja-JP" sz="1600" b="1" dirty="0">
                <a:solidFill>
                  <a:schemeClr val="bg1"/>
                </a:solidFill>
              </a:rPr>
              <a:t>2Q</a:t>
            </a:r>
            <a:r>
              <a:rPr kumimoji="1" lang="ja-JP" altLang="en-US" sz="1600" b="1" dirty="0">
                <a:solidFill>
                  <a:schemeClr val="bg1"/>
                </a:solidFill>
              </a:rPr>
              <a:t>：</a:t>
            </a:r>
            <a:r>
              <a:rPr kumimoji="1" lang="en-US" altLang="ja-JP" sz="1600" b="1" dirty="0">
                <a:solidFill>
                  <a:schemeClr val="bg1"/>
                </a:solidFill>
              </a:rPr>
              <a:t>PoC</a:t>
            </a:r>
            <a:r>
              <a:rPr kumimoji="1" lang="ja-JP" altLang="en-US" sz="1600" b="1" dirty="0">
                <a:solidFill>
                  <a:schemeClr val="bg1"/>
                </a:solidFill>
              </a:rPr>
              <a:t>開発と実業務での効果確認</a:t>
            </a:r>
          </a:p>
        </p:txBody>
      </p:sp>
      <p:sp>
        <p:nvSpPr>
          <p:cNvPr id="13" name="テキスト ボックス 12">
            <a:extLst>
              <a:ext uri="{FF2B5EF4-FFF2-40B4-BE49-F238E27FC236}">
                <a16:creationId xmlns:a16="http://schemas.microsoft.com/office/drawing/2014/main" id="{625818B1-64D3-406B-CEC8-9E58B5020545}"/>
              </a:ext>
            </a:extLst>
          </p:cNvPr>
          <p:cNvSpPr txBox="1"/>
          <p:nvPr/>
        </p:nvSpPr>
        <p:spPr>
          <a:xfrm>
            <a:off x="8128166" y="4748053"/>
            <a:ext cx="1747594" cy="307777"/>
          </a:xfrm>
          <a:prstGeom prst="rect">
            <a:avLst/>
          </a:prstGeom>
          <a:noFill/>
        </p:spPr>
        <p:txBody>
          <a:bodyPr wrap="none" rtlCol="0">
            <a:spAutoFit/>
          </a:bodyPr>
          <a:lstStyle/>
          <a:p>
            <a:r>
              <a:rPr kumimoji="1" lang="ja-JP" altLang="en-US" sz="1400" b="1" dirty="0"/>
              <a:t>モックによる画面確認</a:t>
            </a:r>
          </a:p>
        </p:txBody>
      </p:sp>
    </p:spTree>
    <p:extLst>
      <p:ext uri="{BB962C8B-B14F-4D97-AF65-F5344CB8AC3E}">
        <p14:creationId xmlns:p14="http://schemas.microsoft.com/office/powerpoint/2010/main" val="2643902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円柱 32">
            <a:extLst>
              <a:ext uri="{FF2B5EF4-FFF2-40B4-BE49-F238E27FC236}">
                <a16:creationId xmlns:a16="http://schemas.microsoft.com/office/drawing/2014/main" id="{3103BF45-4013-0FE1-9168-9766EA489658}"/>
              </a:ext>
            </a:extLst>
          </p:cNvPr>
          <p:cNvSpPr/>
          <p:nvPr/>
        </p:nvSpPr>
        <p:spPr>
          <a:xfrm>
            <a:off x="10713373" y="3381417"/>
            <a:ext cx="1288069" cy="455558"/>
          </a:xfrm>
          <a:prstGeom prst="can">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申請書類</a:t>
            </a:r>
          </a:p>
        </p:txBody>
      </p:sp>
      <p:sp>
        <p:nvSpPr>
          <p:cNvPr id="26" name="円柱 25">
            <a:extLst>
              <a:ext uri="{FF2B5EF4-FFF2-40B4-BE49-F238E27FC236}">
                <a16:creationId xmlns:a16="http://schemas.microsoft.com/office/drawing/2014/main" id="{10C2B363-FEE4-356D-ECE3-34AB27DD1C2D}"/>
              </a:ext>
            </a:extLst>
          </p:cNvPr>
          <p:cNvSpPr/>
          <p:nvPr/>
        </p:nvSpPr>
        <p:spPr>
          <a:xfrm>
            <a:off x="5089871" y="2590631"/>
            <a:ext cx="1288069" cy="455558"/>
          </a:xfrm>
          <a:prstGeom prst="can">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車両仕様</a:t>
            </a:r>
            <a:r>
              <a:rPr kumimoji="1" lang="en-US" altLang="ja-JP" sz="1100" b="1" dirty="0">
                <a:solidFill>
                  <a:schemeClr val="tx1"/>
                </a:solidFill>
              </a:rPr>
              <a:t>/</a:t>
            </a:r>
            <a:r>
              <a:rPr kumimoji="1" lang="ja-JP" altLang="en-US" sz="1100" b="1" dirty="0">
                <a:solidFill>
                  <a:schemeClr val="tx1"/>
                </a:solidFill>
              </a:rPr>
              <a:t>導入国</a:t>
            </a:r>
          </a:p>
        </p:txBody>
      </p:sp>
      <p:sp>
        <p:nvSpPr>
          <p:cNvPr id="27" name="円柱 26">
            <a:extLst>
              <a:ext uri="{FF2B5EF4-FFF2-40B4-BE49-F238E27FC236}">
                <a16:creationId xmlns:a16="http://schemas.microsoft.com/office/drawing/2014/main" id="{BC66ADD5-BF83-CEED-4C03-395BF6DF8983}"/>
              </a:ext>
            </a:extLst>
          </p:cNvPr>
          <p:cNvSpPr/>
          <p:nvPr/>
        </p:nvSpPr>
        <p:spPr>
          <a:xfrm>
            <a:off x="5085511" y="4226998"/>
            <a:ext cx="1288069" cy="455558"/>
          </a:xfrm>
          <a:prstGeom prst="can">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a:t>
            </a:r>
          </a:p>
        </p:txBody>
      </p:sp>
      <p:sp>
        <p:nvSpPr>
          <p:cNvPr id="28" name="円柱 27">
            <a:extLst>
              <a:ext uri="{FF2B5EF4-FFF2-40B4-BE49-F238E27FC236}">
                <a16:creationId xmlns:a16="http://schemas.microsoft.com/office/drawing/2014/main" id="{F32F6611-933B-C79B-6F26-FBAA0F4CC1DE}"/>
              </a:ext>
            </a:extLst>
          </p:cNvPr>
          <p:cNvSpPr/>
          <p:nvPr/>
        </p:nvSpPr>
        <p:spPr>
          <a:xfrm>
            <a:off x="5089871" y="3136087"/>
            <a:ext cx="1288069" cy="455558"/>
          </a:xfrm>
          <a:prstGeom prst="can">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部品表</a:t>
            </a:r>
          </a:p>
        </p:txBody>
      </p:sp>
      <p:sp>
        <p:nvSpPr>
          <p:cNvPr id="29" name="円柱 28">
            <a:extLst>
              <a:ext uri="{FF2B5EF4-FFF2-40B4-BE49-F238E27FC236}">
                <a16:creationId xmlns:a16="http://schemas.microsoft.com/office/drawing/2014/main" id="{2F8DCD6C-5BA7-A057-E4FF-7261F13863CF}"/>
              </a:ext>
            </a:extLst>
          </p:cNvPr>
          <p:cNvSpPr/>
          <p:nvPr/>
        </p:nvSpPr>
        <p:spPr>
          <a:xfrm>
            <a:off x="5089871" y="3681543"/>
            <a:ext cx="1288069" cy="455558"/>
          </a:xfrm>
          <a:prstGeom prst="can">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rPr>
              <a:t>AISAC</a:t>
            </a:r>
            <a:endParaRPr kumimoji="1" lang="ja-JP" altLang="en-US" sz="1100" b="1" dirty="0">
              <a:solidFill>
                <a:schemeClr val="tx1"/>
              </a:solidFill>
            </a:endParaRPr>
          </a:p>
        </p:txBody>
      </p:sp>
      <p:sp>
        <p:nvSpPr>
          <p:cNvPr id="32" name="円柱 31">
            <a:extLst>
              <a:ext uri="{FF2B5EF4-FFF2-40B4-BE49-F238E27FC236}">
                <a16:creationId xmlns:a16="http://schemas.microsoft.com/office/drawing/2014/main" id="{796E5E18-DC9B-0531-A35F-7CFCDAAA5A4C}"/>
              </a:ext>
            </a:extLst>
          </p:cNvPr>
          <p:cNvSpPr/>
          <p:nvPr/>
        </p:nvSpPr>
        <p:spPr>
          <a:xfrm>
            <a:off x="10713373" y="2712642"/>
            <a:ext cx="1288069" cy="455558"/>
          </a:xfrm>
          <a:prstGeom prst="can">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rPr>
              <a:t>G-CIS</a:t>
            </a:r>
            <a:endParaRPr kumimoji="1" lang="ja-JP" altLang="en-US" sz="1100" b="1" dirty="0">
              <a:solidFill>
                <a:schemeClr val="tx1"/>
              </a:solidFill>
            </a:endParaRPr>
          </a:p>
        </p:txBody>
      </p:sp>
      <p:sp>
        <p:nvSpPr>
          <p:cNvPr id="34" name="円柱 33">
            <a:extLst>
              <a:ext uri="{FF2B5EF4-FFF2-40B4-BE49-F238E27FC236}">
                <a16:creationId xmlns:a16="http://schemas.microsoft.com/office/drawing/2014/main" id="{92BE8CB0-1E0C-0E69-FF1D-FD686FF5BD6D}"/>
              </a:ext>
            </a:extLst>
          </p:cNvPr>
          <p:cNvSpPr/>
          <p:nvPr/>
        </p:nvSpPr>
        <p:spPr>
          <a:xfrm>
            <a:off x="10713373" y="4050192"/>
            <a:ext cx="1288069" cy="455558"/>
          </a:xfrm>
          <a:prstGeom prst="can">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その他</a:t>
            </a:r>
            <a:br>
              <a:rPr kumimoji="1" lang="en-US" altLang="ja-JP" sz="1100" b="1" dirty="0">
                <a:solidFill>
                  <a:schemeClr val="tx1"/>
                </a:solidFill>
              </a:rPr>
            </a:br>
            <a:r>
              <a:rPr kumimoji="1" lang="ja-JP" altLang="en-US" sz="1100" b="1" dirty="0">
                <a:solidFill>
                  <a:schemeClr val="tx1"/>
                </a:solidFill>
              </a:rPr>
              <a:t>後工程</a:t>
            </a:r>
          </a:p>
        </p:txBody>
      </p:sp>
      <p:sp>
        <p:nvSpPr>
          <p:cNvPr id="36" name="矢印: 右 35">
            <a:extLst>
              <a:ext uri="{FF2B5EF4-FFF2-40B4-BE49-F238E27FC236}">
                <a16:creationId xmlns:a16="http://schemas.microsoft.com/office/drawing/2014/main" id="{3E6F9F60-2346-EB6E-031F-60AC4596E850}"/>
              </a:ext>
            </a:extLst>
          </p:cNvPr>
          <p:cNvSpPr/>
          <p:nvPr/>
        </p:nvSpPr>
        <p:spPr>
          <a:xfrm>
            <a:off x="5089872" y="2523761"/>
            <a:ext cx="6911570" cy="2213909"/>
          </a:xfrm>
          <a:prstGeom prst="rightArrow">
            <a:avLst>
              <a:gd name="adj1" fmla="val 65833"/>
              <a:gd name="adj2" fmla="val 50000"/>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タイトル 3">
            <a:extLst>
              <a:ext uri="{FF2B5EF4-FFF2-40B4-BE49-F238E27FC236}">
                <a16:creationId xmlns:a16="http://schemas.microsoft.com/office/drawing/2014/main" id="{E03B5368-06D3-7A29-E259-7F516A0293D3}"/>
              </a:ext>
            </a:extLst>
          </p:cNvPr>
          <p:cNvSpPr>
            <a:spLocks noGrp="1"/>
          </p:cNvSpPr>
          <p:nvPr>
            <p:ph type="title"/>
          </p:nvPr>
        </p:nvSpPr>
        <p:spPr/>
        <p:txBody>
          <a:bodyPr/>
          <a:lstStyle/>
          <a:p>
            <a:r>
              <a:rPr lang="ja-JP" altLang="en-US" dirty="0"/>
              <a:t>目指す姿（</a:t>
            </a:r>
            <a:r>
              <a:rPr lang="en-US" altLang="ja-JP" dirty="0"/>
              <a:t>TS</a:t>
            </a:r>
            <a:r>
              <a:rPr lang="ja-JP" altLang="en-US" dirty="0"/>
              <a:t>案）</a:t>
            </a:r>
          </a:p>
        </p:txBody>
      </p:sp>
      <p:sp>
        <p:nvSpPr>
          <p:cNvPr id="11" name="テキスト ボックス 10">
            <a:extLst>
              <a:ext uri="{FF2B5EF4-FFF2-40B4-BE49-F238E27FC236}">
                <a16:creationId xmlns:a16="http://schemas.microsoft.com/office/drawing/2014/main" id="{F08C528F-9BD9-13E4-4811-230A625ABF74}"/>
              </a:ext>
            </a:extLst>
          </p:cNvPr>
          <p:cNvSpPr txBox="1"/>
          <p:nvPr/>
        </p:nvSpPr>
        <p:spPr>
          <a:xfrm>
            <a:off x="340241" y="1308089"/>
            <a:ext cx="3627078" cy="307777"/>
          </a:xfrm>
          <a:prstGeom prst="rect">
            <a:avLst/>
          </a:prstGeom>
          <a:noFill/>
        </p:spPr>
        <p:txBody>
          <a:bodyPr wrap="none" lIns="0" rIns="0" rtlCol="0">
            <a:spAutoFit/>
          </a:bodyPr>
          <a:lstStyle/>
          <a:p>
            <a:r>
              <a:rPr kumimoji="1" lang="ja-JP" altLang="en-US" sz="1400" b="1" dirty="0"/>
              <a:t>設計の法規認証に関わる業務で手作業・・・</a:t>
            </a:r>
          </a:p>
        </p:txBody>
      </p:sp>
      <p:sp>
        <p:nvSpPr>
          <p:cNvPr id="19" name="正方形/長方形 18">
            <a:extLst>
              <a:ext uri="{FF2B5EF4-FFF2-40B4-BE49-F238E27FC236}">
                <a16:creationId xmlns:a16="http://schemas.microsoft.com/office/drawing/2014/main" id="{C2F72AFE-5BEA-5547-8DFC-DF637B842712}"/>
              </a:ext>
            </a:extLst>
          </p:cNvPr>
          <p:cNvSpPr/>
          <p:nvPr/>
        </p:nvSpPr>
        <p:spPr>
          <a:xfrm>
            <a:off x="340241" y="1602790"/>
            <a:ext cx="3835581" cy="95485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72000" bIns="72000" rtlCol="0" anchor="t">
            <a:spAutoFit/>
          </a:bodyPr>
          <a:lstStyle/>
          <a:p>
            <a:pPr marL="171450" indent="-171450">
              <a:lnSpc>
                <a:spcPct val="120000"/>
              </a:lnSpc>
              <a:spcBef>
                <a:spcPts val="600"/>
              </a:spcBef>
              <a:buFont typeface="Arial" panose="020B0604020202020204" pitchFamily="34" charset="0"/>
              <a:buChar char="•"/>
            </a:pPr>
            <a:r>
              <a:rPr kumimoji="1" lang="ja-JP" altLang="en-US" sz="1200" dirty="0">
                <a:solidFill>
                  <a:schemeClr val="tx1"/>
                </a:solidFill>
              </a:rPr>
              <a:t>複数システム、部署・人にまたがる情報を収集</a:t>
            </a:r>
            <a:endParaRPr kumimoji="1" lang="en-US" altLang="ja-JP" sz="1200" dirty="0">
              <a:solidFill>
                <a:schemeClr val="tx1"/>
              </a:solidFill>
            </a:endParaRPr>
          </a:p>
          <a:p>
            <a:pPr marL="171450" indent="-171450">
              <a:lnSpc>
                <a:spcPct val="120000"/>
              </a:lnSpc>
              <a:spcBef>
                <a:spcPts val="600"/>
              </a:spcBef>
              <a:buFont typeface="Arial" panose="020B0604020202020204" pitchFamily="34" charset="0"/>
              <a:buChar char="•"/>
            </a:pPr>
            <a:r>
              <a:rPr kumimoji="1" lang="ja-JP" altLang="en-US" sz="1200" dirty="0">
                <a:solidFill>
                  <a:schemeClr val="tx1"/>
                </a:solidFill>
              </a:rPr>
              <a:t>その中から必要情報の抽出・引当て（読み替え）</a:t>
            </a:r>
            <a:endParaRPr kumimoji="1" lang="en-US" altLang="ja-JP" sz="1200" dirty="0">
              <a:solidFill>
                <a:schemeClr val="tx1"/>
              </a:solidFill>
            </a:endParaRPr>
          </a:p>
          <a:p>
            <a:pPr marL="171450" indent="-171450">
              <a:lnSpc>
                <a:spcPct val="120000"/>
              </a:lnSpc>
              <a:spcBef>
                <a:spcPts val="600"/>
              </a:spcBef>
              <a:buFont typeface="Arial" panose="020B0604020202020204" pitchFamily="34" charset="0"/>
              <a:buChar char="•"/>
            </a:pPr>
            <a:r>
              <a:rPr kumimoji="1" lang="ja-JP" altLang="en-US" sz="1200" dirty="0">
                <a:solidFill>
                  <a:schemeClr val="tx1"/>
                </a:solidFill>
              </a:rPr>
              <a:t>他の帳票やシステムに転記</a:t>
            </a:r>
            <a:endParaRPr kumimoji="1" lang="en-US" altLang="ja-JP" sz="1200" dirty="0">
              <a:solidFill>
                <a:schemeClr val="tx1"/>
              </a:solidFill>
            </a:endParaRPr>
          </a:p>
        </p:txBody>
      </p:sp>
      <p:sp>
        <p:nvSpPr>
          <p:cNvPr id="21" name="正方形/長方形 20">
            <a:extLst>
              <a:ext uri="{FF2B5EF4-FFF2-40B4-BE49-F238E27FC236}">
                <a16:creationId xmlns:a16="http://schemas.microsoft.com/office/drawing/2014/main" id="{4129D271-7772-AD0C-11E5-64C7151C7E46}"/>
              </a:ext>
            </a:extLst>
          </p:cNvPr>
          <p:cNvSpPr/>
          <p:nvPr/>
        </p:nvSpPr>
        <p:spPr>
          <a:xfrm>
            <a:off x="1509646" y="2600620"/>
            <a:ext cx="2666114" cy="65631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72000" bIns="72000" rtlCol="0" anchor="t">
            <a:spAutoFit/>
          </a:bodyPr>
          <a:lstStyle/>
          <a:p>
            <a:pPr marL="171450" indent="-171450">
              <a:lnSpc>
                <a:spcPct val="120000"/>
              </a:lnSpc>
              <a:spcBef>
                <a:spcPts val="600"/>
              </a:spcBef>
              <a:buFont typeface="Arial" panose="020B0604020202020204" pitchFamily="34" charset="0"/>
              <a:buChar char="•"/>
            </a:pPr>
            <a:r>
              <a:rPr kumimoji="1" lang="ja-JP" altLang="en-US" sz="1200" b="1" dirty="0">
                <a:solidFill>
                  <a:schemeClr val="accent3"/>
                </a:solidFill>
              </a:rPr>
              <a:t>誤記、抜け漏れ</a:t>
            </a:r>
            <a:endParaRPr kumimoji="1" lang="en-US" altLang="ja-JP" sz="1200" b="1" dirty="0">
              <a:solidFill>
                <a:schemeClr val="accent3"/>
              </a:solidFill>
            </a:endParaRPr>
          </a:p>
          <a:p>
            <a:pPr marL="171450" indent="-171450">
              <a:lnSpc>
                <a:spcPct val="120000"/>
              </a:lnSpc>
              <a:spcBef>
                <a:spcPts val="600"/>
              </a:spcBef>
              <a:buFont typeface="Arial" panose="020B0604020202020204" pitchFamily="34" charset="0"/>
              <a:buChar char="•"/>
            </a:pPr>
            <a:r>
              <a:rPr kumimoji="1" lang="ja-JP" altLang="en-US" sz="1200" b="1" dirty="0">
                <a:solidFill>
                  <a:schemeClr val="accent3"/>
                </a:solidFill>
              </a:rPr>
              <a:t>作業負荷（チェック工数も含む）</a:t>
            </a:r>
            <a:endParaRPr kumimoji="1" lang="en-US" altLang="ja-JP" sz="1200" b="1" dirty="0">
              <a:solidFill>
                <a:schemeClr val="accent3"/>
              </a:solidFill>
            </a:endParaRPr>
          </a:p>
        </p:txBody>
      </p:sp>
      <p:sp>
        <p:nvSpPr>
          <p:cNvPr id="41" name="四角形: 角を丸くする 40">
            <a:extLst>
              <a:ext uri="{FF2B5EF4-FFF2-40B4-BE49-F238E27FC236}">
                <a16:creationId xmlns:a16="http://schemas.microsoft.com/office/drawing/2014/main" id="{CBA2EF50-5CBE-52FF-498B-03885235D0A8}"/>
              </a:ext>
            </a:extLst>
          </p:cNvPr>
          <p:cNvSpPr/>
          <p:nvPr/>
        </p:nvSpPr>
        <p:spPr>
          <a:xfrm>
            <a:off x="6956965" y="2473699"/>
            <a:ext cx="3177383" cy="2281013"/>
          </a:xfrm>
          <a:prstGeom prst="roundRect">
            <a:avLst>
              <a:gd name="adj" fmla="val 4457"/>
            </a:avLst>
          </a:prstGeom>
          <a:solidFill>
            <a:schemeClr val="bg1"/>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20000"/>
              </a:lnSpc>
              <a:spcBef>
                <a:spcPts val="600"/>
              </a:spcBef>
            </a:pPr>
            <a:endParaRPr kumimoji="1" lang="en-US" altLang="ja-JP" sz="1000" dirty="0">
              <a:solidFill>
                <a:schemeClr val="tx1"/>
              </a:solidFill>
            </a:endParaRPr>
          </a:p>
        </p:txBody>
      </p:sp>
      <p:sp>
        <p:nvSpPr>
          <p:cNvPr id="42" name="テキスト ボックス 41">
            <a:extLst>
              <a:ext uri="{FF2B5EF4-FFF2-40B4-BE49-F238E27FC236}">
                <a16:creationId xmlns:a16="http://schemas.microsoft.com/office/drawing/2014/main" id="{1180BA94-2B51-5E86-6985-73077B324A25}"/>
              </a:ext>
            </a:extLst>
          </p:cNvPr>
          <p:cNvSpPr txBox="1"/>
          <p:nvPr/>
        </p:nvSpPr>
        <p:spPr>
          <a:xfrm>
            <a:off x="5448760" y="1299710"/>
            <a:ext cx="5955477" cy="1075679"/>
          </a:xfrm>
          <a:prstGeom prst="rect">
            <a:avLst/>
          </a:prstGeom>
          <a:noFill/>
        </p:spPr>
        <p:txBody>
          <a:bodyPr wrap="none" rtlCol="0">
            <a:spAutoFit/>
          </a:bodyPr>
          <a:lstStyle/>
          <a:p>
            <a:pPr algn="ctr">
              <a:lnSpc>
                <a:spcPct val="120000"/>
              </a:lnSpc>
            </a:pPr>
            <a:r>
              <a:rPr kumimoji="1" lang="ja-JP" altLang="en-US" b="1" u="sng" dirty="0"/>
              <a:t>個別ではなく全体として</a:t>
            </a:r>
            <a:endParaRPr kumimoji="1" lang="en-US" altLang="ja-JP" b="1" u="sng" dirty="0"/>
          </a:p>
          <a:p>
            <a:pPr algn="ctr">
              <a:lnSpc>
                <a:spcPct val="120000"/>
              </a:lnSpc>
            </a:pPr>
            <a:r>
              <a:rPr kumimoji="1" lang="ja-JP" altLang="en-US" b="1" dirty="0"/>
              <a:t>手作業が当たり前の設計の認証関連業務の在り方を変え</a:t>
            </a:r>
            <a:br>
              <a:rPr kumimoji="1" lang="en-US" altLang="ja-JP" b="1" dirty="0"/>
            </a:br>
            <a:r>
              <a:rPr kumimoji="1" lang="ja-JP" altLang="en-US" b="1" dirty="0"/>
              <a:t>人の目と手による不具合の混入をなくす</a:t>
            </a:r>
            <a:endParaRPr kumimoji="1" lang="en-US" altLang="ja-JP" b="1" dirty="0"/>
          </a:p>
        </p:txBody>
      </p:sp>
      <p:sp>
        <p:nvSpPr>
          <p:cNvPr id="3" name="テキスト ボックス 2">
            <a:extLst>
              <a:ext uri="{FF2B5EF4-FFF2-40B4-BE49-F238E27FC236}">
                <a16:creationId xmlns:a16="http://schemas.microsoft.com/office/drawing/2014/main" id="{85D6F015-184F-06BE-A58A-E8976938B9C2}"/>
              </a:ext>
            </a:extLst>
          </p:cNvPr>
          <p:cNvSpPr txBox="1"/>
          <p:nvPr/>
        </p:nvSpPr>
        <p:spPr>
          <a:xfrm>
            <a:off x="5089871" y="900089"/>
            <a:ext cx="1025922" cy="400110"/>
          </a:xfrm>
          <a:prstGeom prst="rect">
            <a:avLst/>
          </a:prstGeom>
          <a:noFill/>
        </p:spPr>
        <p:txBody>
          <a:bodyPr wrap="none" lIns="0" rIns="0" rtlCol="0">
            <a:spAutoFit/>
          </a:bodyPr>
          <a:lstStyle/>
          <a:p>
            <a:r>
              <a:rPr kumimoji="1" lang="ja-JP" altLang="en-US" sz="2000" b="1" u="sng" dirty="0"/>
              <a:t>目指す姿</a:t>
            </a:r>
          </a:p>
        </p:txBody>
      </p:sp>
      <p:pic>
        <p:nvPicPr>
          <p:cNvPr id="10" name="グラフィックス 9" descr="データベース 単色塗りつぶし">
            <a:extLst>
              <a:ext uri="{FF2B5EF4-FFF2-40B4-BE49-F238E27FC236}">
                <a16:creationId xmlns:a16="http://schemas.microsoft.com/office/drawing/2014/main" id="{34D12089-4BC0-B9F0-E765-AF7EB2B2B0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8781" y="2740951"/>
            <a:ext cx="1933748" cy="1933748"/>
          </a:xfrm>
          <a:prstGeom prst="rect">
            <a:avLst/>
          </a:prstGeom>
        </p:spPr>
      </p:pic>
      <p:sp>
        <p:nvSpPr>
          <p:cNvPr id="13" name="テキスト ボックス 12">
            <a:extLst>
              <a:ext uri="{FF2B5EF4-FFF2-40B4-BE49-F238E27FC236}">
                <a16:creationId xmlns:a16="http://schemas.microsoft.com/office/drawing/2014/main" id="{709A3D3B-D49C-0712-5AC0-69BF0C85F6EE}"/>
              </a:ext>
            </a:extLst>
          </p:cNvPr>
          <p:cNvSpPr txBox="1"/>
          <p:nvPr/>
        </p:nvSpPr>
        <p:spPr>
          <a:xfrm>
            <a:off x="7014464" y="2531606"/>
            <a:ext cx="3062377" cy="1451166"/>
          </a:xfrm>
          <a:prstGeom prst="rect">
            <a:avLst/>
          </a:prstGeom>
          <a:noFill/>
        </p:spPr>
        <p:txBody>
          <a:bodyPr wrap="none" rtlCol="0">
            <a:spAutoFit/>
          </a:bodyPr>
          <a:lstStyle/>
          <a:p>
            <a:pPr algn="ctr">
              <a:lnSpc>
                <a:spcPct val="120000"/>
              </a:lnSpc>
              <a:spcBef>
                <a:spcPts val="600"/>
              </a:spcBef>
              <a:spcAft>
                <a:spcPts val="600"/>
              </a:spcAft>
            </a:pPr>
            <a:r>
              <a:rPr kumimoji="1" lang="ja-JP" altLang="en-US" sz="1400" b="1" dirty="0">
                <a:solidFill>
                  <a:schemeClr val="accent1"/>
                </a:solidFill>
              </a:rPr>
              <a:t>情報をつなぐ法規認証業務基盤</a:t>
            </a:r>
            <a:endParaRPr kumimoji="1" lang="en-US" altLang="ja-JP" sz="1400" b="1" dirty="0">
              <a:solidFill>
                <a:schemeClr val="accent1"/>
              </a:solidFill>
            </a:endParaRPr>
          </a:p>
          <a:p>
            <a:pPr marL="182563" indent="-182563">
              <a:lnSpc>
                <a:spcPct val="120000"/>
              </a:lnSpc>
              <a:buFont typeface="Arial" panose="020B0604020202020204" pitchFamily="34" charset="0"/>
              <a:buChar char="•"/>
            </a:pPr>
            <a:r>
              <a:rPr kumimoji="1" lang="ja-JP" altLang="en-US" sz="1400" dirty="0">
                <a:solidFill>
                  <a:schemeClr val="tx1"/>
                </a:solidFill>
              </a:rPr>
              <a:t>システム連携による情報集約</a:t>
            </a:r>
            <a:endParaRPr kumimoji="1" lang="en-US" altLang="ja-JP" sz="1400" dirty="0">
              <a:solidFill>
                <a:schemeClr val="tx1"/>
              </a:solidFill>
            </a:endParaRPr>
          </a:p>
          <a:p>
            <a:pPr marL="182563" indent="-182563">
              <a:lnSpc>
                <a:spcPct val="120000"/>
              </a:lnSpc>
              <a:buFont typeface="Arial" panose="020B0604020202020204" pitchFamily="34" charset="0"/>
              <a:buChar char="•"/>
            </a:pPr>
            <a:r>
              <a:rPr kumimoji="1" lang="ja-JP" altLang="en-US" sz="1400" dirty="0">
                <a:solidFill>
                  <a:schemeClr val="tx1"/>
                </a:solidFill>
              </a:rPr>
              <a:t>抽出・引当ての自動化</a:t>
            </a:r>
            <a:endParaRPr kumimoji="1" lang="en-US" altLang="ja-JP" sz="1400" dirty="0">
              <a:solidFill>
                <a:schemeClr val="tx1"/>
              </a:solidFill>
            </a:endParaRPr>
          </a:p>
          <a:p>
            <a:pPr marL="182563" indent="-182563">
              <a:lnSpc>
                <a:spcPct val="120000"/>
              </a:lnSpc>
              <a:buFont typeface="Arial" panose="020B0604020202020204" pitchFamily="34" charset="0"/>
              <a:buChar char="•"/>
            </a:pPr>
            <a:r>
              <a:rPr kumimoji="1" lang="ja-JP" altLang="en-US" sz="1400" dirty="0">
                <a:solidFill>
                  <a:schemeClr val="tx1"/>
                </a:solidFill>
              </a:rPr>
              <a:t>システム連携によるアウトプット</a:t>
            </a:r>
            <a:endParaRPr kumimoji="1" lang="en-US" altLang="ja-JP" sz="1400" dirty="0">
              <a:solidFill>
                <a:schemeClr val="tx1"/>
              </a:solidFill>
            </a:endParaRPr>
          </a:p>
          <a:p>
            <a:pPr marL="182563" indent="-182563">
              <a:lnSpc>
                <a:spcPct val="120000"/>
              </a:lnSpc>
              <a:buFont typeface="Arial" panose="020B0604020202020204" pitchFamily="34" charset="0"/>
              <a:buChar char="•"/>
            </a:pPr>
            <a:r>
              <a:rPr kumimoji="1" lang="en-US" altLang="ja-JP" sz="1400" dirty="0" err="1"/>
              <a:t>etc</a:t>
            </a:r>
            <a:r>
              <a:rPr kumimoji="1" lang="en-US" altLang="ja-JP" sz="1400" dirty="0"/>
              <a:t>…</a:t>
            </a:r>
            <a:endParaRPr kumimoji="1" lang="en-US" altLang="ja-JP" sz="1400" dirty="0">
              <a:solidFill>
                <a:schemeClr val="tx1"/>
              </a:solidFill>
            </a:endParaRPr>
          </a:p>
        </p:txBody>
      </p:sp>
      <p:sp>
        <p:nvSpPr>
          <p:cNvPr id="20" name="矢印: 折線 19">
            <a:extLst>
              <a:ext uri="{FF2B5EF4-FFF2-40B4-BE49-F238E27FC236}">
                <a16:creationId xmlns:a16="http://schemas.microsoft.com/office/drawing/2014/main" id="{5B6BA3B2-1FBB-AC61-7B94-C53C3BA4524D}"/>
              </a:ext>
            </a:extLst>
          </p:cNvPr>
          <p:cNvSpPr/>
          <p:nvPr/>
        </p:nvSpPr>
        <p:spPr>
          <a:xfrm flipV="1">
            <a:off x="945331" y="2599271"/>
            <a:ext cx="544105" cy="580786"/>
          </a:xfrm>
          <a:prstGeom prst="bentArrow">
            <a:avLst>
              <a:gd name="adj1" fmla="val 36545"/>
              <a:gd name="adj2" fmla="val 37761"/>
              <a:gd name="adj3" fmla="val 39584"/>
              <a:gd name="adj4" fmla="val 48004"/>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正方形/長方形 8">
            <a:extLst>
              <a:ext uri="{FF2B5EF4-FFF2-40B4-BE49-F238E27FC236}">
                <a16:creationId xmlns:a16="http://schemas.microsoft.com/office/drawing/2014/main" id="{A4B659E5-9415-5282-9570-35961E9706FA}"/>
              </a:ext>
            </a:extLst>
          </p:cNvPr>
          <p:cNvSpPr/>
          <p:nvPr/>
        </p:nvSpPr>
        <p:spPr>
          <a:xfrm>
            <a:off x="816146" y="5325934"/>
            <a:ext cx="10599312" cy="79635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72000" bIns="72000" rtlCol="0" anchor="t">
            <a:spAutoFit/>
          </a:bodyPr>
          <a:lstStyle/>
          <a:p>
            <a:pPr algn="ctr">
              <a:lnSpc>
                <a:spcPct val="120000"/>
              </a:lnSpc>
              <a:spcBef>
                <a:spcPts val="600"/>
              </a:spcBef>
            </a:pPr>
            <a:r>
              <a:rPr kumimoji="1" lang="ja-JP" altLang="en-US" b="1" dirty="0">
                <a:solidFill>
                  <a:schemeClr val="bg1"/>
                </a:solidFill>
              </a:rPr>
              <a:t>サイロ化・個別最適とならないよう情報を集約・整流化していくことを</a:t>
            </a:r>
            <a:r>
              <a:rPr kumimoji="1" lang="en-US" altLang="ja-JP" b="1" dirty="0">
                <a:solidFill>
                  <a:schemeClr val="bg1"/>
                </a:solidFill>
              </a:rPr>
              <a:t>2DEE</a:t>
            </a:r>
            <a:r>
              <a:rPr kumimoji="1" lang="ja-JP" altLang="en-US" b="1" dirty="0">
                <a:solidFill>
                  <a:schemeClr val="bg1"/>
                </a:solidFill>
              </a:rPr>
              <a:t>や</a:t>
            </a:r>
            <a:r>
              <a:rPr kumimoji="1" lang="en-US" altLang="ja-JP" b="1" dirty="0">
                <a:solidFill>
                  <a:schemeClr val="bg1"/>
                </a:solidFill>
              </a:rPr>
              <a:t>DIT(</a:t>
            </a:r>
            <a:r>
              <a:rPr kumimoji="1" lang="ja-JP" altLang="en-US" b="1" dirty="0">
                <a:solidFill>
                  <a:schemeClr val="bg1"/>
                </a:solidFill>
              </a:rPr>
              <a:t>柴田</a:t>
            </a:r>
            <a:r>
              <a:rPr kumimoji="1" lang="en-US" altLang="ja-JP" b="1" dirty="0">
                <a:solidFill>
                  <a:schemeClr val="bg1"/>
                </a:solidFill>
              </a:rPr>
              <a:t>SK)</a:t>
            </a:r>
            <a:r>
              <a:rPr kumimoji="1" lang="ja-JP" altLang="en-US" b="1" dirty="0">
                <a:solidFill>
                  <a:schemeClr val="bg1"/>
                </a:solidFill>
              </a:rPr>
              <a:t>に提案</a:t>
            </a:r>
            <a:br>
              <a:rPr kumimoji="1" lang="en-US" altLang="ja-JP" b="1" dirty="0">
                <a:solidFill>
                  <a:schemeClr val="bg1"/>
                </a:solidFill>
              </a:rPr>
            </a:br>
            <a:r>
              <a:rPr kumimoji="1" lang="ja-JP" altLang="en-US" b="1" dirty="0">
                <a:solidFill>
                  <a:schemeClr val="bg1"/>
                </a:solidFill>
              </a:rPr>
              <a:t>方向性は賛同得られ、法規認証</a:t>
            </a:r>
            <a:r>
              <a:rPr kumimoji="1" lang="en-US" altLang="ja-JP" b="1" dirty="0">
                <a:solidFill>
                  <a:schemeClr val="bg1"/>
                </a:solidFill>
              </a:rPr>
              <a:t>TPS</a:t>
            </a:r>
            <a:r>
              <a:rPr kumimoji="1" lang="ja-JP" altLang="en-US" b="1" dirty="0">
                <a:solidFill>
                  <a:schemeClr val="bg1"/>
                </a:solidFill>
              </a:rPr>
              <a:t>案件の中で、構想検討に向け現状分析していくことを合意</a:t>
            </a:r>
            <a:endParaRPr kumimoji="1" lang="en-US" altLang="ja-JP" b="1" dirty="0">
              <a:solidFill>
                <a:schemeClr val="bg1"/>
              </a:solidFill>
            </a:endParaRPr>
          </a:p>
        </p:txBody>
      </p:sp>
      <p:sp>
        <p:nvSpPr>
          <p:cNvPr id="12" name="テキスト ボックス 11">
            <a:extLst>
              <a:ext uri="{FF2B5EF4-FFF2-40B4-BE49-F238E27FC236}">
                <a16:creationId xmlns:a16="http://schemas.microsoft.com/office/drawing/2014/main" id="{375B94EB-8860-8757-DBB3-81F128B54063}"/>
              </a:ext>
            </a:extLst>
          </p:cNvPr>
          <p:cNvSpPr txBox="1"/>
          <p:nvPr/>
        </p:nvSpPr>
        <p:spPr>
          <a:xfrm>
            <a:off x="1719270" y="3319409"/>
            <a:ext cx="2159566" cy="523220"/>
          </a:xfrm>
          <a:prstGeom prst="rect">
            <a:avLst/>
          </a:prstGeom>
          <a:noFill/>
        </p:spPr>
        <p:txBody>
          <a:bodyPr wrap="none" rtlCol="0">
            <a:spAutoFit/>
          </a:bodyPr>
          <a:lstStyle/>
          <a:p>
            <a:r>
              <a:rPr kumimoji="1" lang="ja-JP" altLang="en-US" sz="1400" b="1" dirty="0">
                <a:solidFill>
                  <a:schemeClr val="accent1"/>
                </a:solidFill>
              </a:rPr>
              <a:t>困りごとは</a:t>
            </a:r>
            <a:br>
              <a:rPr kumimoji="1" lang="en-US" altLang="ja-JP" sz="1400" b="1" dirty="0">
                <a:solidFill>
                  <a:schemeClr val="accent1"/>
                </a:solidFill>
              </a:rPr>
            </a:br>
            <a:r>
              <a:rPr kumimoji="1" lang="ja-JP" altLang="en-US" sz="1400" b="1" dirty="0">
                <a:solidFill>
                  <a:schemeClr val="accent1"/>
                </a:solidFill>
              </a:rPr>
              <a:t>どの法規対応業務も同じ</a:t>
            </a:r>
          </a:p>
        </p:txBody>
      </p:sp>
      <p:sp>
        <p:nvSpPr>
          <p:cNvPr id="7" name="楕円 6">
            <a:extLst>
              <a:ext uri="{FF2B5EF4-FFF2-40B4-BE49-F238E27FC236}">
                <a16:creationId xmlns:a16="http://schemas.microsoft.com/office/drawing/2014/main" id="{841B2B71-5ABC-6E04-4F38-E736E5EA65AF}"/>
              </a:ext>
            </a:extLst>
          </p:cNvPr>
          <p:cNvSpPr/>
          <p:nvPr/>
        </p:nvSpPr>
        <p:spPr>
          <a:xfrm>
            <a:off x="9245865" y="4050192"/>
            <a:ext cx="799595" cy="624507"/>
          </a:xfrm>
          <a:prstGeom prst="ellipse">
            <a:avLst/>
          </a:prstGeom>
          <a:solidFill>
            <a:schemeClr val="accent1">
              <a:alpha val="88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t>・・・</a:t>
            </a:r>
          </a:p>
        </p:txBody>
      </p:sp>
      <p:sp>
        <p:nvSpPr>
          <p:cNvPr id="6" name="楕円 5">
            <a:extLst>
              <a:ext uri="{FF2B5EF4-FFF2-40B4-BE49-F238E27FC236}">
                <a16:creationId xmlns:a16="http://schemas.microsoft.com/office/drawing/2014/main" id="{5CD6AA19-58B8-894B-5546-2AE10F84C004}"/>
              </a:ext>
            </a:extLst>
          </p:cNvPr>
          <p:cNvSpPr/>
          <p:nvPr/>
        </p:nvSpPr>
        <p:spPr>
          <a:xfrm>
            <a:off x="8512322" y="4050192"/>
            <a:ext cx="799595" cy="624507"/>
          </a:xfrm>
          <a:prstGeom prst="ellipse">
            <a:avLst/>
          </a:prstGeom>
          <a:solidFill>
            <a:schemeClr val="accent1">
              <a:alpha val="88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dirty="0"/>
              <a:t>EMC</a:t>
            </a:r>
            <a:r>
              <a:rPr kumimoji="1" lang="ja-JP" altLang="en-US" sz="1200" b="1" dirty="0"/>
              <a:t>認証</a:t>
            </a:r>
          </a:p>
        </p:txBody>
      </p:sp>
      <p:sp>
        <p:nvSpPr>
          <p:cNvPr id="5" name="楕円 4">
            <a:extLst>
              <a:ext uri="{FF2B5EF4-FFF2-40B4-BE49-F238E27FC236}">
                <a16:creationId xmlns:a16="http://schemas.microsoft.com/office/drawing/2014/main" id="{BA662C30-07CB-930C-9990-483C92C4E31F}"/>
              </a:ext>
            </a:extLst>
          </p:cNvPr>
          <p:cNvSpPr/>
          <p:nvPr/>
        </p:nvSpPr>
        <p:spPr>
          <a:xfrm>
            <a:off x="7778778" y="4050192"/>
            <a:ext cx="799595" cy="624507"/>
          </a:xfrm>
          <a:prstGeom prst="ellipse">
            <a:avLst/>
          </a:prstGeom>
          <a:solidFill>
            <a:schemeClr val="accent1">
              <a:alpha val="88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dirty="0"/>
              <a:t>SU</a:t>
            </a:r>
            <a:r>
              <a:rPr kumimoji="1" lang="ja-JP" altLang="en-US" sz="1200" b="1" dirty="0"/>
              <a:t>認証</a:t>
            </a:r>
          </a:p>
        </p:txBody>
      </p:sp>
      <p:sp>
        <p:nvSpPr>
          <p:cNvPr id="2" name="楕円 1">
            <a:extLst>
              <a:ext uri="{FF2B5EF4-FFF2-40B4-BE49-F238E27FC236}">
                <a16:creationId xmlns:a16="http://schemas.microsoft.com/office/drawing/2014/main" id="{C87BAB20-C437-1AD3-44D2-0C4E88E5687C}"/>
              </a:ext>
            </a:extLst>
          </p:cNvPr>
          <p:cNvSpPr/>
          <p:nvPr/>
        </p:nvSpPr>
        <p:spPr>
          <a:xfrm>
            <a:off x="7045234" y="4050192"/>
            <a:ext cx="799595" cy="624507"/>
          </a:xfrm>
          <a:prstGeom prst="ellipse">
            <a:avLst/>
          </a:prstGeom>
          <a:solidFill>
            <a:schemeClr val="accent1">
              <a:alpha val="88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dirty="0"/>
              <a:t>ADAS</a:t>
            </a:r>
            <a:endParaRPr kumimoji="1" lang="ja-JP" altLang="en-US" sz="1200" b="1" dirty="0"/>
          </a:p>
        </p:txBody>
      </p:sp>
    </p:spTree>
    <p:extLst>
      <p:ext uri="{BB962C8B-B14F-4D97-AF65-F5344CB8AC3E}">
        <p14:creationId xmlns:p14="http://schemas.microsoft.com/office/powerpoint/2010/main" val="52939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37AB51-D63D-9DEF-8FA4-C24F6DB68696}"/>
              </a:ext>
            </a:extLst>
          </p:cNvPr>
          <p:cNvSpPr>
            <a:spLocks noGrp="1"/>
          </p:cNvSpPr>
          <p:nvPr>
            <p:ph type="title"/>
          </p:nvPr>
        </p:nvSpPr>
        <p:spPr/>
        <p:txBody>
          <a:bodyPr/>
          <a:lstStyle/>
          <a:p>
            <a:r>
              <a:rPr kumimoji="1" lang="ja-JP" altLang="en-US" dirty="0"/>
              <a:t>進め方</a:t>
            </a:r>
          </a:p>
        </p:txBody>
      </p:sp>
      <p:sp>
        <p:nvSpPr>
          <p:cNvPr id="29" name="コンテンツ プレースホルダー 28">
            <a:extLst>
              <a:ext uri="{FF2B5EF4-FFF2-40B4-BE49-F238E27FC236}">
                <a16:creationId xmlns:a16="http://schemas.microsoft.com/office/drawing/2014/main" id="{8FF42024-0700-77D1-42D9-F4A33775FFA0}"/>
              </a:ext>
            </a:extLst>
          </p:cNvPr>
          <p:cNvSpPr>
            <a:spLocks noGrp="1"/>
          </p:cNvSpPr>
          <p:nvPr>
            <p:ph idx="1"/>
          </p:nvPr>
        </p:nvSpPr>
        <p:spPr>
          <a:xfrm>
            <a:off x="845127" y="859900"/>
            <a:ext cx="10515600" cy="767668"/>
          </a:xfrm>
        </p:spPr>
        <p:txBody>
          <a:bodyPr/>
          <a:lstStyle/>
          <a:p>
            <a:pPr algn="ctr"/>
            <a:r>
              <a:rPr lang="ja-JP" altLang="en-US" dirty="0"/>
              <a:t>小さく作り、着実に効果を積み上げながら、全体変革へシフト</a:t>
            </a:r>
          </a:p>
        </p:txBody>
      </p:sp>
      <p:graphicFrame>
        <p:nvGraphicFramePr>
          <p:cNvPr id="3" name="表 2">
            <a:extLst>
              <a:ext uri="{FF2B5EF4-FFF2-40B4-BE49-F238E27FC236}">
                <a16:creationId xmlns:a16="http://schemas.microsoft.com/office/drawing/2014/main" id="{2019CBA3-C372-494B-FB9B-42ECBC252497}"/>
              </a:ext>
            </a:extLst>
          </p:cNvPr>
          <p:cNvGraphicFramePr>
            <a:graphicFrameLocks noGrp="1"/>
          </p:cNvGraphicFramePr>
          <p:nvPr>
            <p:extLst>
              <p:ext uri="{D42A27DB-BD31-4B8C-83A1-F6EECF244321}">
                <p14:modId xmlns:p14="http://schemas.microsoft.com/office/powerpoint/2010/main" val="3729170722"/>
              </p:ext>
            </p:extLst>
          </p:nvPr>
        </p:nvGraphicFramePr>
        <p:xfrm>
          <a:off x="395550" y="1437131"/>
          <a:ext cx="10535476" cy="4418952"/>
        </p:xfrm>
        <a:graphic>
          <a:graphicData uri="http://schemas.openxmlformats.org/drawingml/2006/table">
            <a:tbl>
              <a:tblPr firstRow="1" bandRow="1">
                <a:tableStyleId>{2D5ABB26-0587-4C30-8999-92F81FD0307C}</a:tableStyleId>
              </a:tblPr>
              <a:tblGrid>
                <a:gridCol w="997268">
                  <a:extLst>
                    <a:ext uri="{9D8B030D-6E8A-4147-A177-3AD203B41FA5}">
                      <a16:colId xmlns:a16="http://schemas.microsoft.com/office/drawing/2014/main" val="2901045883"/>
                    </a:ext>
                  </a:extLst>
                </a:gridCol>
                <a:gridCol w="1192276">
                  <a:extLst>
                    <a:ext uri="{9D8B030D-6E8A-4147-A177-3AD203B41FA5}">
                      <a16:colId xmlns:a16="http://schemas.microsoft.com/office/drawing/2014/main" val="2060048413"/>
                    </a:ext>
                  </a:extLst>
                </a:gridCol>
                <a:gridCol w="1192276">
                  <a:extLst>
                    <a:ext uri="{9D8B030D-6E8A-4147-A177-3AD203B41FA5}">
                      <a16:colId xmlns:a16="http://schemas.microsoft.com/office/drawing/2014/main" val="111971042"/>
                    </a:ext>
                  </a:extLst>
                </a:gridCol>
                <a:gridCol w="1192276">
                  <a:extLst>
                    <a:ext uri="{9D8B030D-6E8A-4147-A177-3AD203B41FA5}">
                      <a16:colId xmlns:a16="http://schemas.microsoft.com/office/drawing/2014/main" val="2771841303"/>
                    </a:ext>
                  </a:extLst>
                </a:gridCol>
                <a:gridCol w="1192276">
                  <a:extLst>
                    <a:ext uri="{9D8B030D-6E8A-4147-A177-3AD203B41FA5}">
                      <a16:colId xmlns:a16="http://schemas.microsoft.com/office/drawing/2014/main" val="3393092949"/>
                    </a:ext>
                  </a:extLst>
                </a:gridCol>
                <a:gridCol w="1192276">
                  <a:extLst>
                    <a:ext uri="{9D8B030D-6E8A-4147-A177-3AD203B41FA5}">
                      <a16:colId xmlns:a16="http://schemas.microsoft.com/office/drawing/2014/main" val="2323854912"/>
                    </a:ext>
                  </a:extLst>
                </a:gridCol>
                <a:gridCol w="1192276">
                  <a:extLst>
                    <a:ext uri="{9D8B030D-6E8A-4147-A177-3AD203B41FA5}">
                      <a16:colId xmlns:a16="http://schemas.microsoft.com/office/drawing/2014/main" val="3798929034"/>
                    </a:ext>
                  </a:extLst>
                </a:gridCol>
                <a:gridCol w="1192276">
                  <a:extLst>
                    <a:ext uri="{9D8B030D-6E8A-4147-A177-3AD203B41FA5}">
                      <a16:colId xmlns:a16="http://schemas.microsoft.com/office/drawing/2014/main" val="967667144"/>
                    </a:ext>
                  </a:extLst>
                </a:gridCol>
                <a:gridCol w="1192276">
                  <a:extLst>
                    <a:ext uri="{9D8B030D-6E8A-4147-A177-3AD203B41FA5}">
                      <a16:colId xmlns:a16="http://schemas.microsoft.com/office/drawing/2014/main" val="1339329538"/>
                    </a:ext>
                  </a:extLst>
                </a:gridCol>
              </a:tblGrid>
              <a:tr h="168826">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4">
                  <a:txBody>
                    <a:bodyPr/>
                    <a:lstStyle/>
                    <a:p>
                      <a:pPr algn="ctr"/>
                      <a:r>
                        <a:rPr kumimoji="1" lang="en-US" altLang="ja-JP" sz="1200" b="1" dirty="0">
                          <a:solidFill>
                            <a:schemeClr val="bg2"/>
                          </a:solidFill>
                        </a:rPr>
                        <a:t>FY25</a:t>
                      </a:r>
                      <a:endParaRPr kumimoji="1" lang="ja-JP" altLang="en-US" sz="1200" b="1"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hMerge="1">
                  <a:txBody>
                    <a:bodyPr/>
                    <a:lstStyle/>
                    <a:p>
                      <a:endParaRPr kumimoji="1" lang="ja-JP" altLang="en-US" sz="1400" b="1" dirty="0">
                        <a:solidFill>
                          <a:schemeClr val="tx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hMerge="1">
                  <a:txBody>
                    <a:bodyPr/>
                    <a:lstStyle/>
                    <a:p>
                      <a:endParaRPr kumimoji="1" lang="ja-JP" altLang="en-US" sz="1400" b="1" dirty="0">
                        <a:solidFill>
                          <a:schemeClr val="tx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hMerge="1">
                  <a:txBody>
                    <a:bodyPr/>
                    <a:lstStyle/>
                    <a:p>
                      <a:endParaRPr kumimoji="1" lang="ja-JP" altLang="en-US" sz="1400" b="1" dirty="0">
                        <a:solidFill>
                          <a:schemeClr val="tx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gridSpan="4">
                  <a:txBody>
                    <a:bodyPr/>
                    <a:lstStyle/>
                    <a:p>
                      <a:pPr algn="ctr"/>
                      <a:r>
                        <a:rPr kumimoji="1" lang="en-US" altLang="ja-JP" sz="1200" b="1" dirty="0">
                          <a:solidFill>
                            <a:schemeClr val="bg2"/>
                          </a:solidFill>
                        </a:rPr>
                        <a:t>FY26</a:t>
                      </a:r>
                      <a:endParaRPr kumimoji="1" lang="ja-JP" altLang="en-US" sz="1200" b="1"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hMerge="1">
                  <a:txBody>
                    <a:bodyPr/>
                    <a:lstStyle/>
                    <a:p>
                      <a:endParaRPr kumimoji="1" lang="ja-JP" altLang="en-US" sz="1400" b="1">
                        <a:solidFill>
                          <a:schemeClr val="tx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hMerge="1">
                  <a:txBody>
                    <a:bodyPr/>
                    <a:lstStyle/>
                    <a:p>
                      <a:endParaRPr kumimoji="1" lang="ja-JP" altLang="en-US" sz="1400" b="1" dirty="0">
                        <a:solidFill>
                          <a:schemeClr val="tx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hMerge="1">
                  <a:txBody>
                    <a:bodyPr/>
                    <a:lstStyle/>
                    <a:p>
                      <a:endParaRPr kumimoji="1" lang="ja-JP" altLang="en-US" sz="1400" b="1" dirty="0">
                        <a:solidFill>
                          <a:schemeClr val="tx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354195889"/>
                  </a:ext>
                </a:extLst>
              </a:tr>
              <a:tr h="154738">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kumimoji="1" lang="en-US" altLang="ja-JP" sz="1200" b="0" dirty="0">
                          <a:solidFill>
                            <a:schemeClr val="bg2"/>
                          </a:solidFill>
                        </a:rPr>
                        <a:t>1Q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kumimoji="1" lang="en-US" altLang="ja-JP" sz="1200" b="0" dirty="0">
                          <a:solidFill>
                            <a:schemeClr val="bg2"/>
                          </a:solidFill>
                        </a:rPr>
                        <a:t>2Q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kumimoji="1" lang="en-US" altLang="ja-JP" sz="1200" b="0" dirty="0">
                          <a:solidFill>
                            <a:schemeClr val="bg2"/>
                          </a:solidFill>
                        </a:rPr>
                        <a:t>3Q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kumimoji="1" lang="en-US" altLang="ja-JP" sz="1200" b="0" dirty="0">
                          <a:solidFill>
                            <a:schemeClr val="bg2"/>
                          </a:solidFill>
                        </a:rPr>
                        <a:t>4Q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kumimoji="1" lang="en-US" altLang="ja-JP" sz="1200" b="0" dirty="0">
                          <a:solidFill>
                            <a:schemeClr val="bg2"/>
                          </a:solidFill>
                        </a:rPr>
                        <a:t>1Q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kumimoji="1" lang="en-US" altLang="ja-JP" sz="1200" b="0" dirty="0">
                          <a:solidFill>
                            <a:schemeClr val="bg2"/>
                          </a:solidFill>
                        </a:rPr>
                        <a:t>2Q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kumimoji="1" lang="en-US" altLang="ja-JP" sz="1200" b="0" dirty="0">
                          <a:solidFill>
                            <a:schemeClr val="bg2"/>
                          </a:solidFill>
                        </a:rPr>
                        <a:t>3Q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kumimoji="1" lang="en-US" altLang="ja-JP" sz="1200" b="0" dirty="0">
                          <a:solidFill>
                            <a:schemeClr val="bg2"/>
                          </a:solidFill>
                        </a:rPr>
                        <a:t>4Q</a:t>
                      </a:r>
                      <a:endParaRPr kumimoji="1" lang="ja-JP" altLang="en-US" sz="1200" b="0" dirty="0">
                        <a:solidFill>
                          <a:schemeClr val="bg2"/>
                        </a:solidFill>
                      </a:endParaRPr>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3718188042"/>
                  </a:ext>
                </a:extLst>
              </a:tr>
              <a:tr h="832899">
                <a:tc>
                  <a:txBody>
                    <a:bodyPr/>
                    <a:lstStyle/>
                    <a:p>
                      <a:r>
                        <a:rPr kumimoji="1" lang="en-US" altLang="ja-JP" sz="1400" b="1" dirty="0">
                          <a:solidFill>
                            <a:schemeClr val="tx1"/>
                          </a:solidFill>
                        </a:rPr>
                        <a:t>ADAS</a:t>
                      </a:r>
                      <a:br>
                        <a:rPr kumimoji="1" lang="en-US" altLang="ja-JP" sz="1400" b="1" dirty="0">
                          <a:solidFill>
                            <a:schemeClr val="tx1"/>
                          </a:solidFill>
                        </a:rPr>
                      </a:br>
                      <a:r>
                        <a:rPr kumimoji="1" lang="ja-JP" altLang="en-US" sz="1400" b="1" dirty="0">
                          <a:solidFill>
                            <a:schemeClr val="tx1"/>
                          </a:solidFill>
                        </a:rPr>
                        <a:t>法規確認</a:t>
                      </a:r>
                    </a:p>
                  </a:txBody>
                  <a:tcPr marT="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928301"/>
                  </a:ext>
                </a:extLst>
              </a:tr>
              <a:tr h="832899">
                <a:tc>
                  <a:txBody>
                    <a:bodyPr/>
                    <a:lstStyle/>
                    <a:p>
                      <a:r>
                        <a:rPr kumimoji="1" lang="en-US" altLang="ja-JP" sz="1400" b="1" dirty="0">
                          <a:solidFill>
                            <a:schemeClr val="tx1"/>
                          </a:solidFill>
                        </a:rPr>
                        <a:t>SU</a:t>
                      </a:r>
                      <a:r>
                        <a:rPr kumimoji="1" lang="ja-JP" altLang="en-US" sz="1400" b="1" dirty="0">
                          <a:solidFill>
                            <a:schemeClr val="tx1"/>
                          </a:solidFill>
                        </a:rPr>
                        <a:t>認証</a:t>
                      </a:r>
                    </a:p>
                  </a:txBody>
                  <a:tcPr marT="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00079890"/>
                  </a:ext>
                </a:extLst>
              </a:tr>
              <a:tr h="832899">
                <a:tc>
                  <a:txBody>
                    <a:bodyPr/>
                    <a:lstStyle/>
                    <a:p>
                      <a:r>
                        <a:rPr kumimoji="1" lang="en-US" altLang="ja-JP" sz="1400" b="1" dirty="0">
                          <a:solidFill>
                            <a:schemeClr val="tx1"/>
                          </a:solidFill>
                        </a:rPr>
                        <a:t>EMC</a:t>
                      </a:r>
                      <a:r>
                        <a:rPr kumimoji="1" lang="ja-JP" altLang="en-US" sz="1400" b="1" dirty="0">
                          <a:solidFill>
                            <a:schemeClr val="tx1"/>
                          </a:solidFill>
                        </a:rPr>
                        <a:t>認証</a:t>
                      </a:r>
                    </a:p>
                  </a:txBody>
                  <a:tcPr marT="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19666750"/>
                  </a:ext>
                </a:extLst>
              </a:tr>
              <a:tr h="1258095">
                <a:tc>
                  <a:txBody>
                    <a:bodyPr/>
                    <a:lstStyle/>
                    <a:p>
                      <a:r>
                        <a:rPr kumimoji="1" lang="ja-JP" altLang="en-US" sz="1400" b="1" dirty="0">
                          <a:solidFill>
                            <a:schemeClr val="tx1"/>
                          </a:solidFill>
                        </a:rPr>
                        <a:t>基盤化</a:t>
                      </a:r>
                    </a:p>
                  </a:txBody>
                  <a:tcPr marT="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kumimoji="1" lang="ja-JP" altLang="en-US" sz="1400" b="1" dirty="0"/>
                    </a:p>
                  </a:txBody>
                  <a:tcPr marT="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18421951"/>
                  </a:ext>
                </a:extLst>
              </a:tr>
            </a:tbl>
          </a:graphicData>
        </a:graphic>
      </p:graphicFrame>
      <p:sp>
        <p:nvSpPr>
          <p:cNvPr id="4" name="矢印: 五方向 3">
            <a:extLst>
              <a:ext uri="{FF2B5EF4-FFF2-40B4-BE49-F238E27FC236}">
                <a16:creationId xmlns:a16="http://schemas.microsoft.com/office/drawing/2014/main" id="{28F94562-EA29-0751-F8B6-D96471E87517}"/>
              </a:ext>
            </a:extLst>
          </p:cNvPr>
          <p:cNvSpPr/>
          <p:nvPr/>
        </p:nvSpPr>
        <p:spPr>
          <a:xfrm>
            <a:off x="2609425" y="2456951"/>
            <a:ext cx="1128316" cy="326356"/>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bg1"/>
                </a:solidFill>
              </a:rPr>
              <a:t>PoC</a:t>
            </a:r>
            <a:r>
              <a:rPr kumimoji="1" lang="ja-JP" altLang="en-US" sz="1400" dirty="0">
                <a:solidFill>
                  <a:schemeClr val="bg1"/>
                </a:solidFill>
              </a:rPr>
              <a:t>開発</a:t>
            </a:r>
          </a:p>
        </p:txBody>
      </p:sp>
      <p:sp>
        <p:nvSpPr>
          <p:cNvPr id="5" name="矢印: 五方向 4">
            <a:extLst>
              <a:ext uri="{FF2B5EF4-FFF2-40B4-BE49-F238E27FC236}">
                <a16:creationId xmlns:a16="http://schemas.microsoft.com/office/drawing/2014/main" id="{945E63FD-57C9-4FF2-18A9-11E65D631FF1}"/>
              </a:ext>
            </a:extLst>
          </p:cNvPr>
          <p:cNvSpPr/>
          <p:nvPr/>
        </p:nvSpPr>
        <p:spPr>
          <a:xfrm>
            <a:off x="3813204" y="2456951"/>
            <a:ext cx="1128316" cy="326356"/>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トライ</a:t>
            </a:r>
          </a:p>
        </p:txBody>
      </p:sp>
      <p:sp>
        <p:nvSpPr>
          <p:cNvPr id="10" name="矢印: 五方向 9">
            <a:extLst>
              <a:ext uri="{FF2B5EF4-FFF2-40B4-BE49-F238E27FC236}">
                <a16:creationId xmlns:a16="http://schemas.microsoft.com/office/drawing/2014/main" id="{5D456D15-97CE-370B-105F-4AAAF642770F}"/>
              </a:ext>
            </a:extLst>
          </p:cNvPr>
          <p:cNvSpPr/>
          <p:nvPr/>
        </p:nvSpPr>
        <p:spPr>
          <a:xfrm>
            <a:off x="2603285" y="4837526"/>
            <a:ext cx="1770510" cy="326356"/>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構想検討・設計</a:t>
            </a:r>
          </a:p>
        </p:txBody>
      </p:sp>
      <p:sp>
        <p:nvSpPr>
          <p:cNvPr id="11" name="矢印: 五方向 10">
            <a:extLst>
              <a:ext uri="{FF2B5EF4-FFF2-40B4-BE49-F238E27FC236}">
                <a16:creationId xmlns:a16="http://schemas.microsoft.com/office/drawing/2014/main" id="{2066C865-F18E-7537-AC3A-175751A65AFB}"/>
              </a:ext>
            </a:extLst>
          </p:cNvPr>
          <p:cNvSpPr/>
          <p:nvPr/>
        </p:nvSpPr>
        <p:spPr>
          <a:xfrm>
            <a:off x="5036713" y="5343381"/>
            <a:ext cx="5793980" cy="326356"/>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開発</a:t>
            </a:r>
          </a:p>
        </p:txBody>
      </p:sp>
      <p:sp>
        <p:nvSpPr>
          <p:cNvPr id="16" name="吹き出し: 四角形 15">
            <a:extLst>
              <a:ext uri="{FF2B5EF4-FFF2-40B4-BE49-F238E27FC236}">
                <a16:creationId xmlns:a16="http://schemas.microsoft.com/office/drawing/2014/main" id="{92B9219E-DBA7-6F47-30C3-8869BDA2A787}"/>
              </a:ext>
            </a:extLst>
          </p:cNvPr>
          <p:cNvSpPr/>
          <p:nvPr/>
        </p:nvSpPr>
        <p:spPr>
          <a:xfrm>
            <a:off x="1587550" y="5250831"/>
            <a:ext cx="1447045" cy="340075"/>
          </a:xfrm>
          <a:prstGeom prst="wedgeRectCallout">
            <a:avLst>
              <a:gd name="adj1" fmla="val 45311"/>
              <a:gd name="adj2" fmla="val -79855"/>
            </a:avLst>
          </a:prstGeom>
          <a:solidFill>
            <a:schemeClr val="accent1">
              <a:lumMod val="40000"/>
              <a:lumOff val="60000"/>
            </a:schemeClr>
          </a:solidFill>
          <a:ln>
            <a:solidFill>
              <a:schemeClr val="accent1">
                <a:lumMod val="60000"/>
                <a:lumOff val="4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72000" tIns="72000" rIns="72000" bIns="72000" rtlCol="0" anchor="ctr">
            <a:spAutoFit/>
          </a:bodyPr>
          <a:lstStyle/>
          <a:p>
            <a:pPr marL="171450" indent="-171450">
              <a:lnSpc>
                <a:spcPct val="120000"/>
              </a:lnSpc>
              <a:spcBef>
                <a:spcPts val="300"/>
              </a:spcBef>
              <a:buFont typeface="Arial" panose="020B0604020202020204" pitchFamily="34" charset="0"/>
              <a:buChar char="•"/>
            </a:pPr>
            <a:r>
              <a:rPr kumimoji="1" lang="ja-JP" altLang="en-US" sz="1100" dirty="0">
                <a:solidFill>
                  <a:schemeClr val="tx1"/>
                </a:solidFill>
              </a:rPr>
              <a:t>並行して構想検討</a:t>
            </a:r>
          </a:p>
        </p:txBody>
      </p:sp>
      <p:sp>
        <p:nvSpPr>
          <p:cNvPr id="17" name="吹き出し: 四角形 16">
            <a:extLst>
              <a:ext uri="{FF2B5EF4-FFF2-40B4-BE49-F238E27FC236}">
                <a16:creationId xmlns:a16="http://schemas.microsoft.com/office/drawing/2014/main" id="{82A502C5-CEEC-746C-CBE4-B0841B9B34CC}"/>
              </a:ext>
            </a:extLst>
          </p:cNvPr>
          <p:cNvSpPr/>
          <p:nvPr/>
        </p:nvSpPr>
        <p:spPr>
          <a:xfrm>
            <a:off x="6868468" y="4230123"/>
            <a:ext cx="1023852" cy="823284"/>
          </a:xfrm>
          <a:prstGeom prst="wedgeRectCallout">
            <a:avLst>
              <a:gd name="adj1" fmla="val -36314"/>
              <a:gd name="adj2" fmla="val 89154"/>
            </a:avLst>
          </a:prstGeom>
          <a:solidFill>
            <a:schemeClr val="accent1">
              <a:lumMod val="40000"/>
              <a:lumOff val="60000"/>
            </a:schemeClr>
          </a:solidFill>
          <a:ln>
            <a:solidFill>
              <a:schemeClr val="accent1">
                <a:lumMod val="60000"/>
                <a:lumOff val="4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72000" tIns="72000" rIns="72000" bIns="72000" rtlCol="0" anchor="ctr">
            <a:spAutoFit/>
          </a:bodyPr>
          <a:lstStyle/>
          <a:p>
            <a:pPr marL="171450" indent="-171450">
              <a:lnSpc>
                <a:spcPct val="120000"/>
              </a:lnSpc>
              <a:spcBef>
                <a:spcPts val="300"/>
              </a:spcBef>
              <a:buFont typeface="Arial" panose="020B0604020202020204" pitchFamily="34" charset="0"/>
              <a:buChar char="•"/>
            </a:pPr>
            <a:r>
              <a:rPr kumimoji="1" lang="ja-JP" altLang="en-US" sz="1100" dirty="0">
                <a:solidFill>
                  <a:schemeClr val="tx1"/>
                </a:solidFill>
              </a:rPr>
              <a:t>全体最適化</a:t>
            </a:r>
            <a:endParaRPr kumimoji="1" lang="en-US" altLang="ja-JP" sz="1100" dirty="0">
              <a:solidFill>
                <a:schemeClr val="tx1"/>
              </a:solidFill>
            </a:endParaRPr>
          </a:p>
          <a:p>
            <a:pPr marL="171450" indent="-171450">
              <a:lnSpc>
                <a:spcPct val="120000"/>
              </a:lnSpc>
              <a:spcBef>
                <a:spcPts val="300"/>
              </a:spcBef>
              <a:buFont typeface="Arial" panose="020B0604020202020204" pitchFamily="34" charset="0"/>
              <a:buChar char="•"/>
            </a:pPr>
            <a:r>
              <a:rPr kumimoji="1" lang="ja-JP" altLang="en-US" sz="1100" dirty="0">
                <a:solidFill>
                  <a:schemeClr val="tx1"/>
                </a:solidFill>
              </a:rPr>
              <a:t>拡張</a:t>
            </a:r>
            <a:endParaRPr kumimoji="1" lang="en-US" altLang="ja-JP" sz="1100" dirty="0">
              <a:solidFill>
                <a:schemeClr val="tx1"/>
              </a:solidFill>
            </a:endParaRPr>
          </a:p>
          <a:p>
            <a:pPr marL="171450" indent="-171450">
              <a:lnSpc>
                <a:spcPct val="120000"/>
              </a:lnSpc>
              <a:spcBef>
                <a:spcPts val="300"/>
              </a:spcBef>
              <a:buFont typeface="Arial" panose="020B0604020202020204" pitchFamily="34" charset="0"/>
              <a:buChar char="•"/>
            </a:pPr>
            <a:r>
              <a:rPr kumimoji="1" lang="ja-JP" altLang="en-US" sz="1100" dirty="0">
                <a:solidFill>
                  <a:schemeClr val="tx1"/>
                </a:solidFill>
              </a:rPr>
              <a:t>高度化</a:t>
            </a:r>
          </a:p>
        </p:txBody>
      </p:sp>
      <p:sp>
        <p:nvSpPr>
          <p:cNvPr id="18" name="矢印: 五方向 17">
            <a:extLst>
              <a:ext uri="{FF2B5EF4-FFF2-40B4-BE49-F238E27FC236}">
                <a16:creationId xmlns:a16="http://schemas.microsoft.com/office/drawing/2014/main" id="{F17331F9-02BA-8C6B-51B3-08B1D647F689}"/>
              </a:ext>
            </a:extLst>
          </p:cNvPr>
          <p:cNvSpPr/>
          <p:nvPr/>
        </p:nvSpPr>
        <p:spPr>
          <a:xfrm>
            <a:off x="1424547" y="2456951"/>
            <a:ext cx="1128316" cy="326356"/>
          </a:xfrm>
          <a:prstGeom prst="homePlate">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業務分析</a:t>
            </a:r>
          </a:p>
        </p:txBody>
      </p:sp>
      <p:sp>
        <p:nvSpPr>
          <p:cNvPr id="25" name="テキスト ボックス 24">
            <a:extLst>
              <a:ext uri="{FF2B5EF4-FFF2-40B4-BE49-F238E27FC236}">
                <a16:creationId xmlns:a16="http://schemas.microsoft.com/office/drawing/2014/main" id="{9B461848-E939-8925-CDCB-56288722F09F}"/>
              </a:ext>
            </a:extLst>
          </p:cNvPr>
          <p:cNvSpPr txBox="1"/>
          <p:nvPr/>
        </p:nvSpPr>
        <p:spPr>
          <a:xfrm>
            <a:off x="5956671" y="5091185"/>
            <a:ext cx="954107" cy="276999"/>
          </a:xfrm>
          <a:prstGeom prst="rect">
            <a:avLst/>
          </a:prstGeom>
          <a:noFill/>
        </p:spPr>
        <p:txBody>
          <a:bodyPr wrap="none" rtlCol="0">
            <a:spAutoFit/>
          </a:bodyPr>
          <a:lstStyle/>
          <a:p>
            <a:r>
              <a:rPr kumimoji="1" lang="ja-JP" altLang="en-US" sz="1200" b="1" dirty="0"/>
              <a:t>▼リリース</a:t>
            </a:r>
          </a:p>
        </p:txBody>
      </p:sp>
      <p:sp>
        <p:nvSpPr>
          <p:cNvPr id="26" name="テキスト ボックス 25">
            <a:extLst>
              <a:ext uri="{FF2B5EF4-FFF2-40B4-BE49-F238E27FC236}">
                <a16:creationId xmlns:a16="http://schemas.microsoft.com/office/drawing/2014/main" id="{2DBAF986-E62F-E6A8-84BE-8D9A504FAC47}"/>
              </a:ext>
            </a:extLst>
          </p:cNvPr>
          <p:cNvSpPr txBox="1"/>
          <p:nvPr/>
        </p:nvSpPr>
        <p:spPr>
          <a:xfrm>
            <a:off x="7155288" y="5091185"/>
            <a:ext cx="954107" cy="276999"/>
          </a:xfrm>
          <a:prstGeom prst="rect">
            <a:avLst/>
          </a:prstGeom>
          <a:noFill/>
        </p:spPr>
        <p:txBody>
          <a:bodyPr wrap="none" rtlCol="0">
            <a:spAutoFit/>
          </a:bodyPr>
          <a:lstStyle/>
          <a:p>
            <a:r>
              <a:rPr kumimoji="1" lang="ja-JP" altLang="en-US" sz="1200" b="1" dirty="0"/>
              <a:t>▼リリース</a:t>
            </a:r>
          </a:p>
        </p:txBody>
      </p:sp>
      <p:sp>
        <p:nvSpPr>
          <p:cNvPr id="27" name="テキスト ボックス 26">
            <a:extLst>
              <a:ext uri="{FF2B5EF4-FFF2-40B4-BE49-F238E27FC236}">
                <a16:creationId xmlns:a16="http://schemas.microsoft.com/office/drawing/2014/main" id="{07F4C769-E1AD-2BCD-5B71-3CFCE0FBA2D5}"/>
              </a:ext>
            </a:extLst>
          </p:cNvPr>
          <p:cNvSpPr txBox="1"/>
          <p:nvPr/>
        </p:nvSpPr>
        <p:spPr>
          <a:xfrm>
            <a:off x="8310102" y="5091185"/>
            <a:ext cx="954107" cy="276999"/>
          </a:xfrm>
          <a:prstGeom prst="rect">
            <a:avLst/>
          </a:prstGeom>
          <a:noFill/>
        </p:spPr>
        <p:txBody>
          <a:bodyPr wrap="none" rtlCol="0">
            <a:spAutoFit/>
          </a:bodyPr>
          <a:lstStyle/>
          <a:p>
            <a:r>
              <a:rPr kumimoji="1" lang="ja-JP" altLang="en-US" sz="1200" b="1" dirty="0"/>
              <a:t>▼リリース</a:t>
            </a:r>
          </a:p>
        </p:txBody>
      </p:sp>
      <p:sp>
        <p:nvSpPr>
          <p:cNvPr id="28" name="テキスト ボックス 27">
            <a:extLst>
              <a:ext uri="{FF2B5EF4-FFF2-40B4-BE49-F238E27FC236}">
                <a16:creationId xmlns:a16="http://schemas.microsoft.com/office/drawing/2014/main" id="{9995859F-9ACE-167E-4E3C-2489A770F372}"/>
              </a:ext>
            </a:extLst>
          </p:cNvPr>
          <p:cNvSpPr txBox="1"/>
          <p:nvPr/>
        </p:nvSpPr>
        <p:spPr>
          <a:xfrm>
            <a:off x="9536058" y="5091185"/>
            <a:ext cx="954107" cy="276999"/>
          </a:xfrm>
          <a:prstGeom prst="rect">
            <a:avLst/>
          </a:prstGeom>
          <a:noFill/>
        </p:spPr>
        <p:txBody>
          <a:bodyPr wrap="none" rtlCol="0">
            <a:spAutoFit/>
          </a:bodyPr>
          <a:lstStyle/>
          <a:p>
            <a:r>
              <a:rPr kumimoji="1" lang="ja-JP" altLang="en-US" sz="1200" b="1" dirty="0"/>
              <a:t>▼リリース</a:t>
            </a:r>
          </a:p>
        </p:txBody>
      </p:sp>
      <p:sp>
        <p:nvSpPr>
          <p:cNvPr id="30" name="吹き出し: 四角形 29">
            <a:extLst>
              <a:ext uri="{FF2B5EF4-FFF2-40B4-BE49-F238E27FC236}">
                <a16:creationId xmlns:a16="http://schemas.microsoft.com/office/drawing/2014/main" id="{FDFFE8BF-DF9A-CF86-2BC1-D61E4B025490}"/>
              </a:ext>
            </a:extLst>
          </p:cNvPr>
          <p:cNvSpPr/>
          <p:nvPr/>
        </p:nvSpPr>
        <p:spPr>
          <a:xfrm>
            <a:off x="8247514" y="4575761"/>
            <a:ext cx="1870237" cy="340075"/>
          </a:xfrm>
          <a:prstGeom prst="wedgeRectCallout">
            <a:avLst>
              <a:gd name="adj1" fmla="val -30915"/>
              <a:gd name="adj2" fmla="val 105650"/>
            </a:avLst>
          </a:prstGeom>
          <a:solidFill>
            <a:schemeClr val="accent1">
              <a:lumMod val="40000"/>
              <a:lumOff val="60000"/>
            </a:schemeClr>
          </a:solidFill>
          <a:ln>
            <a:solidFill>
              <a:schemeClr val="accent1">
                <a:lumMod val="60000"/>
                <a:lumOff val="4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72000" tIns="72000" rIns="72000" bIns="72000" rtlCol="0" anchor="ctr">
            <a:spAutoFit/>
          </a:bodyPr>
          <a:lstStyle/>
          <a:p>
            <a:pPr marL="171450" indent="-171450">
              <a:lnSpc>
                <a:spcPct val="120000"/>
              </a:lnSpc>
              <a:spcBef>
                <a:spcPts val="300"/>
              </a:spcBef>
              <a:buFont typeface="Arial" panose="020B0604020202020204" pitchFamily="34" charset="0"/>
              <a:buChar char="•"/>
            </a:pPr>
            <a:r>
              <a:rPr kumimoji="1" lang="ja-JP" altLang="en-US" sz="1100" dirty="0">
                <a:solidFill>
                  <a:schemeClr val="tx1"/>
                </a:solidFill>
              </a:rPr>
              <a:t>継続的に効果を積み上げ</a:t>
            </a:r>
          </a:p>
        </p:txBody>
      </p:sp>
      <p:sp>
        <p:nvSpPr>
          <p:cNvPr id="15" name="矢印: 五方向 14">
            <a:extLst>
              <a:ext uri="{FF2B5EF4-FFF2-40B4-BE49-F238E27FC236}">
                <a16:creationId xmlns:a16="http://schemas.microsoft.com/office/drawing/2014/main" id="{5F6C2183-97AC-B43A-91E1-B151528C7314}"/>
              </a:ext>
            </a:extLst>
          </p:cNvPr>
          <p:cNvSpPr/>
          <p:nvPr/>
        </p:nvSpPr>
        <p:spPr>
          <a:xfrm>
            <a:off x="3805357" y="5343381"/>
            <a:ext cx="1136876" cy="326356"/>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環境構築</a:t>
            </a:r>
          </a:p>
        </p:txBody>
      </p:sp>
      <p:sp>
        <p:nvSpPr>
          <p:cNvPr id="22" name="矢印: 五方向 21">
            <a:extLst>
              <a:ext uri="{FF2B5EF4-FFF2-40B4-BE49-F238E27FC236}">
                <a16:creationId xmlns:a16="http://schemas.microsoft.com/office/drawing/2014/main" id="{37C696EB-45EE-B85A-08CF-D5876A3946E7}"/>
              </a:ext>
            </a:extLst>
          </p:cNvPr>
          <p:cNvSpPr/>
          <p:nvPr/>
        </p:nvSpPr>
        <p:spPr>
          <a:xfrm>
            <a:off x="3253770" y="3314949"/>
            <a:ext cx="1128316" cy="326356"/>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bg1"/>
                </a:solidFill>
              </a:rPr>
              <a:t>PoC</a:t>
            </a:r>
            <a:r>
              <a:rPr kumimoji="1" lang="ja-JP" altLang="en-US" sz="1400" dirty="0">
                <a:solidFill>
                  <a:schemeClr val="bg1"/>
                </a:solidFill>
              </a:rPr>
              <a:t>開発</a:t>
            </a:r>
          </a:p>
        </p:txBody>
      </p:sp>
      <p:sp>
        <p:nvSpPr>
          <p:cNvPr id="31" name="矢印: 五方向 30">
            <a:extLst>
              <a:ext uri="{FF2B5EF4-FFF2-40B4-BE49-F238E27FC236}">
                <a16:creationId xmlns:a16="http://schemas.microsoft.com/office/drawing/2014/main" id="{576BE6E2-A460-32C9-5220-84B587C53E36}"/>
              </a:ext>
            </a:extLst>
          </p:cNvPr>
          <p:cNvSpPr/>
          <p:nvPr/>
        </p:nvSpPr>
        <p:spPr>
          <a:xfrm>
            <a:off x="4457549" y="3314949"/>
            <a:ext cx="1128316" cy="326356"/>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トライ</a:t>
            </a:r>
          </a:p>
        </p:txBody>
      </p:sp>
      <p:sp>
        <p:nvSpPr>
          <p:cNvPr id="33" name="矢印: 五方向 32">
            <a:extLst>
              <a:ext uri="{FF2B5EF4-FFF2-40B4-BE49-F238E27FC236}">
                <a16:creationId xmlns:a16="http://schemas.microsoft.com/office/drawing/2014/main" id="{61ACAFF6-ECCA-4B5D-19C7-2ECC451B15E6}"/>
              </a:ext>
            </a:extLst>
          </p:cNvPr>
          <p:cNvSpPr/>
          <p:nvPr/>
        </p:nvSpPr>
        <p:spPr>
          <a:xfrm>
            <a:off x="3802026" y="4126948"/>
            <a:ext cx="1128316" cy="326356"/>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bg1"/>
                </a:solidFill>
              </a:rPr>
              <a:t>PoC</a:t>
            </a:r>
            <a:r>
              <a:rPr kumimoji="1" lang="ja-JP" altLang="en-US" sz="1400" dirty="0">
                <a:solidFill>
                  <a:schemeClr val="bg1"/>
                </a:solidFill>
              </a:rPr>
              <a:t>開発</a:t>
            </a:r>
          </a:p>
        </p:txBody>
      </p:sp>
      <p:sp>
        <p:nvSpPr>
          <p:cNvPr id="34" name="矢印: 五方向 33">
            <a:extLst>
              <a:ext uri="{FF2B5EF4-FFF2-40B4-BE49-F238E27FC236}">
                <a16:creationId xmlns:a16="http://schemas.microsoft.com/office/drawing/2014/main" id="{1511D57C-9131-C52A-96C8-76B87898530A}"/>
              </a:ext>
            </a:extLst>
          </p:cNvPr>
          <p:cNvSpPr/>
          <p:nvPr/>
        </p:nvSpPr>
        <p:spPr>
          <a:xfrm>
            <a:off x="5005805" y="4126948"/>
            <a:ext cx="1128316" cy="326356"/>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トライ</a:t>
            </a:r>
          </a:p>
        </p:txBody>
      </p:sp>
      <p:sp>
        <p:nvSpPr>
          <p:cNvPr id="6" name="吹き出し: 四角形 5">
            <a:extLst>
              <a:ext uri="{FF2B5EF4-FFF2-40B4-BE49-F238E27FC236}">
                <a16:creationId xmlns:a16="http://schemas.microsoft.com/office/drawing/2014/main" id="{96523C38-15C1-C509-4326-69359CA0D85A}"/>
              </a:ext>
            </a:extLst>
          </p:cNvPr>
          <p:cNvSpPr/>
          <p:nvPr/>
        </p:nvSpPr>
        <p:spPr>
          <a:xfrm>
            <a:off x="3592962" y="5872422"/>
            <a:ext cx="1729173" cy="340075"/>
          </a:xfrm>
          <a:prstGeom prst="wedgeRectCallout">
            <a:avLst>
              <a:gd name="adj1" fmla="val -5746"/>
              <a:gd name="adj2" fmla="val -119260"/>
            </a:avLst>
          </a:prstGeom>
          <a:solidFill>
            <a:schemeClr val="accent1">
              <a:lumMod val="40000"/>
              <a:lumOff val="60000"/>
            </a:schemeClr>
          </a:solidFill>
          <a:ln>
            <a:solidFill>
              <a:schemeClr val="accent1">
                <a:lumMod val="60000"/>
                <a:lumOff val="4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72000" tIns="72000" rIns="72000" bIns="72000" rtlCol="0" anchor="ctr">
            <a:spAutoFit/>
          </a:bodyPr>
          <a:lstStyle/>
          <a:p>
            <a:pPr marL="171450" indent="-171450">
              <a:lnSpc>
                <a:spcPct val="120000"/>
              </a:lnSpc>
              <a:spcBef>
                <a:spcPts val="300"/>
              </a:spcBef>
              <a:buFont typeface="Arial" panose="020B0604020202020204" pitchFamily="34" charset="0"/>
              <a:buChar char="•"/>
            </a:pPr>
            <a:r>
              <a:rPr kumimoji="1" lang="ja-JP" altLang="en-US" sz="1100" dirty="0">
                <a:solidFill>
                  <a:schemeClr val="tx1"/>
                </a:solidFill>
              </a:rPr>
              <a:t>情シ予算に切り替え？</a:t>
            </a:r>
          </a:p>
        </p:txBody>
      </p:sp>
      <p:sp>
        <p:nvSpPr>
          <p:cNvPr id="7" name="正方形/長方形 6">
            <a:extLst>
              <a:ext uri="{FF2B5EF4-FFF2-40B4-BE49-F238E27FC236}">
                <a16:creationId xmlns:a16="http://schemas.microsoft.com/office/drawing/2014/main" id="{5D349223-CD6E-DA3A-D35A-1BD8015ADC0C}"/>
              </a:ext>
            </a:extLst>
          </p:cNvPr>
          <p:cNvSpPr/>
          <p:nvPr/>
        </p:nvSpPr>
        <p:spPr>
          <a:xfrm>
            <a:off x="2552862" y="2116825"/>
            <a:ext cx="3641867" cy="2467027"/>
          </a:xfrm>
          <a:prstGeom prst="rect">
            <a:avLst/>
          </a:prstGeom>
          <a:noFill/>
          <a:ln w="3810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吹き出し: 四角形 12">
            <a:extLst>
              <a:ext uri="{FF2B5EF4-FFF2-40B4-BE49-F238E27FC236}">
                <a16:creationId xmlns:a16="http://schemas.microsoft.com/office/drawing/2014/main" id="{6C2CD659-C05C-3F70-FCA2-2959FCE7FCF1}"/>
              </a:ext>
            </a:extLst>
          </p:cNvPr>
          <p:cNvSpPr/>
          <p:nvPr/>
        </p:nvSpPr>
        <p:spPr>
          <a:xfrm>
            <a:off x="6364502" y="2233861"/>
            <a:ext cx="2977913" cy="340075"/>
          </a:xfrm>
          <a:prstGeom prst="wedgeRectCallout">
            <a:avLst>
              <a:gd name="adj1" fmla="val -59587"/>
              <a:gd name="adj2" fmla="val 36484"/>
            </a:avLst>
          </a:prstGeom>
          <a:solidFill>
            <a:schemeClr val="accent1">
              <a:lumMod val="40000"/>
              <a:lumOff val="60000"/>
            </a:schemeClr>
          </a:solidFill>
          <a:ln>
            <a:solidFill>
              <a:schemeClr val="accent1">
                <a:lumMod val="60000"/>
                <a:lumOff val="4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72000" tIns="72000" rIns="72000" bIns="72000" rtlCol="0" anchor="ctr">
            <a:spAutoFit/>
          </a:bodyPr>
          <a:lstStyle/>
          <a:p>
            <a:pPr marL="171450" indent="-171450">
              <a:lnSpc>
                <a:spcPct val="120000"/>
              </a:lnSpc>
              <a:spcBef>
                <a:spcPts val="300"/>
              </a:spcBef>
              <a:buFont typeface="Arial" panose="020B0604020202020204" pitchFamily="34" charset="0"/>
              <a:buChar char="•"/>
            </a:pPr>
            <a:r>
              <a:rPr kumimoji="1" lang="ja-JP" altLang="en-US" sz="1100" dirty="0">
                <a:solidFill>
                  <a:schemeClr val="tx1"/>
                </a:solidFill>
              </a:rPr>
              <a:t>業務分析、</a:t>
            </a:r>
            <a:r>
              <a:rPr kumimoji="1" lang="en-US" altLang="ja-JP" sz="1100" dirty="0">
                <a:solidFill>
                  <a:schemeClr val="tx1"/>
                </a:solidFill>
              </a:rPr>
              <a:t>PoC</a:t>
            </a:r>
            <a:r>
              <a:rPr kumimoji="1" lang="ja-JP" altLang="en-US" sz="1100" dirty="0">
                <a:solidFill>
                  <a:schemeClr val="tx1"/>
                </a:solidFill>
              </a:rPr>
              <a:t>は試験研究費で取り組み中</a:t>
            </a:r>
            <a:endParaRPr kumimoji="1" lang="en-US" altLang="ja-JP" sz="1100" dirty="0">
              <a:solidFill>
                <a:schemeClr val="tx1"/>
              </a:solidFill>
            </a:endParaRPr>
          </a:p>
        </p:txBody>
      </p:sp>
    </p:spTree>
    <p:extLst>
      <p:ext uri="{BB962C8B-B14F-4D97-AF65-F5344CB8AC3E}">
        <p14:creationId xmlns:p14="http://schemas.microsoft.com/office/powerpoint/2010/main" val="2377888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EDAB1B0A-F108-60D3-2DF0-C6A9D26F070C}"/>
              </a:ext>
            </a:extLst>
          </p:cNvPr>
          <p:cNvSpPr>
            <a:spLocks noGrp="1"/>
          </p:cNvSpPr>
          <p:nvPr>
            <p:ph type="body" sz="quarter" idx="13"/>
          </p:nvPr>
        </p:nvSpPr>
        <p:spPr>
          <a:xfrm>
            <a:off x="1620767" y="2607240"/>
            <a:ext cx="8950464" cy="1643527"/>
          </a:xfrm>
        </p:spPr>
        <p:txBody>
          <a:bodyPr/>
          <a:lstStyle/>
          <a:p>
            <a:r>
              <a:rPr lang="en-US" altLang="ja-JP" dirty="0"/>
              <a:t>(DIT)</a:t>
            </a:r>
            <a:r>
              <a:rPr lang="en-US" altLang="ja-JP" dirty="0" err="1"/>
              <a:t>RxSWIN</a:t>
            </a:r>
            <a:r>
              <a:rPr lang="ja-JP" altLang="en-US" dirty="0"/>
              <a:t>法規対応活動との連携について</a:t>
            </a:r>
          </a:p>
          <a:p>
            <a:endParaRPr lang="ja-JP" altLang="en-US" dirty="0"/>
          </a:p>
        </p:txBody>
      </p:sp>
      <p:sp>
        <p:nvSpPr>
          <p:cNvPr id="2" name="テキスト ボックス 1">
            <a:extLst>
              <a:ext uri="{FF2B5EF4-FFF2-40B4-BE49-F238E27FC236}">
                <a16:creationId xmlns:a16="http://schemas.microsoft.com/office/drawing/2014/main" id="{BCCED9BE-FD4E-2213-66E6-016EEAA497C7}"/>
              </a:ext>
            </a:extLst>
          </p:cNvPr>
          <p:cNvSpPr txBox="1"/>
          <p:nvPr/>
        </p:nvSpPr>
        <p:spPr>
          <a:xfrm>
            <a:off x="1620767" y="2237908"/>
            <a:ext cx="2262158" cy="369332"/>
          </a:xfrm>
          <a:prstGeom prst="rect">
            <a:avLst/>
          </a:prstGeom>
          <a:noFill/>
        </p:spPr>
        <p:txBody>
          <a:bodyPr wrap="none" rtlCol="0">
            <a:spAutoFit/>
          </a:bodyPr>
          <a:lstStyle/>
          <a:p>
            <a:r>
              <a:rPr kumimoji="1" lang="ja-JP" altLang="en-US" dirty="0">
                <a:solidFill>
                  <a:schemeClr val="tx2"/>
                </a:solidFill>
              </a:rPr>
              <a:t>状況変化あり・・・</a:t>
            </a:r>
          </a:p>
        </p:txBody>
      </p:sp>
    </p:spTree>
    <p:extLst>
      <p:ext uri="{BB962C8B-B14F-4D97-AF65-F5344CB8AC3E}">
        <p14:creationId xmlns:p14="http://schemas.microsoft.com/office/powerpoint/2010/main" val="3184703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BAC0F62-85CE-ADF9-DBEC-D04322D3FCA3}"/>
              </a:ext>
            </a:extLst>
          </p:cNvPr>
          <p:cNvSpPr>
            <a:spLocks noGrp="1"/>
          </p:cNvSpPr>
          <p:nvPr>
            <p:ph type="title"/>
          </p:nvPr>
        </p:nvSpPr>
        <p:spPr/>
        <p:txBody>
          <a:bodyPr/>
          <a:lstStyle/>
          <a:p>
            <a:r>
              <a:rPr lang="en-US" altLang="ja-JP" dirty="0" err="1"/>
              <a:t>RxSWIN</a:t>
            </a:r>
            <a:r>
              <a:rPr lang="ja-JP" altLang="en-US" dirty="0"/>
              <a:t>法規対応活動概要</a:t>
            </a:r>
          </a:p>
        </p:txBody>
      </p:sp>
      <p:pic>
        <p:nvPicPr>
          <p:cNvPr id="4" name="図 3">
            <a:extLst>
              <a:ext uri="{FF2B5EF4-FFF2-40B4-BE49-F238E27FC236}">
                <a16:creationId xmlns:a16="http://schemas.microsoft.com/office/drawing/2014/main" id="{6401F134-826E-DBD5-B765-DAAFFBB7C40C}"/>
              </a:ext>
            </a:extLst>
          </p:cNvPr>
          <p:cNvPicPr>
            <a:picLocks noChangeAspect="1"/>
          </p:cNvPicPr>
          <p:nvPr/>
        </p:nvPicPr>
        <p:blipFill>
          <a:blip r:embed="rId2"/>
          <a:stretch>
            <a:fillRect/>
          </a:stretch>
        </p:blipFill>
        <p:spPr>
          <a:xfrm>
            <a:off x="452581" y="1558106"/>
            <a:ext cx="5420867" cy="3049237"/>
          </a:xfrm>
          <a:prstGeom prst="rect">
            <a:avLst/>
          </a:prstGeom>
          <a:ln>
            <a:solidFill>
              <a:schemeClr val="bg1">
                <a:lumMod val="75000"/>
              </a:schemeClr>
            </a:solidFill>
          </a:ln>
          <a:effectLst>
            <a:outerShdw blurRad="50800" dist="38100" dir="5400000" algn="t" rotWithShape="0">
              <a:prstClr val="black">
                <a:alpha val="40000"/>
              </a:prstClr>
            </a:outerShdw>
          </a:effectLst>
        </p:spPr>
      </p:pic>
      <p:pic>
        <p:nvPicPr>
          <p:cNvPr id="5" name="図 4">
            <a:extLst>
              <a:ext uri="{FF2B5EF4-FFF2-40B4-BE49-F238E27FC236}">
                <a16:creationId xmlns:a16="http://schemas.microsoft.com/office/drawing/2014/main" id="{572AC94F-29F8-B380-8625-93F18ECBFE85}"/>
              </a:ext>
            </a:extLst>
          </p:cNvPr>
          <p:cNvPicPr>
            <a:picLocks noChangeAspect="1"/>
          </p:cNvPicPr>
          <p:nvPr/>
        </p:nvPicPr>
        <p:blipFill>
          <a:blip r:embed="rId3"/>
          <a:stretch>
            <a:fillRect/>
          </a:stretch>
        </p:blipFill>
        <p:spPr>
          <a:xfrm>
            <a:off x="6318551" y="1558106"/>
            <a:ext cx="5420867" cy="3049237"/>
          </a:xfrm>
          <a:prstGeom prst="rect">
            <a:avLst/>
          </a:prstGeom>
          <a:ln>
            <a:solidFill>
              <a:schemeClr val="bg1">
                <a:lumMod val="75000"/>
              </a:schemeClr>
            </a:solidFill>
          </a:ln>
          <a:effectLst>
            <a:outerShdw blurRad="50800" dist="38100" dir="5400000" algn="t" rotWithShape="0">
              <a:prstClr val="black">
                <a:alpha val="40000"/>
              </a:prstClr>
            </a:outerShdw>
          </a:effectLst>
        </p:spPr>
      </p:pic>
      <p:sp>
        <p:nvSpPr>
          <p:cNvPr id="6" name="コンテンツ プレースホルダー 28">
            <a:extLst>
              <a:ext uri="{FF2B5EF4-FFF2-40B4-BE49-F238E27FC236}">
                <a16:creationId xmlns:a16="http://schemas.microsoft.com/office/drawing/2014/main" id="{D02700F5-FBB7-E1EF-DE85-EF9ABFEB8ACF}"/>
              </a:ext>
            </a:extLst>
          </p:cNvPr>
          <p:cNvSpPr txBox="1">
            <a:spLocks/>
          </p:cNvSpPr>
          <p:nvPr/>
        </p:nvSpPr>
        <p:spPr>
          <a:xfrm>
            <a:off x="452581" y="1042052"/>
            <a:ext cx="5420868" cy="516054"/>
          </a:xfrm>
          <a:prstGeom prst="rect">
            <a:avLst/>
          </a:prstGeom>
        </p:spPr>
        <p:txBody>
          <a:bodyPr>
            <a:normAutofit/>
          </a:bodyPr>
          <a:lst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algn="ctr"/>
            <a:r>
              <a:rPr lang="en-US" altLang="ja-JP" dirty="0" err="1"/>
              <a:t>RxSWIN</a:t>
            </a:r>
            <a:r>
              <a:rPr lang="ja-JP" altLang="en-US" dirty="0"/>
              <a:t>という法規要件があり・・・</a:t>
            </a:r>
          </a:p>
        </p:txBody>
      </p:sp>
      <p:sp>
        <p:nvSpPr>
          <p:cNvPr id="7" name="コンテンツ プレースホルダー 28">
            <a:extLst>
              <a:ext uri="{FF2B5EF4-FFF2-40B4-BE49-F238E27FC236}">
                <a16:creationId xmlns:a16="http://schemas.microsoft.com/office/drawing/2014/main" id="{9A5013CB-4B0C-F3D2-20E5-9EA4367E5F0D}"/>
              </a:ext>
            </a:extLst>
          </p:cNvPr>
          <p:cNvSpPr txBox="1">
            <a:spLocks/>
          </p:cNvSpPr>
          <p:nvPr/>
        </p:nvSpPr>
        <p:spPr>
          <a:xfrm>
            <a:off x="6318551" y="1042052"/>
            <a:ext cx="5420868" cy="516054"/>
          </a:xfrm>
          <a:prstGeom prst="rect">
            <a:avLst/>
          </a:prstGeom>
        </p:spPr>
        <p:txBody>
          <a:bodyPr>
            <a:normAutofit/>
          </a:bodyPr>
          <a:lst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algn="ctr"/>
            <a:r>
              <a:rPr lang="ja-JP" altLang="en-US" dirty="0"/>
              <a:t>今後、対応が必須となる</a:t>
            </a:r>
          </a:p>
        </p:txBody>
      </p:sp>
      <p:sp>
        <p:nvSpPr>
          <p:cNvPr id="9" name="コンテンツ プレースホルダー 28">
            <a:extLst>
              <a:ext uri="{FF2B5EF4-FFF2-40B4-BE49-F238E27FC236}">
                <a16:creationId xmlns:a16="http://schemas.microsoft.com/office/drawing/2014/main" id="{174CE402-B4C0-EFFE-648B-9CFBFF3C4AF5}"/>
              </a:ext>
            </a:extLst>
          </p:cNvPr>
          <p:cNvSpPr txBox="1">
            <a:spLocks/>
          </p:cNvSpPr>
          <p:nvPr/>
        </p:nvSpPr>
        <p:spPr>
          <a:xfrm>
            <a:off x="452581" y="5010844"/>
            <a:ext cx="11300692" cy="1085156"/>
          </a:xfrm>
          <a:prstGeom prst="rect">
            <a:avLst/>
          </a:prstGeom>
        </p:spPr>
        <p:txBody>
          <a:bodyPr>
            <a:normAutofit/>
          </a:bodyPr>
          <a:lst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algn="ctr"/>
            <a:r>
              <a:rPr lang="ja-JP" altLang="en-US" sz="2400" dirty="0"/>
              <a:t>→ </a:t>
            </a:r>
            <a:r>
              <a:rPr lang="en-US" altLang="ja-JP" sz="2400" dirty="0"/>
              <a:t>TMC</a:t>
            </a:r>
            <a:r>
              <a:rPr lang="ja-JP" altLang="en-US" sz="2400" dirty="0"/>
              <a:t>として対応するため、</a:t>
            </a:r>
            <a:r>
              <a:rPr lang="en-US" altLang="ja-JP" sz="2400" dirty="0"/>
              <a:t>WG</a:t>
            </a:r>
            <a:r>
              <a:rPr lang="ja-JP" altLang="en-US" sz="2400" dirty="0"/>
              <a:t>立ち上げ</a:t>
            </a:r>
            <a:br>
              <a:rPr lang="en-US" altLang="ja-JP" sz="2400" dirty="0"/>
            </a:br>
            <a:r>
              <a:rPr lang="ja-JP" altLang="en-US" sz="2400" dirty="0"/>
              <a:t>運用、システム対応検討中（</a:t>
            </a:r>
            <a:r>
              <a:rPr lang="en-US" altLang="ja-JP" sz="2400" dirty="0"/>
              <a:t>2DEE</a:t>
            </a:r>
            <a:r>
              <a:rPr lang="ja-JP" altLang="en-US" sz="2400" dirty="0"/>
              <a:t>法規認証</a:t>
            </a:r>
            <a:r>
              <a:rPr lang="en-US" altLang="ja-JP" sz="2400" dirty="0"/>
              <a:t>TPS</a:t>
            </a:r>
            <a:r>
              <a:rPr lang="ja-JP" altLang="en-US" sz="2400" dirty="0"/>
              <a:t>とは別活動）</a:t>
            </a:r>
            <a:endParaRPr lang="en-US" altLang="ja-JP" sz="2400" dirty="0"/>
          </a:p>
        </p:txBody>
      </p:sp>
    </p:spTree>
    <p:extLst>
      <p:ext uri="{BB962C8B-B14F-4D97-AF65-F5344CB8AC3E}">
        <p14:creationId xmlns:p14="http://schemas.microsoft.com/office/powerpoint/2010/main" val="2343664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4989D51A-A40A-FF3C-059C-0B514CB2B023}"/>
              </a:ext>
            </a:extLst>
          </p:cNvPr>
          <p:cNvSpPr>
            <a:spLocks noGrp="1"/>
          </p:cNvSpPr>
          <p:nvPr>
            <p:ph type="title"/>
          </p:nvPr>
        </p:nvSpPr>
        <p:spPr/>
        <p:txBody>
          <a:bodyPr/>
          <a:lstStyle/>
          <a:p>
            <a:r>
              <a:rPr lang="en-US" altLang="zh-TW" dirty="0" err="1"/>
              <a:t>RxSWIN</a:t>
            </a:r>
            <a:r>
              <a:rPr lang="zh-TW" altLang="en-US" dirty="0"/>
              <a:t>法規対応活動概要</a:t>
            </a:r>
            <a:r>
              <a:rPr lang="ja-JP" altLang="en-US" dirty="0"/>
              <a:t> </a:t>
            </a:r>
            <a:r>
              <a:rPr lang="en-US" altLang="ja-JP" dirty="0"/>
              <a:t>- </a:t>
            </a:r>
            <a:r>
              <a:rPr lang="en-US" altLang="ja-JP" dirty="0" err="1"/>
              <a:t>RxSWIN</a:t>
            </a:r>
            <a:r>
              <a:rPr lang="en-US" altLang="ja-JP" dirty="0"/>
              <a:t> WG</a:t>
            </a:r>
            <a:endParaRPr lang="ja-JP" altLang="en-US" dirty="0"/>
          </a:p>
        </p:txBody>
      </p:sp>
      <p:pic>
        <p:nvPicPr>
          <p:cNvPr id="4" name="図 3">
            <a:extLst>
              <a:ext uri="{FF2B5EF4-FFF2-40B4-BE49-F238E27FC236}">
                <a16:creationId xmlns:a16="http://schemas.microsoft.com/office/drawing/2014/main" id="{D817F553-2B10-B3E7-934E-82ED6AC13815}"/>
              </a:ext>
            </a:extLst>
          </p:cNvPr>
          <p:cNvPicPr>
            <a:picLocks noChangeAspect="1"/>
          </p:cNvPicPr>
          <p:nvPr/>
        </p:nvPicPr>
        <p:blipFill>
          <a:blip r:embed="rId2"/>
          <a:stretch>
            <a:fillRect/>
          </a:stretch>
        </p:blipFill>
        <p:spPr>
          <a:xfrm>
            <a:off x="1000092" y="688925"/>
            <a:ext cx="10191816" cy="5707417"/>
          </a:xfrm>
          <a:prstGeom prst="rect">
            <a:avLst/>
          </a:prstGeom>
        </p:spPr>
      </p:pic>
      <p:sp>
        <p:nvSpPr>
          <p:cNvPr id="2" name="吹き出し: 角を丸めた四角形 1">
            <a:extLst>
              <a:ext uri="{FF2B5EF4-FFF2-40B4-BE49-F238E27FC236}">
                <a16:creationId xmlns:a16="http://schemas.microsoft.com/office/drawing/2014/main" id="{23589C49-78C3-D9F5-9BFE-A34DA975084B}"/>
              </a:ext>
            </a:extLst>
          </p:cNvPr>
          <p:cNvSpPr/>
          <p:nvPr/>
        </p:nvSpPr>
        <p:spPr>
          <a:xfrm>
            <a:off x="6444343" y="5980938"/>
            <a:ext cx="1706232" cy="376273"/>
          </a:xfrm>
          <a:prstGeom prst="wedgeRoundRectCallout">
            <a:avLst>
              <a:gd name="adj1" fmla="val -31451"/>
              <a:gd name="adj2" fmla="val -92821"/>
              <a:gd name="adj3" fmla="val 16667"/>
            </a:avLst>
          </a:prstGeom>
          <a:solidFill>
            <a:schemeClr val="accent2"/>
          </a:solidFill>
          <a:ln w="19050">
            <a:solidFill>
              <a:schemeClr val="accent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ja-JP" altLang="en-US" sz="1400" dirty="0">
                <a:solidFill>
                  <a:schemeClr val="bg1"/>
                </a:solidFill>
              </a:rPr>
              <a:t>柴田</a:t>
            </a:r>
            <a:r>
              <a:rPr kumimoji="1" lang="en-US" altLang="ja-JP" sz="1400" dirty="0">
                <a:solidFill>
                  <a:schemeClr val="bg1"/>
                </a:solidFill>
              </a:rPr>
              <a:t>SK</a:t>
            </a:r>
            <a:r>
              <a:rPr kumimoji="1" lang="ja-JP" altLang="en-US" sz="1400" dirty="0">
                <a:solidFill>
                  <a:schemeClr val="bg1"/>
                </a:solidFill>
              </a:rPr>
              <a:t>とは別部隊</a:t>
            </a:r>
          </a:p>
        </p:txBody>
      </p:sp>
    </p:spTree>
    <p:extLst>
      <p:ext uri="{BB962C8B-B14F-4D97-AF65-F5344CB8AC3E}">
        <p14:creationId xmlns:p14="http://schemas.microsoft.com/office/powerpoint/2010/main" val="1535432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4CB08-F9A2-90CD-8870-0D4E7376C07E}"/>
              </a:ext>
            </a:extLst>
          </p:cNvPr>
          <p:cNvSpPr>
            <a:spLocks noGrp="1"/>
          </p:cNvSpPr>
          <p:nvPr>
            <p:ph type="title"/>
          </p:nvPr>
        </p:nvSpPr>
        <p:spPr/>
        <p:txBody>
          <a:bodyPr/>
          <a:lstStyle/>
          <a:p>
            <a:r>
              <a:rPr kumimoji="1" lang="ja-JP" altLang="en-US" dirty="0"/>
              <a:t>法規認証</a:t>
            </a:r>
            <a:r>
              <a:rPr kumimoji="1" lang="en-US" altLang="ja-JP" dirty="0"/>
              <a:t>TPS</a:t>
            </a:r>
            <a:r>
              <a:rPr kumimoji="1" lang="ja-JP" altLang="en-US" dirty="0"/>
              <a:t>活動と連携について</a:t>
            </a:r>
          </a:p>
        </p:txBody>
      </p:sp>
      <p:sp>
        <p:nvSpPr>
          <p:cNvPr id="3" name="コンテンツ プレースホルダー 2">
            <a:extLst>
              <a:ext uri="{FF2B5EF4-FFF2-40B4-BE49-F238E27FC236}">
                <a16:creationId xmlns:a16="http://schemas.microsoft.com/office/drawing/2014/main" id="{4FE5EDA6-F5AC-A58E-5B27-51B9FAFFD22F}"/>
              </a:ext>
            </a:extLst>
          </p:cNvPr>
          <p:cNvSpPr>
            <a:spLocks noGrp="1"/>
          </p:cNvSpPr>
          <p:nvPr>
            <p:ph idx="1"/>
          </p:nvPr>
        </p:nvSpPr>
        <p:spPr/>
        <p:txBody>
          <a:bodyPr/>
          <a:lstStyle/>
          <a:p>
            <a:pPr algn="ctr"/>
            <a:r>
              <a:rPr kumimoji="1" lang="en-US" altLang="ja-JP" dirty="0" err="1"/>
              <a:t>RxSWIN</a:t>
            </a:r>
            <a:r>
              <a:rPr kumimoji="1" lang="zh-TW" altLang="en-US" dirty="0"/>
              <a:t>法規対応活動</a:t>
            </a:r>
            <a:r>
              <a:rPr kumimoji="1" lang="ja-JP" altLang="en-US" dirty="0"/>
              <a:t>と法規認証</a:t>
            </a:r>
            <a:r>
              <a:rPr kumimoji="1" lang="en-US" altLang="ja-JP" dirty="0"/>
              <a:t>TPS</a:t>
            </a:r>
            <a:r>
              <a:rPr kumimoji="1" lang="ja-JP" altLang="en-US" dirty="0"/>
              <a:t>との情報共有を機に</a:t>
            </a:r>
            <a:br>
              <a:rPr kumimoji="1" lang="en-US" altLang="ja-JP" dirty="0"/>
            </a:br>
            <a:r>
              <a:rPr lang="ja-JP" altLang="en-US" dirty="0"/>
              <a:t>両活動で連携して進めていくことに</a:t>
            </a:r>
            <a:endParaRPr lang="en-US" altLang="ja-JP" dirty="0"/>
          </a:p>
          <a:p>
            <a:pPr lvl="1"/>
            <a:r>
              <a:rPr kumimoji="1" lang="en-US" altLang="ja-JP" dirty="0"/>
              <a:t>6/17: </a:t>
            </a:r>
            <a:r>
              <a:rPr kumimoji="1" lang="en-US" altLang="ja-JP" dirty="0" err="1"/>
              <a:t>RxSWIN</a:t>
            </a:r>
            <a:r>
              <a:rPr kumimoji="1" lang="en-US" altLang="ja-JP" dirty="0"/>
              <a:t> W/G</a:t>
            </a:r>
            <a:r>
              <a:rPr lang="ja-JP" altLang="en-US" dirty="0"/>
              <a:t> </a:t>
            </a:r>
            <a:r>
              <a:rPr lang="en-US" altLang="ja-JP" dirty="0"/>
              <a:t>× 2DEE</a:t>
            </a:r>
            <a:r>
              <a:rPr kumimoji="1" lang="ja-JP" altLang="en-US" dirty="0"/>
              <a:t>情報共有</a:t>
            </a:r>
            <a:endParaRPr kumimoji="1" lang="en-US" altLang="ja-JP" dirty="0"/>
          </a:p>
          <a:p>
            <a:pPr lvl="1"/>
            <a:r>
              <a:rPr kumimoji="1" lang="en-US" altLang="ja-JP" dirty="0"/>
              <a:t>6/19: DIT(</a:t>
            </a:r>
            <a:r>
              <a:rPr kumimoji="1" lang="ja-JP" altLang="en-US" dirty="0"/>
              <a:t>松田</a:t>
            </a:r>
            <a:r>
              <a:rPr kumimoji="1" lang="en-US" altLang="ja-JP" dirty="0"/>
              <a:t>SN) × TS</a:t>
            </a:r>
            <a:r>
              <a:rPr kumimoji="1" lang="ja-JP" altLang="en-US" dirty="0"/>
              <a:t>情報共有</a:t>
            </a:r>
            <a:endParaRPr kumimoji="1" lang="en-US" altLang="ja-JP" dirty="0"/>
          </a:p>
          <a:p>
            <a:pPr lvl="2"/>
            <a:r>
              <a:rPr kumimoji="1" lang="en-US" altLang="ja-JP" dirty="0"/>
              <a:t>2DEE</a:t>
            </a:r>
            <a:r>
              <a:rPr lang="ja-JP" altLang="en-US" dirty="0"/>
              <a:t>、</a:t>
            </a:r>
            <a:r>
              <a:rPr lang="en-US" altLang="ja-JP" dirty="0"/>
              <a:t>DIT</a:t>
            </a:r>
            <a:r>
              <a:rPr lang="ja-JP" altLang="en-US" dirty="0"/>
              <a:t>（柴田</a:t>
            </a:r>
            <a:r>
              <a:rPr lang="en-US" altLang="ja-JP" dirty="0"/>
              <a:t>SK</a:t>
            </a:r>
            <a:r>
              <a:rPr lang="ja-JP" altLang="en-US" dirty="0"/>
              <a:t>）に以前提案した内容を共有</a:t>
            </a:r>
            <a:endParaRPr kumimoji="1" lang="en-US" altLang="ja-JP" dirty="0"/>
          </a:p>
          <a:p>
            <a:pPr lvl="1"/>
            <a:r>
              <a:rPr lang="en-US" altLang="ja-JP" dirty="0"/>
              <a:t>7/2: DIT</a:t>
            </a:r>
            <a:r>
              <a:rPr lang="ja-JP" altLang="en-US" dirty="0"/>
              <a:t>を介して、</a:t>
            </a:r>
            <a:r>
              <a:rPr lang="en-US" altLang="ja-JP" dirty="0"/>
              <a:t>OTA</a:t>
            </a:r>
            <a:r>
              <a:rPr lang="ja-JP" altLang="en-US" dirty="0"/>
              <a:t>推進室</a:t>
            </a:r>
            <a:r>
              <a:rPr lang="en-US" altLang="ja-JP" sz="1400" dirty="0">
                <a:solidFill>
                  <a:schemeClr val="tx2"/>
                </a:solidFill>
              </a:rPr>
              <a:t>(</a:t>
            </a:r>
            <a:r>
              <a:rPr lang="en-US" altLang="ja-JP" sz="1400" dirty="0" err="1">
                <a:solidFill>
                  <a:schemeClr val="tx2"/>
                </a:solidFill>
              </a:rPr>
              <a:t>RxSWIN</a:t>
            </a:r>
            <a:r>
              <a:rPr lang="en-US" altLang="ja-JP" sz="1400" dirty="0">
                <a:solidFill>
                  <a:schemeClr val="tx2"/>
                </a:solidFill>
              </a:rPr>
              <a:t> W/G</a:t>
            </a:r>
            <a:r>
              <a:rPr lang="ja-JP" altLang="en-US" sz="1400" dirty="0">
                <a:solidFill>
                  <a:schemeClr val="tx2"/>
                </a:solidFill>
              </a:rPr>
              <a:t>事務局</a:t>
            </a:r>
            <a:r>
              <a:rPr lang="en-US" altLang="ja-JP" sz="1400" dirty="0">
                <a:solidFill>
                  <a:schemeClr val="tx2"/>
                </a:solidFill>
              </a:rPr>
              <a:t>) </a:t>
            </a:r>
            <a:r>
              <a:rPr lang="en-US" altLang="ja-JP" dirty="0"/>
              <a:t>× 2DEE</a:t>
            </a:r>
            <a:r>
              <a:rPr lang="ja-JP" altLang="en-US" dirty="0"/>
              <a:t> 室長間にて</a:t>
            </a:r>
            <a:br>
              <a:rPr lang="en-US" altLang="ja-JP" dirty="0"/>
            </a:br>
            <a:r>
              <a:rPr lang="en-US" altLang="ja-JP" dirty="0" err="1"/>
              <a:t>RxSWIN</a:t>
            </a:r>
            <a:r>
              <a:rPr lang="ja-JP" altLang="en-US" dirty="0"/>
              <a:t>活動と法規認証</a:t>
            </a:r>
            <a:r>
              <a:rPr lang="en-US" altLang="ja-JP" dirty="0"/>
              <a:t>TPS</a:t>
            </a:r>
            <a:r>
              <a:rPr lang="ja-JP" altLang="en-US" dirty="0"/>
              <a:t>活動を連携して進めていくことを合意</a:t>
            </a:r>
            <a:endParaRPr lang="en-US" altLang="ja-JP" dirty="0"/>
          </a:p>
          <a:p>
            <a:pPr lvl="1"/>
            <a:r>
              <a:rPr lang="en-US" altLang="ja-JP" dirty="0"/>
              <a:t>7/10: DIT</a:t>
            </a:r>
            <a:r>
              <a:rPr lang="ja-JP" altLang="en-US" dirty="0"/>
              <a:t>から</a:t>
            </a:r>
            <a:r>
              <a:rPr lang="en-US" altLang="ja-JP" dirty="0"/>
              <a:t>TS</a:t>
            </a:r>
            <a:r>
              <a:rPr lang="ja-JP" altLang="en-US" dirty="0"/>
              <a:t>（電技部、設管</a:t>
            </a:r>
            <a:r>
              <a:rPr lang="en-US" altLang="ja-JP" dirty="0"/>
              <a:t>IT</a:t>
            </a:r>
            <a:r>
              <a:rPr lang="ja-JP" altLang="en-US" dirty="0"/>
              <a:t>部、部活</a:t>
            </a:r>
            <a:r>
              <a:rPr lang="en-US" altLang="ja-JP" dirty="0"/>
              <a:t>IT</a:t>
            </a:r>
            <a:r>
              <a:rPr lang="ja-JP" altLang="en-US" dirty="0"/>
              <a:t>部）へ体制検討依頼</a:t>
            </a:r>
            <a:endParaRPr lang="en-US" altLang="ja-JP" dirty="0"/>
          </a:p>
        </p:txBody>
      </p:sp>
    </p:spTree>
    <p:extLst>
      <p:ext uri="{BB962C8B-B14F-4D97-AF65-F5344CB8AC3E}">
        <p14:creationId xmlns:p14="http://schemas.microsoft.com/office/powerpoint/2010/main" val="2278261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5AF831-27EE-F943-4516-8745D0A3F221}"/>
              </a:ext>
            </a:extLst>
          </p:cNvPr>
          <p:cNvSpPr>
            <a:spLocks noGrp="1"/>
          </p:cNvSpPr>
          <p:nvPr>
            <p:ph type="title"/>
          </p:nvPr>
        </p:nvSpPr>
        <p:spPr>
          <a:xfrm>
            <a:off x="340242" y="207396"/>
            <a:ext cx="11525370" cy="377026"/>
          </a:xfrm>
        </p:spPr>
        <p:txBody>
          <a:bodyPr/>
          <a:lstStyle/>
          <a:p>
            <a:r>
              <a:rPr kumimoji="1" lang="ja-JP" altLang="en-US" dirty="0"/>
              <a:t>法規認証</a:t>
            </a:r>
            <a:r>
              <a:rPr kumimoji="1" lang="en-US" altLang="ja-JP" dirty="0"/>
              <a:t>TPS</a:t>
            </a:r>
            <a:r>
              <a:rPr kumimoji="1" lang="ja-JP" altLang="en-US" dirty="0"/>
              <a:t>活動と連携について </a:t>
            </a:r>
            <a:r>
              <a:rPr kumimoji="1" lang="en-US" altLang="ja-JP" dirty="0"/>
              <a:t>- </a:t>
            </a:r>
            <a:r>
              <a:rPr kumimoji="1" lang="ja-JP" altLang="en-US" dirty="0"/>
              <a:t>進め方</a:t>
            </a:r>
          </a:p>
        </p:txBody>
      </p:sp>
      <p:pic>
        <p:nvPicPr>
          <p:cNvPr id="5" name="図 4">
            <a:extLst>
              <a:ext uri="{FF2B5EF4-FFF2-40B4-BE49-F238E27FC236}">
                <a16:creationId xmlns:a16="http://schemas.microsoft.com/office/drawing/2014/main" id="{472E5C23-103F-147F-E81A-1CD3B77733CB}"/>
              </a:ext>
            </a:extLst>
          </p:cNvPr>
          <p:cNvPicPr>
            <a:picLocks noChangeAspect="1"/>
          </p:cNvPicPr>
          <p:nvPr/>
        </p:nvPicPr>
        <p:blipFill>
          <a:blip r:embed="rId2"/>
          <a:stretch>
            <a:fillRect/>
          </a:stretch>
        </p:blipFill>
        <p:spPr>
          <a:xfrm>
            <a:off x="1281238" y="855226"/>
            <a:ext cx="9629523" cy="5416607"/>
          </a:xfrm>
          <a:prstGeom prst="rect">
            <a:avLst/>
          </a:prstGeom>
        </p:spPr>
      </p:pic>
      <p:sp>
        <p:nvSpPr>
          <p:cNvPr id="3" name="吹き出し: 角を丸めた四角形 2">
            <a:extLst>
              <a:ext uri="{FF2B5EF4-FFF2-40B4-BE49-F238E27FC236}">
                <a16:creationId xmlns:a16="http://schemas.microsoft.com/office/drawing/2014/main" id="{BF26FFE6-1F22-B4F5-6174-E4C9B10FE446}"/>
              </a:ext>
            </a:extLst>
          </p:cNvPr>
          <p:cNvSpPr/>
          <p:nvPr/>
        </p:nvSpPr>
        <p:spPr>
          <a:xfrm>
            <a:off x="2339522" y="4766293"/>
            <a:ext cx="2866698" cy="376273"/>
          </a:xfrm>
          <a:prstGeom prst="wedgeRoundRectCallout">
            <a:avLst>
              <a:gd name="adj1" fmla="val -3503"/>
              <a:gd name="adj2" fmla="val -81249"/>
              <a:gd name="adj3" fmla="val 16667"/>
            </a:avLst>
          </a:prstGeom>
          <a:solidFill>
            <a:schemeClr val="accent2"/>
          </a:solidFill>
          <a:ln w="19050">
            <a:solidFill>
              <a:schemeClr val="accent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en-US" altLang="ja-JP" sz="1400" dirty="0">
                <a:solidFill>
                  <a:schemeClr val="bg1"/>
                </a:solidFill>
              </a:rPr>
              <a:t>DIT</a:t>
            </a:r>
            <a:r>
              <a:rPr kumimoji="1" lang="ja-JP" altLang="en-US" sz="1400" dirty="0">
                <a:solidFill>
                  <a:schemeClr val="bg1"/>
                </a:solidFill>
              </a:rPr>
              <a:t>が他法規認証案件も巻き取り</a:t>
            </a:r>
          </a:p>
        </p:txBody>
      </p:sp>
    </p:spTree>
    <p:extLst>
      <p:ext uri="{BB962C8B-B14F-4D97-AF65-F5344CB8AC3E}">
        <p14:creationId xmlns:p14="http://schemas.microsoft.com/office/powerpoint/2010/main" val="2664377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8BEBFDE-F0A5-ADE6-87D4-A9EFD18386FA}"/>
              </a:ext>
            </a:extLst>
          </p:cNvPr>
          <p:cNvSpPr>
            <a:spLocks noGrp="1"/>
          </p:cNvSpPr>
          <p:nvPr>
            <p:ph type="title"/>
          </p:nvPr>
        </p:nvSpPr>
        <p:spPr/>
        <p:txBody>
          <a:bodyPr/>
          <a:lstStyle/>
          <a:p>
            <a:r>
              <a:rPr lang="en-US" altLang="ja-JP" dirty="0"/>
              <a:t>DIT</a:t>
            </a:r>
            <a:r>
              <a:rPr lang="ja-JP" altLang="en-US" dirty="0"/>
              <a:t>からシステム化検討依頼</a:t>
            </a:r>
          </a:p>
        </p:txBody>
      </p:sp>
      <p:pic>
        <p:nvPicPr>
          <p:cNvPr id="5" name="図 4">
            <a:extLst>
              <a:ext uri="{FF2B5EF4-FFF2-40B4-BE49-F238E27FC236}">
                <a16:creationId xmlns:a16="http://schemas.microsoft.com/office/drawing/2014/main" id="{5664ECD1-0DC9-5B2C-A579-C1EEB5B4C958}"/>
              </a:ext>
            </a:extLst>
          </p:cNvPr>
          <p:cNvPicPr>
            <a:picLocks noChangeAspect="1"/>
          </p:cNvPicPr>
          <p:nvPr/>
        </p:nvPicPr>
        <p:blipFill>
          <a:blip r:embed="rId2"/>
          <a:stretch>
            <a:fillRect/>
          </a:stretch>
        </p:blipFill>
        <p:spPr>
          <a:xfrm>
            <a:off x="1150165" y="767067"/>
            <a:ext cx="9891670" cy="5564064"/>
          </a:xfrm>
          <a:prstGeom prst="rect">
            <a:avLst/>
          </a:prstGeom>
        </p:spPr>
      </p:pic>
      <p:sp>
        <p:nvSpPr>
          <p:cNvPr id="3" name="吹き出し: 角を丸めた四角形 2">
            <a:extLst>
              <a:ext uri="{FF2B5EF4-FFF2-40B4-BE49-F238E27FC236}">
                <a16:creationId xmlns:a16="http://schemas.microsoft.com/office/drawing/2014/main" id="{61251591-6092-257B-516A-F5017172A166}"/>
              </a:ext>
            </a:extLst>
          </p:cNvPr>
          <p:cNvSpPr/>
          <p:nvPr/>
        </p:nvSpPr>
        <p:spPr>
          <a:xfrm>
            <a:off x="2893471" y="4640455"/>
            <a:ext cx="3921443" cy="1690676"/>
          </a:xfrm>
          <a:prstGeom prst="wedgeRoundRectCallout">
            <a:avLst>
              <a:gd name="adj1" fmla="val -35269"/>
              <a:gd name="adj2" fmla="val -81249"/>
              <a:gd name="adj3" fmla="val 16667"/>
            </a:avLst>
          </a:prstGeom>
          <a:solidFill>
            <a:schemeClr val="tx2"/>
          </a:solidFill>
          <a:ln w="19050">
            <a:solidFill>
              <a:schemeClr val="tx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en-US" altLang="ja-JP" sz="1400" b="1" dirty="0">
                <a:solidFill>
                  <a:schemeClr val="bg1"/>
                </a:solidFill>
              </a:rPr>
              <a:t>DIT</a:t>
            </a:r>
            <a:r>
              <a:rPr kumimoji="1" lang="ja-JP" altLang="en-US" sz="1400" b="1" dirty="0">
                <a:solidFill>
                  <a:schemeClr val="bg1"/>
                </a:solidFill>
              </a:rPr>
              <a:t>の課題感大</a:t>
            </a:r>
            <a:endParaRPr kumimoji="1" lang="en-US" altLang="ja-JP" sz="1400" b="1" dirty="0">
              <a:solidFill>
                <a:schemeClr val="bg1"/>
              </a:solidFill>
            </a:endParaRPr>
          </a:p>
          <a:p>
            <a:pPr>
              <a:lnSpc>
                <a:spcPct val="120000"/>
              </a:lnSpc>
              <a:spcBef>
                <a:spcPts val="300"/>
              </a:spcBef>
            </a:pPr>
            <a:r>
              <a:rPr kumimoji="1" lang="ja-JP" altLang="en-US" sz="1400" dirty="0">
                <a:solidFill>
                  <a:schemeClr val="bg1"/>
                </a:solidFill>
              </a:rPr>
              <a:t>運用が決まっていない。</a:t>
            </a:r>
            <a:endParaRPr kumimoji="1" lang="en-US" altLang="ja-JP" sz="1400" dirty="0">
              <a:solidFill>
                <a:schemeClr val="bg1"/>
              </a:solidFill>
            </a:endParaRPr>
          </a:p>
          <a:p>
            <a:pPr>
              <a:lnSpc>
                <a:spcPct val="120000"/>
              </a:lnSpc>
              <a:spcBef>
                <a:spcPts val="300"/>
              </a:spcBef>
            </a:pPr>
            <a:r>
              <a:rPr kumimoji="1" lang="ja-JP" altLang="en-US" sz="1400" dirty="0">
                <a:solidFill>
                  <a:schemeClr val="bg1"/>
                </a:solidFill>
              </a:rPr>
              <a:t>決めようとしているが思うように進まない。</a:t>
            </a:r>
            <a:endParaRPr kumimoji="1" lang="en-US" altLang="ja-JP" sz="1400" dirty="0">
              <a:solidFill>
                <a:schemeClr val="bg1"/>
              </a:solidFill>
            </a:endParaRPr>
          </a:p>
          <a:p>
            <a:pPr>
              <a:lnSpc>
                <a:spcPct val="120000"/>
              </a:lnSpc>
              <a:spcBef>
                <a:spcPts val="300"/>
              </a:spcBef>
            </a:pPr>
            <a:r>
              <a:rPr kumimoji="1" lang="en-US" altLang="ja-JP" sz="1400" dirty="0">
                <a:solidFill>
                  <a:schemeClr val="bg1"/>
                </a:solidFill>
              </a:rPr>
              <a:t>2DEE</a:t>
            </a:r>
            <a:r>
              <a:rPr kumimoji="1" lang="ja-JP" altLang="en-US" sz="1400" dirty="0">
                <a:solidFill>
                  <a:schemeClr val="bg1"/>
                </a:solidFill>
              </a:rPr>
              <a:t>と連携してテコ入れ。</a:t>
            </a:r>
            <a:endParaRPr kumimoji="1" lang="en-US" altLang="ja-JP" sz="1400" dirty="0">
              <a:solidFill>
                <a:schemeClr val="bg1"/>
              </a:solidFill>
            </a:endParaRPr>
          </a:p>
          <a:p>
            <a:pPr>
              <a:lnSpc>
                <a:spcPct val="120000"/>
              </a:lnSpc>
              <a:spcBef>
                <a:spcPts val="300"/>
              </a:spcBef>
            </a:pPr>
            <a:r>
              <a:rPr kumimoji="1" lang="ja-JP" altLang="en-US" sz="1400" dirty="0">
                <a:solidFill>
                  <a:schemeClr val="bg1"/>
                </a:solidFill>
              </a:rPr>
              <a:t>まずはここだけでも進めたい。</a:t>
            </a:r>
          </a:p>
        </p:txBody>
      </p:sp>
      <p:sp>
        <p:nvSpPr>
          <p:cNvPr id="7" name="吹き出し: 角を丸めた四角形 6">
            <a:extLst>
              <a:ext uri="{FF2B5EF4-FFF2-40B4-BE49-F238E27FC236}">
                <a16:creationId xmlns:a16="http://schemas.microsoft.com/office/drawing/2014/main" id="{9AC8C35F-69FD-E4A2-A204-8E6C433856CF}"/>
              </a:ext>
            </a:extLst>
          </p:cNvPr>
          <p:cNvSpPr/>
          <p:nvPr/>
        </p:nvSpPr>
        <p:spPr>
          <a:xfrm>
            <a:off x="2699660" y="1047548"/>
            <a:ext cx="2555944" cy="376273"/>
          </a:xfrm>
          <a:prstGeom prst="wedgeRoundRectCallout">
            <a:avLst>
              <a:gd name="adj1" fmla="val -59311"/>
              <a:gd name="adj2" fmla="val -50810"/>
              <a:gd name="adj3" fmla="val 16667"/>
            </a:avLst>
          </a:prstGeom>
          <a:solidFill>
            <a:schemeClr val="tx2"/>
          </a:solidFill>
          <a:ln w="19050">
            <a:solidFill>
              <a:schemeClr val="tx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ja-JP" altLang="en-US" sz="1400" dirty="0">
                <a:solidFill>
                  <a:schemeClr val="bg1"/>
                </a:solidFill>
              </a:rPr>
              <a:t>電技部、設管</a:t>
            </a:r>
            <a:r>
              <a:rPr kumimoji="1" lang="en-US" altLang="ja-JP" sz="1400" dirty="0">
                <a:solidFill>
                  <a:schemeClr val="bg1"/>
                </a:solidFill>
              </a:rPr>
              <a:t>IT</a:t>
            </a:r>
            <a:r>
              <a:rPr kumimoji="1" lang="ja-JP" altLang="en-US" sz="1400" dirty="0">
                <a:solidFill>
                  <a:schemeClr val="bg1"/>
                </a:solidFill>
              </a:rPr>
              <a:t>部、部活</a:t>
            </a:r>
            <a:r>
              <a:rPr kumimoji="1" lang="en-US" altLang="ja-JP" sz="1400" dirty="0">
                <a:solidFill>
                  <a:schemeClr val="bg1"/>
                </a:solidFill>
              </a:rPr>
              <a:t>IT</a:t>
            </a:r>
            <a:r>
              <a:rPr kumimoji="1" lang="ja-JP" altLang="en-US" sz="1400" dirty="0">
                <a:solidFill>
                  <a:schemeClr val="bg1"/>
                </a:solidFill>
              </a:rPr>
              <a:t>部</a:t>
            </a:r>
          </a:p>
        </p:txBody>
      </p:sp>
      <p:sp>
        <p:nvSpPr>
          <p:cNvPr id="8" name="吹き出し: 角を丸めた四角形 7">
            <a:extLst>
              <a:ext uri="{FF2B5EF4-FFF2-40B4-BE49-F238E27FC236}">
                <a16:creationId xmlns:a16="http://schemas.microsoft.com/office/drawing/2014/main" id="{B8EF2557-ACEA-0AF0-469D-6DB5D975516B}"/>
              </a:ext>
            </a:extLst>
          </p:cNvPr>
          <p:cNvSpPr/>
          <p:nvPr/>
        </p:nvSpPr>
        <p:spPr>
          <a:xfrm>
            <a:off x="6751398" y="2261883"/>
            <a:ext cx="944396" cy="376273"/>
          </a:xfrm>
          <a:prstGeom prst="wedgeRoundRectCallout">
            <a:avLst>
              <a:gd name="adj1" fmla="val -64894"/>
              <a:gd name="adj2" fmla="val 33038"/>
              <a:gd name="adj3" fmla="val 16667"/>
            </a:avLst>
          </a:prstGeom>
          <a:solidFill>
            <a:schemeClr val="tx2"/>
          </a:solidFill>
          <a:ln w="19050">
            <a:solidFill>
              <a:schemeClr val="tx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ja-JP" altLang="en-US" sz="1400" dirty="0">
                <a:solidFill>
                  <a:schemeClr val="bg1"/>
                </a:solidFill>
              </a:rPr>
              <a:t>部活</a:t>
            </a:r>
            <a:r>
              <a:rPr kumimoji="1" lang="en-US" altLang="ja-JP" sz="1400" dirty="0">
                <a:solidFill>
                  <a:schemeClr val="bg1"/>
                </a:solidFill>
              </a:rPr>
              <a:t>IT</a:t>
            </a:r>
            <a:r>
              <a:rPr kumimoji="1" lang="ja-JP" altLang="en-US" sz="1400" dirty="0">
                <a:solidFill>
                  <a:schemeClr val="bg1"/>
                </a:solidFill>
              </a:rPr>
              <a:t>部</a:t>
            </a:r>
          </a:p>
        </p:txBody>
      </p:sp>
      <p:sp>
        <p:nvSpPr>
          <p:cNvPr id="9" name="吹き出し: 角を丸めた四角形 8">
            <a:extLst>
              <a:ext uri="{FF2B5EF4-FFF2-40B4-BE49-F238E27FC236}">
                <a16:creationId xmlns:a16="http://schemas.microsoft.com/office/drawing/2014/main" id="{5346209A-E9C9-C711-A767-80DC864C07D8}"/>
              </a:ext>
            </a:extLst>
          </p:cNvPr>
          <p:cNvSpPr/>
          <p:nvPr/>
        </p:nvSpPr>
        <p:spPr>
          <a:xfrm>
            <a:off x="10204047" y="4547883"/>
            <a:ext cx="944396" cy="376273"/>
          </a:xfrm>
          <a:prstGeom prst="wedgeRoundRectCallout">
            <a:avLst>
              <a:gd name="adj1" fmla="val -64894"/>
              <a:gd name="adj2" fmla="val 22326"/>
              <a:gd name="adj3" fmla="val 16667"/>
            </a:avLst>
          </a:prstGeom>
          <a:solidFill>
            <a:schemeClr val="tx2"/>
          </a:solidFill>
          <a:ln w="19050">
            <a:solidFill>
              <a:schemeClr val="tx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nSpc>
                <a:spcPct val="120000"/>
              </a:lnSpc>
              <a:spcBef>
                <a:spcPts val="300"/>
              </a:spcBef>
            </a:pPr>
            <a:r>
              <a:rPr kumimoji="1" lang="ja-JP" altLang="en-US" sz="1400" dirty="0">
                <a:solidFill>
                  <a:schemeClr val="bg1"/>
                </a:solidFill>
              </a:rPr>
              <a:t>設管</a:t>
            </a:r>
            <a:r>
              <a:rPr kumimoji="1" lang="en-US" altLang="ja-JP" sz="1400" dirty="0">
                <a:solidFill>
                  <a:schemeClr val="bg1"/>
                </a:solidFill>
              </a:rPr>
              <a:t>IT</a:t>
            </a:r>
            <a:r>
              <a:rPr kumimoji="1" lang="ja-JP" altLang="en-US" sz="1400" dirty="0">
                <a:solidFill>
                  <a:schemeClr val="bg1"/>
                </a:solidFill>
              </a:rPr>
              <a:t>部</a:t>
            </a:r>
          </a:p>
        </p:txBody>
      </p:sp>
    </p:spTree>
    <p:extLst>
      <p:ext uri="{BB962C8B-B14F-4D97-AF65-F5344CB8AC3E}">
        <p14:creationId xmlns:p14="http://schemas.microsoft.com/office/powerpoint/2010/main" val="2727537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8BEBFDE-F0A5-ADE6-87D4-A9EFD18386FA}"/>
              </a:ext>
            </a:extLst>
          </p:cNvPr>
          <p:cNvSpPr>
            <a:spLocks noGrp="1"/>
          </p:cNvSpPr>
          <p:nvPr>
            <p:ph type="title"/>
          </p:nvPr>
        </p:nvSpPr>
        <p:spPr/>
        <p:txBody>
          <a:bodyPr/>
          <a:lstStyle/>
          <a:p>
            <a:r>
              <a:rPr lang="en-US" altLang="ja-JP" dirty="0"/>
              <a:t>TS</a:t>
            </a:r>
            <a:r>
              <a:rPr lang="ja-JP" altLang="en-US" dirty="0"/>
              <a:t>内の分担案</a:t>
            </a:r>
          </a:p>
        </p:txBody>
      </p:sp>
      <p:pic>
        <p:nvPicPr>
          <p:cNvPr id="5" name="図 4">
            <a:extLst>
              <a:ext uri="{FF2B5EF4-FFF2-40B4-BE49-F238E27FC236}">
                <a16:creationId xmlns:a16="http://schemas.microsoft.com/office/drawing/2014/main" id="{5664ECD1-0DC9-5B2C-A579-C1EEB5B4C958}"/>
              </a:ext>
            </a:extLst>
          </p:cNvPr>
          <p:cNvPicPr>
            <a:picLocks noChangeAspect="1"/>
          </p:cNvPicPr>
          <p:nvPr/>
        </p:nvPicPr>
        <p:blipFill>
          <a:blip r:embed="rId2"/>
          <a:stretch>
            <a:fillRect/>
          </a:stretch>
        </p:blipFill>
        <p:spPr>
          <a:xfrm>
            <a:off x="1150165" y="767067"/>
            <a:ext cx="9891670" cy="5564064"/>
          </a:xfrm>
          <a:prstGeom prst="rect">
            <a:avLst/>
          </a:prstGeom>
        </p:spPr>
      </p:pic>
      <p:sp>
        <p:nvSpPr>
          <p:cNvPr id="7" name="四角形: 角を丸くする 6">
            <a:extLst>
              <a:ext uri="{FF2B5EF4-FFF2-40B4-BE49-F238E27FC236}">
                <a16:creationId xmlns:a16="http://schemas.microsoft.com/office/drawing/2014/main" id="{2F7080F2-2719-CA91-42D8-66FF2BC9C24D}"/>
              </a:ext>
            </a:extLst>
          </p:cNvPr>
          <p:cNvSpPr/>
          <p:nvPr/>
        </p:nvSpPr>
        <p:spPr>
          <a:xfrm>
            <a:off x="1150165" y="1332412"/>
            <a:ext cx="3212829" cy="4006178"/>
          </a:xfrm>
          <a:prstGeom prst="roundRect">
            <a:avLst>
              <a:gd name="adj" fmla="val 6194"/>
            </a:avLst>
          </a:prstGeom>
          <a:solidFill>
            <a:schemeClr val="accent1">
              <a:alpha val="90000"/>
            </a:schemeClr>
          </a:solidFill>
          <a:ln w="571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600"/>
              </a:spcBef>
            </a:pPr>
            <a:r>
              <a:rPr kumimoji="1" lang="ja-JP" altLang="en-US" sz="1400" dirty="0">
                <a:solidFill>
                  <a:schemeClr val="bg1"/>
                </a:solidFill>
              </a:rPr>
              <a:t>運用を作っていくところから</a:t>
            </a:r>
            <a:endParaRPr kumimoji="1" lang="en-US" altLang="ja-JP" sz="1400" dirty="0">
              <a:solidFill>
                <a:schemeClr val="bg1"/>
              </a:solidFill>
            </a:endParaRPr>
          </a:p>
          <a:p>
            <a:pPr algn="ctr">
              <a:lnSpc>
                <a:spcPct val="120000"/>
              </a:lnSpc>
              <a:spcBef>
                <a:spcPts val="600"/>
              </a:spcBef>
            </a:pPr>
            <a:r>
              <a:rPr kumimoji="1" lang="ja-JP" altLang="en-US" sz="2000" b="1" dirty="0"/>
              <a:t>電技部主体</a:t>
            </a:r>
            <a:endParaRPr kumimoji="1" lang="en-US" altLang="ja-JP" sz="2000" b="1" dirty="0"/>
          </a:p>
        </p:txBody>
      </p:sp>
      <p:sp>
        <p:nvSpPr>
          <p:cNvPr id="8" name="四角形: 角を丸くする 7">
            <a:extLst>
              <a:ext uri="{FF2B5EF4-FFF2-40B4-BE49-F238E27FC236}">
                <a16:creationId xmlns:a16="http://schemas.microsoft.com/office/drawing/2014/main" id="{D83C39A2-FBEC-F33F-1E74-085CA9BF8DC2}"/>
              </a:ext>
            </a:extLst>
          </p:cNvPr>
          <p:cNvSpPr/>
          <p:nvPr/>
        </p:nvSpPr>
        <p:spPr>
          <a:xfrm>
            <a:off x="4616179" y="1332412"/>
            <a:ext cx="6425656" cy="4006178"/>
          </a:xfrm>
          <a:prstGeom prst="roundRect">
            <a:avLst>
              <a:gd name="adj" fmla="val 6194"/>
            </a:avLst>
          </a:prstGeom>
          <a:solidFill>
            <a:schemeClr val="tx2">
              <a:alpha val="90000"/>
            </a:schemeClr>
          </a:solidFill>
          <a:ln w="57150">
            <a:solidFill>
              <a:schemeClr val="tx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600"/>
              </a:spcBef>
            </a:pPr>
            <a:r>
              <a:rPr kumimoji="1" lang="ja-JP" altLang="en-US" sz="1400" dirty="0">
                <a:solidFill>
                  <a:schemeClr val="bg1"/>
                </a:solidFill>
              </a:rPr>
              <a:t>法規要件からある程度運用・要件決まっている</a:t>
            </a:r>
            <a:endParaRPr kumimoji="1" lang="en-US" altLang="ja-JP" sz="1400" dirty="0">
              <a:solidFill>
                <a:schemeClr val="bg1"/>
              </a:solidFill>
            </a:endParaRPr>
          </a:p>
          <a:p>
            <a:pPr algn="ctr">
              <a:lnSpc>
                <a:spcPct val="120000"/>
              </a:lnSpc>
              <a:spcBef>
                <a:spcPts val="600"/>
              </a:spcBef>
            </a:pPr>
            <a:r>
              <a:rPr kumimoji="1" lang="en-US" altLang="ja-JP" sz="2000" b="1" dirty="0"/>
              <a:t>EP</a:t>
            </a:r>
            <a:r>
              <a:rPr kumimoji="1" lang="ja-JP" altLang="en-US" sz="2000" b="1" dirty="0"/>
              <a:t>本部（設管</a:t>
            </a:r>
            <a:r>
              <a:rPr kumimoji="1" lang="en-US" altLang="ja-JP" sz="2000" b="1" dirty="0"/>
              <a:t>IT</a:t>
            </a:r>
            <a:r>
              <a:rPr kumimoji="1" lang="ja-JP" altLang="en-US" sz="2000" b="1" dirty="0"/>
              <a:t>部、部活</a:t>
            </a:r>
            <a:r>
              <a:rPr kumimoji="1" lang="en-US" altLang="ja-JP" sz="2000" b="1" dirty="0"/>
              <a:t>IT</a:t>
            </a:r>
            <a:r>
              <a:rPr kumimoji="1" lang="ja-JP" altLang="en-US" sz="2000" b="1" dirty="0"/>
              <a:t>部）主体</a:t>
            </a:r>
            <a:endParaRPr kumimoji="1" lang="en-US" altLang="ja-JP" sz="2000" b="1" dirty="0"/>
          </a:p>
        </p:txBody>
      </p:sp>
      <p:sp>
        <p:nvSpPr>
          <p:cNvPr id="2" name="正方形/長方形 1">
            <a:extLst>
              <a:ext uri="{FF2B5EF4-FFF2-40B4-BE49-F238E27FC236}">
                <a16:creationId xmlns:a16="http://schemas.microsoft.com/office/drawing/2014/main" id="{84C98840-CA8D-FF46-B17B-32E6F39F2C31}"/>
              </a:ext>
            </a:extLst>
          </p:cNvPr>
          <p:cNvSpPr/>
          <p:nvPr/>
        </p:nvSpPr>
        <p:spPr>
          <a:xfrm>
            <a:off x="1522255" y="5521235"/>
            <a:ext cx="9187131" cy="87329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72000" bIns="72000" rtlCol="0" anchor="t">
            <a:spAutoFit/>
          </a:bodyPr>
          <a:lstStyle/>
          <a:p>
            <a:pPr algn="ctr">
              <a:lnSpc>
                <a:spcPct val="120000"/>
              </a:lnSpc>
              <a:spcBef>
                <a:spcPts val="600"/>
              </a:spcBef>
            </a:pPr>
            <a:r>
              <a:rPr kumimoji="1" lang="en-US" altLang="ja-JP" b="1" dirty="0">
                <a:solidFill>
                  <a:schemeClr val="bg1"/>
                </a:solidFill>
              </a:rPr>
              <a:t>GM</a:t>
            </a:r>
            <a:r>
              <a:rPr kumimoji="1" lang="ja-JP" altLang="en-US" b="1" dirty="0">
                <a:solidFill>
                  <a:schemeClr val="bg1"/>
                </a:solidFill>
              </a:rPr>
              <a:t>級で会話し、大枠は違和感なし</a:t>
            </a:r>
            <a:endParaRPr kumimoji="1" lang="en-US" altLang="ja-JP" b="1" dirty="0">
              <a:solidFill>
                <a:schemeClr val="bg1"/>
              </a:solidFill>
            </a:endParaRPr>
          </a:p>
          <a:p>
            <a:pPr algn="ctr">
              <a:lnSpc>
                <a:spcPct val="120000"/>
              </a:lnSpc>
              <a:spcBef>
                <a:spcPts val="600"/>
              </a:spcBef>
            </a:pPr>
            <a:r>
              <a:rPr kumimoji="1" lang="ja-JP" altLang="en-US" b="1" dirty="0">
                <a:solidFill>
                  <a:schemeClr val="bg1"/>
                </a:solidFill>
              </a:rPr>
              <a:t>前工程の運用定義が急務のため、８月央から電技部が先行して入る形で提案をまとめる</a:t>
            </a:r>
            <a:endParaRPr kumimoji="1" lang="en-US" altLang="ja-JP" b="1" dirty="0">
              <a:solidFill>
                <a:schemeClr val="bg1"/>
              </a:solidFill>
            </a:endParaRPr>
          </a:p>
        </p:txBody>
      </p:sp>
    </p:spTree>
    <p:extLst>
      <p:ext uri="{BB962C8B-B14F-4D97-AF65-F5344CB8AC3E}">
        <p14:creationId xmlns:p14="http://schemas.microsoft.com/office/powerpoint/2010/main" val="1688923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5A568EAD-881B-A257-13C6-8532E886EE2A}"/>
              </a:ext>
            </a:extLst>
          </p:cNvPr>
          <p:cNvSpPr>
            <a:spLocks noGrp="1"/>
          </p:cNvSpPr>
          <p:nvPr>
            <p:ph type="body" sz="quarter" idx="13"/>
          </p:nvPr>
        </p:nvSpPr>
        <p:spPr>
          <a:xfrm>
            <a:off x="5593297" y="3081216"/>
            <a:ext cx="1005403" cy="695575"/>
          </a:xfrm>
        </p:spPr>
        <p:txBody>
          <a:bodyPr/>
          <a:lstStyle/>
          <a:p>
            <a:r>
              <a:rPr lang="ja-JP" altLang="en-US" dirty="0"/>
              <a:t>以上</a:t>
            </a:r>
          </a:p>
        </p:txBody>
      </p:sp>
    </p:spTree>
    <p:extLst>
      <p:ext uri="{BB962C8B-B14F-4D97-AF65-F5344CB8AC3E}">
        <p14:creationId xmlns:p14="http://schemas.microsoft.com/office/powerpoint/2010/main" val="3339795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8FDEEAD-9ED6-EC02-1D18-C9711640C980}"/>
              </a:ext>
            </a:extLst>
          </p:cNvPr>
          <p:cNvSpPr>
            <a:spLocks noGrp="1"/>
          </p:cNvSpPr>
          <p:nvPr>
            <p:ph type="body" sz="quarter" idx="13"/>
          </p:nvPr>
        </p:nvSpPr>
        <p:spPr>
          <a:xfrm>
            <a:off x="4983548" y="3081216"/>
            <a:ext cx="2224904" cy="695575"/>
          </a:xfrm>
        </p:spPr>
        <p:txBody>
          <a:bodyPr/>
          <a:lstStyle/>
          <a:p>
            <a:r>
              <a:rPr kumimoji="1" lang="en-US" altLang="ja-JP" dirty="0"/>
              <a:t>Appendix</a:t>
            </a:r>
            <a:endParaRPr kumimoji="1" lang="ja-JP" altLang="en-US" dirty="0"/>
          </a:p>
        </p:txBody>
      </p:sp>
    </p:spTree>
    <p:extLst>
      <p:ext uri="{BB962C8B-B14F-4D97-AF65-F5344CB8AC3E}">
        <p14:creationId xmlns:p14="http://schemas.microsoft.com/office/powerpoint/2010/main" val="3904990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291D44-C066-9B34-3F41-2E9BF2E30CF1}"/>
              </a:ext>
            </a:extLst>
          </p:cNvPr>
          <p:cNvSpPr>
            <a:spLocks noGrp="1"/>
          </p:cNvSpPr>
          <p:nvPr>
            <p:ph type="title"/>
          </p:nvPr>
        </p:nvSpPr>
        <p:spPr/>
        <p:txBody>
          <a:bodyPr/>
          <a:lstStyle/>
          <a:p>
            <a:r>
              <a:rPr kumimoji="1" lang="en-US" altLang="ja-JP" dirty="0" err="1"/>
              <a:t>RxSWIN</a:t>
            </a:r>
            <a:r>
              <a:rPr kumimoji="1" lang="ja-JP" altLang="en-US" dirty="0"/>
              <a:t>とは</a:t>
            </a:r>
          </a:p>
        </p:txBody>
      </p:sp>
      <p:sp>
        <p:nvSpPr>
          <p:cNvPr id="3" name="テキスト ボックス 2">
            <a:extLst>
              <a:ext uri="{FF2B5EF4-FFF2-40B4-BE49-F238E27FC236}">
                <a16:creationId xmlns:a16="http://schemas.microsoft.com/office/drawing/2014/main" id="{7D5C09C8-9C3F-3861-19BD-DF449F7B77EA}"/>
              </a:ext>
            </a:extLst>
          </p:cNvPr>
          <p:cNvSpPr txBox="1"/>
          <p:nvPr/>
        </p:nvSpPr>
        <p:spPr>
          <a:xfrm>
            <a:off x="785515" y="825300"/>
            <a:ext cx="6815932" cy="1115690"/>
          </a:xfrm>
          <a:prstGeom prst="rect">
            <a:avLst/>
          </a:prstGeom>
          <a:noFill/>
        </p:spPr>
        <p:txBody>
          <a:bodyPr wrap="square" rtlCol="0">
            <a:spAutoFit/>
          </a:bodyPr>
          <a:lstStyle/>
          <a:p>
            <a:pPr>
              <a:lnSpc>
                <a:spcPct val="120000"/>
              </a:lnSpc>
              <a:spcBef>
                <a:spcPts val="600"/>
              </a:spcBef>
            </a:pPr>
            <a:r>
              <a:rPr kumimoji="1" lang="en-US" altLang="ja-JP" sz="1400" dirty="0" err="1"/>
              <a:t>RxSWIN</a:t>
            </a:r>
            <a:r>
              <a:rPr kumimoji="1" lang="ja-JP" altLang="en-US" sz="1400" dirty="0"/>
              <a:t>（</a:t>
            </a:r>
            <a:r>
              <a:rPr kumimoji="1" lang="en-US" altLang="ja-JP" sz="1400" dirty="0"/>
              <a:t>Rx Software Identification Number</a:t>
            </a:r>
            <a:r>
              <a:rPr kumimoji="1" lang="ja-JP" altLang="en-US" sz="1400" dirty="0"/>
              <a:t>）とは、自動車の構造および装置に関する規則（</a:t>
            </a:r>
            <a:r>
              <a:rPr kumimoji="1" lang="en-US" altLang="ja-JP" sz="1400" dirty="0"/>
              <a:t>UN</a:t>
            </a:r>
            <a:r>
              <a:rPr kumimoji="1" lang="ja-JP" altLang="en-US" sz="1400" dirty="0"/>
              <a:t>規則）における</a:t>
            </a:r>
            <a:r>
              <a:rPr kumimoji="1" lang="en-US" altLang="ja-JP" sz="1400" dirty="0"/>
              <a:t>Regulation No.</a:t>
            </a:r>
            <a:r>
              <a:rPr kumimoji="1" lang="ja-JP" altLang="en-US" sz="1400" dirty="0"/>
              <a:t>ごとに関連するシステムのソフトウェアバージョンを管理するための識別子です。</a:t>
            </a:r>
            <a:r>
              <a:rPr kumimoji="1" lang="en-US" altLang="ja-JP" sz="1400" dirty="0"/>
              <a:t>UN</a:t>
            </a:r>
            <a:r>
              <a:rPr kumimoji="1" lang="ja-JP" altLang="en-US" sz="1400" dirty="0"/>
              <a:t>規則の一例として、左記のようなものがあります。</a:t>
            </a:r>
          </a:p>
        </p:txBody>
      </p:sp>
      <p:pic>
        <p:nvPicPr>
          <p:cNvPr id="1028" name="Picture 4">
            <a:extLst>
              <a:ext uri="{FF2B5EF4-FFF2-40B4-BE49-F238E27FC236}">
                <a16:creationId xmlns:a16="http://schemas.microsoft.com/office/drawing/2014/main" id="{1F44EC47-1F6D-53B5-72BA-B97EBD7EE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757" y="3879892"/>
            <a:ext cx="7166541" cy="2442955"/>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AFD01B28-7970-86B1-B589-47A447AAD151}"/>
              </a:ext>
            </a:extLst>
          </p:cNvPr>
          <p:cNvSpPr txBox="1"/>
          <p:nvPr/>
        </p:nvSpPr>
        <p:spPr>
          <a:xfrm>
            <a:off x="785514" y="2556719"/>
            <a:ext cx="10759780" cy="1192634"/>
          </a:xfrm>
          <a:prstGeom prst="rect">
            <a:avLst/>
          </a:prstGeom>
          <a:noFill/>
        </p:spPr>
        <p:txBody>
          <a:bodyPr wrap="square" rtlCol="0">
            <a:spAutoFit/>
          </a:bodyPr>
          <a:lstStyle/>
          <a:p>
            <a:pPr>
              <a:lnSpc>
                <a:spcPct val="120000"/>
              </a:lnSpc>
              <a:spcBef>
                <a:spcPts val="600"/>
              </a:spcBef>
            </a:pPr>
            <a:r>
              <a:rPr kumimoji="1" lang="en-US" altLang="ja-JP" sz="1400" dirty="0" err="1"/>
              <a:t>RxSWIN</a:t>
            </a:r>
            <a:r>
              <a:rPr kumimoji="1" lang="ja-JP" altLang="en-US" sz="1400" dirty="0"/>
              <a:t>はこれらの規則についての認可を受ける必要がある車両システムにおいて、</a:t>
            </a:r>
            <a:br>
              <a:rPr kumimoji="1" lang="en-US" altLang="ja-JP" sz="1400" dirty="0"/>
            </a:br>
            <a:r>
              <a:rPr kumimoji="1" lang="ja-JP" altLang="en-US" sz="1400" dirty="0"/>
              <a:t>システムを構成する</a:t>
            </a:r>
            <a:r>
              <a:rPr kumimoji="1" lang="en-US" altLang="ja-JP" sz="1400" dirty="0"/>
              <a:t>ECU</a:t>
            </a:r>
            <a:r>
              <a:rPr kumimoji="1" lang="ja-JP" altLang="en-US" sz="1400" dirty="0"/>
              <a:t>を一まとまりとして識別子の採番を行います。</a:t>
            </a:r>
            <a:endParaRPr kumimoji="1" lang="en-US" altLang="ja-JP" sz="1400" dirty="0"/>
          </a:p>
          <a:p>
            <a:pPr>
              <a:lnSpc>
                <a:spcPct val="120000"/>
              </a:lnSpc>
              <a:spcBef>
                <a:spcPts val="600"/>
              </a:spcBef>
            </a:pPr>
            <a:r>
              <a:rPr kumimoji="1" lang="en-US" altLang="ja-JP" sz="1400" dirty="0"/>
              <a:t>ECU</a:t>
            </a:r>
            <a:r>
              <a:rPr kumimoji="1" lang="ja-JP" altLang="en-US" sz="1400" dirty="0"/>
              <a:t>のソフトウェアアップデートを行う際、認可を受けたシステムに影響がある場合には</a:t>
            </a:r>
            <a:r>
              <a:rPr kumimoji="1" lang="en-US" altLang="ja-JP" sz="1400" dirty="0"/>
              <a:t>RXSWIN</a:t>
            </a:r>
            <a:r>
              <a:rPr kumimoji="1" lang="ja-JP" altLang="en-US" sz="1400" dirty="0"/>
              <a:t>の採番を再度行い、</a:t>
            </a:r>
            <a:br>
              <a:rPr kumimoji="1" lang="en-US" altLang="ja-JP" sz="1400" dirty="0"/>
            </a:br>
            <a:r>
              <a:rPr kumimoji="1" lang="ja-JP" altLang="en-US" sz="1400" dirty="0"/>
              <a:t>構成</a:t>
            </a:r>
            <a:r>
              <a:rPr kumimoji="1" lang="en-US" altLang="ja-JP" sz="1400" dirty="0"/>
              <a:t>ECU</a:t>
            </a:r>
            <a:r>
              <a:rPr kumimoji="1" lang="ja-JP" altLang="en-US" sz="1400" dirty="0"/>
              <a:t>のソフトウェアバージョンを紐づけて管理します。</a:t>
            </a:r>
          </a:p>
        </p:txBody>
      </p:sp>
      <p:graphicFrame>
        <p:nvGraphicFramePr>
          <p:cNvPr id="5" name="表 4">
            <a:extLst>
              <a:ext uri="{FF2B5EF4-FFF2-40B4-BE49-F238E27FC236}">
                <a16:creationId xmlns:a16="http://schemas.microsoft.com/office/drawing/2014/main" id="{34C1E96D-C0FD-3986-4488-5947F4ABA48A}"/>
              </a:ext>
            </a:extLst>
          </p:cNvPr>
          <p:cNvGraphicFramePr>
            <a:graphicFrameLocks noGrp="1"/>
          </p:cNvGraphicFramePr>
          <p:nvPr>
            <p:extLst>
              <p:ext uri="{D42A27DB-BD31-4B8C-83A1-F6EECF244321}">
                <p14:modId xmlns:p14="http://schemas.microsoft.com/office/powerpoint/2010/main" val="2179883546"/>
              </p:ext>
            </p:extLst>
          </p:nvPr>
        </p:nvGraphicFramePr>
        <p:xfrm>
          <a:off x="7905550" y="839050"/>
          <a:ext cx="3521711" cy="1463040"/>
        </p:xfrm>
        <a:graphic>
          <a:graphicData uri="http://schemas.openxmlformats.org/drawingml/2006/table">
            <a:tbl>
              <a:tblPr firstRow="1" bandRow="1">
                <a:tableStyleId>{5940675A-B579-460E-94D1-54222C63F5DA}</a:tableStyleId>
              </a:tblPr>
              <a:tblGrid>
                <a:gridCol w="1136968">
                  <a:extLst>
                    <a:ext uri="{9D8B030D-6E8A-4147-A177-3AD203B41FA5}">
                      <a16:colId xmlns:a16="http://schemas.microsoft.com/office/drawing/2014/main" val="2300328393"/>
                    </a:ext>
                  </a:extLst>
                </a:gridCol>
                <a:gridCol w="2384743">
                  <a:extLst>
                    <a:ext uri="{9D8B030D-6E8A-4147-A177-3AD203B41FA5}">
                      <a16:colId xmlns:a16="http://schemas.microsoft.com/office/drawing/2014/main" val="748160898"/>
                    </a:ext>
                  </a:extLst>
                </a:gridCol>
              </a:tblGrid>
              <a:tr h="139640">
                <a:tc>
                  <a:txBody>
                    <a:bodyPr/>
                    <a:lstStyle/>
                    <a:p>
                      <a:r>
                        <a:rPr kumimoji="1" lang="en-US" altLang="ja-JP" sz="1000" dirty="0"/>
                        <a:t>Regulation No.</a:t>
                      </a:r>
                      <a:endParaRPr kumimoji="1" lang="ja-JP" altLang="en-US" sz="1000" dirty="0"/>
                    </a:p>
                  </a:txBody>
                  <a:tcPr/>
                </a:tc>
                <a:tc>
                  <a:txBody>
                    <a:bodyPr/>
                    <a:lstStyle/>
                    <a:p>
                      <a:r>
                        <a:rPr kumimoji="1" lang="en-US" altLang="ja-JP" sz="1000" dirty="0"/>
                        <a:t>Title</a:t>
                      </a:r>
                      <a:endParaRPr kumimoji="1" lang="ja-JP" altLang="en-US" sz="1000" dirty="0"/>
                    </a:p>
                  </a:txBody>
                  <a:tcPr/>
                </a:tc>
                <a:extLst>
                  <a:ext uri="{0D108BD9-81ED-4DB2-BD59-A6C34878D82A}">
                    <a16:rowId xmlns:a16="http://schemas.microsoft.com/office/drawing/2014/main" val="3487731211"/>
                  </a:ext>
                </a:extLst>
              </a:tr>
              <a:tr h="139640">
                <a:tc>
                  <a:txBody>
                    <a:bodyPr/>
                    <a:lstStyle/>
                    <a:p>
                      <a:r>
                        <a:rPr kumimoji="1" lang="en-US" altLang="ja-JP" sz="1000" dirty="0"/>
                        <a:t>UN 6</a:t>
                      </a:r>
                      <a:endParaRPr kumimoji="1" lang="ja-JP" altLang="en-US" sz="1000" dirty="0"/>
                    </a:p>
                  </a:txBody>
                  <a:tcPr/>
                </a:tc>
                <a:tc>
                  <a:txBody>
                    <a:bodyPr/>
                    <a:lstStyle/>
                    <a:p>
                      <a:r>
                        <a:rPr kumimoji="1" lang="ja-JP" altLang="en-US" sz="1000" dirty="0"/>
                        <a:t>方向指示器</a:t>
                      </a:r>
                      <a:endParaRPr kumimoji="1" lang="en-US" altLang="ja-JP" sz="1000" dirty="0"/>
                    </a:p>
                  </a:txBody>
                  <a:tcPr/>
                </a:tc>
                <a:extLst>
                  <a:ext uri="{0D108BD9-81ED-4DB2-BD59-A6C34878D82A}">
                    <a16:rowId xmlns:a16="http://schemas.microsoft.com/office/drawing/2014/main" val="4178998878"/>
                  </a:ext>
                </a:extLst>
              </a:tr>
              <a:tr h="139640">
                <a:tc>
                  <a:txBody>
                    <a:bodyPr/>
                    <a:lstStyle/>
                    <a:p>
                      <a:r>
                        <a:rPr kumimoji="1" lang="en-US" altLang="ja-JP" sz="1000" dirty="0"/>
                        <a:t>UN12</a:t>
                      </a:r>
                      <a:endParaRPr kumimoji="1" lang="ja-JP" altLang="en-US" sz="1000" dirty="0"/>
                    </a:p>
                  </a:txBody>
                  <a:tcPr/>
                </a:tc>
                <a:tc>
                  <a:txBody>
                    <a:bodyPr/>
                    <a:lstStyle/>
                    <a:p>
                      <a:r>
                        <a:rPr kumimoji="1" lang="ja-JP" altLang="en-US" sz="1000" dirty="0"/>
                        <a:t>ステアリング機構</a:t>
                      </a:r>
                    </a:p>
                  </a:txBody>
                  <a:tcPr/>
                </a:tc>
                <a:extLst>
                  <a:ext uri="{0D108BD9-81ED-4DB2-BD59-A6C34878D82A}">
                    <a16:rowId xmlns:a16="http://schemas.microsoft.com/office/drawing/2014/main" val="3740293834"/>
                  </a:ext>
                </a:extLst>
              </a:tr>
              <a:tr h="139640">
                <a:tc>
                  <a:txBody>
                    <a:bodyPr/>
                    <a:lstStyle/>
                    <a:p>
                      <a:r>
                        <a:rPr kumimoji="1" lang="en-US" altLang="ja-JP" sz="1000" dirty="0"/>
                        <a:t>UN 15</a:t>
                      </a:r>
                      <a:endParaRPr kumimoji="1" lang="ja-JP" altLang="en-US" sz="1000" dirty="0"/>
                    </a:p>
                  </a:txBody>
                  <a:tcPr/>
                </a:tc>
                <a:tc>
                  <a:txBody>
                    <a:bodyPr/>
                    <a:lstStyle/>
                    <a:p>
                      <a:r>
                        <a:rPr kumimoji="1" lang="ja-JP" altLang="en-US" sz="1000" dirty="0"/>
                        <a:t>排出ガス規制</a:t>
                      </a:r>
                    </a:p>
                  </a:txBody>
                  <a:tcPr/>
                </a:tc>
                <a:extLst>
                  <a:ext uri="{0D108BD9-81ED-4DB2-BD59-A6C34878D82A}">
                    <a16:rowId xmlns:a16="http://schemas.microsoft.com/office/drawing/2014/main" val="4287075004"/>
                  </a:ext>
                </a:extLst>
              </a:tr>
              <a:tr h="139640">
                <a:tc>
                  <a:txBody>
                    <a:bodyPr/>
                    <a:lstStyle/>
                    <a:p>
                      <a:r>
                        <a:rPr kumimoji="1" lang="en-US" altLang="ja-JP" sz="1000" dirty="0"/>
                        <a:t>UN 17</a:t>
                      </a:r>
                      <a:endParaRPr kumimoji="1" lang="ja-JP" altLang="en-US" sz="1000" dirty="0"/>
                    </a:p>
                  </a:txBody>
                  <a:tcPr/>
                </a:tc>
                <a:tc>
                  <a:txBody>
                    <a:bodyPr/>
                    <a:lstStyle/>
                    <a:p>
                      <a:r>
                        <a:rPr kumimoji="1" lang="ja-JP" altLang="en-US" sz="1000" dirty="0"/>
                        <a:t>シート</a:t>
                      </a:r>
                    </a:p>
                  </a:txBody>
                  <a:tcPr/>
                </a:tc>
                <a:extLst>
                  <a:ext uri="{0D108BD9-81ED-4DB2-BD59-A6C34878D82A}">
                    <a16:rowId xmlns:a16="http://schemas.microsoft.com/office/drawing/2014/main" val="2258074401"/>
                  </a:ext>
                </a:extLst>
              </a:tr>
              <a:tr h="178376">
                <a:tc>
                  <a:txBody>
                    <a:bodyPr/>
                    <a:lstStyle/>
                    <a:p>
                      <a:r>
                        <a:rPr kumimoji="1" lang="en-US" altLang="ja-JP" sz="1000" dirty="0"/>
                        <a:t>UN 39</a:t>
                      </a:r>
                      <a:endParaRPr kumimoji="1" lang="ja-JP" altLang="en-US" sz="1000" dirty="0"/>
                    </a:p>
                  </a:txBody>
                  <a:tcPr/>
                </a:tc>
                <a:tc>
                  <a:txBody>
                    <a:bodyPr/>
                    <a:lstStyle/>
                    <a:p>
                      <a:r>
                        <a:rPr kumimoji="1" lang="ja-JP" altLang="en-US" sz="1000" dirty="0"/>
                        <a:t>スピードメーターおよびオドメーター</a:t>
                      </a:r>
                    </a:p>
                  </a:txBody>
                  <a:tcPr/>
                </a:tc>
                <a:extLst>
                  <a:ext uri="{0D108BD9-81ED-4DB2-BD59-A6C34878D82A}">
                    <a16:rowId xmlns:a16="http://schemas.microsoft.com/office/drawing/2014/main" val="3699853207"/>
                  </a:ext>
                </a:extLst>
              </a:tr>
            </a:tbl>
          </a:graphicData>
        </a:graphic>
      </p:graphicFrame>
    </p:spTree>
    <p:extLst>
      <p:ext uri="{BB962C8B-B14F-4D97-AF65-F5344CB8AC3E}">
        <p14:creationId xmlns:p14="http://schemas.microsoft.com/office/powerpoint/2010/main" val="2237563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227A3F-38B5-153B-CA80-4FE5DFB86655}"/>
              </a:ext>
            </a:extLst>
          </p:cNvPr>
          <p:cNvSpPr>
            <a:spLocks noGrp="1"/>
          </p:cNvSpPr>
          <p:nvPr>
            <p:ph type="title"/>
          </p:nvPr>
        </p:nvSpPr>
        <p:spPr/>
        <p:txBody>
          <a:bodyPr/>
          <a:lstStyle/>
          <a:p>
            <a:r>
              <a:rPr kumimoji="1" lang="en-US" altLang="ja-JP" dirty="0"/>
              <a:t>G-CIS</a:t>
            </a:r>
            <a:r>
              <a:rPr kumimoji="1" lang="ja-JP" altLang="en-US" dirty="0"/>
              <a:t>情報</a:t>
            </a:r>
          </a:p>
        </p:txBody>
      </p:sp>
      <p:pic>
        <p:nvPicPr>
          <p:cNvPr id="3" name="図 2">
            <a:extLst>
              <a:ext uri="{FF2B5EF4-FFF2-40B4-BE49-F238E27FC236}">
                <a16:creationId xmlns:a16="http://schemas.microsoft.com/office/drawing/2014/main" id="{E1300BE1-8158-97D4-C985-76AEBF1119E1}"/>
              </a:ext>
            </a:extLst>
          </p:cNvPr>
          <p:cNvPicPr>
            <a:picLocks noChangeAspect="1"/>
          </p:cNvPicPr>
          <p:nvPr/>
        </p:nvPicPr>
        <p:blipFill>
          <a:blip r:embed="rId2"/>
          <a:stretch>
            <a:fillRect/>
          </a:stretch>
        </p:blipFill>
        <p:spPr>
          <a:xfrm>
            <a:off x="340242" y="1183128"/>
            <a:ext cx="5604164" cy="4203123"/>
          </a:xfrm>
          <a:prstGeom prst="rect">
            <a:avLst/>
          </a:prstGeom>
          <a:ln>
            <a:solidFill>
              <a:schemeClr val="bg1">
                <a:lumMod val="75000"/>
              </a:schemeClr>
            </a:solidFill>
          </a:ln>
        </p:spPr>
      </p:pic>
      <p:pic>
        <p:nvPicPr>
          <p:cNvPr id="4" name="図 3">
            <a:extLst>
              <a:ext uri="{FF2B5EF4-FFF2-40B4-BE49-F238E27FC236}">
                <a16:creationId xmlns:a16="http://schemas.microsoft.com/office/drawing/2014/main" id="{455E3263-F09E-BF98-FEF4-3549CA5D1B2D}"/>
              </a:ext>
            </a:extLst>
          </p:cNvPr>
          <p:cNvPicPr>
            <a:picLocks noChangeAspect="1"/>
          </p:cNvPicPr>
          <p:nvPr/>
        </p:nvPicPr>
        <p:blipFill>
          <a:blip r:embed="rId3"/>
          <a:stretch>
            <a:fillRect/>
          </a:stretch>
        </p:blipFill>
        <p:spPr>
          <a:xfrm>
            <a:off x="6096000" y="1183128"/>
            <a:ext cx="5604163" cy="4203123"/>
          </a:xfrm>
          <a:prstGeom prst="rect">
            <a:avLst/>
          </a:prstGeom>
          <a:ln>
            <a:solidFill>
              <a:schemeClr val="bg1">
                <a:lumMod val="75000"/>
              </a:schemeClr>
            </a:solidFill>
          </a:ln>
        </p:spPr>
      </p:pic>
    </p:spTree>
    <p:extLst>
      <p:ext uri="{BB962C8B-B14F-4D97-AF65-F5344CB8AC3E}">
        <p14:creationId xmlns:p14="http://schemas.microsoft.com/office/powerpoint/2010/main" val="891469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8206ECF-4606-BECB-E558-08FE59B7E3FF}"/>
              </a:ext>
            </a:extLst>
          </p:cNvPr>
          <p:cNvSpPr>
            <a:spLocks noGrp="1"/>
          </p:cNvSpPr>
          <p:nvPr>
            <p:ph type="title"/>
          </p:nvPr>
        </p:nvSpPr>
        <p:spPr/>
        <p:txBody>
          <a:bodyPr/>
          <a:lstStyle/>
          <a:p>
            <a:r>
              <a:rPr lang="en-US" altLang="ja-JP" dirty="0"/>
              <a:t>2DEE</a:t>
            </a:r>
            <a:r>
              <a:rPr lang="ja-JP" altLang="en-US" dirty="0"/>
              <a:t>組織・業務分担</a:t>
            </a:r>
          </a:p>
        </p:txBody>
      </p:sp>
      <p:pic>
        <p:nvPicPr>
          <p:cNvPr id="5" name="図 4">
            <a:extLst>
              <a:ext uri="{FF2B5EF4-FFF2-40B4-BE49-F238E27FC236}">
                <a16:creationId xmlns:a16="http://schemas.microsoft.com/office/drawing/2014/main" id="{9A507846-39CB-E132-12A7-4C56A0127425}"/>
              </a:ext>
            </a:extLst>
          </p:cNvPr>
          <p:cNvPicPr>
            <a:picLocks noChangeAspect="1"/>
          </p:cNvPicPr>
          <p:nvPr/>
        </p:nvPicPr>
        <p:blipFill>
          <a:blip r:embed="rId2"/>
          <a:stretch>
            <a:fillRect/>
          </a:stretch>
        </p:blipFill>
        <p:spPr>
          <a:xfrm>
            <a:off x="476054" y="1033898"/>
            <a:ext cx="11253746" cy="4790203"/>
          </a:xfrm>
          <a:prstGeom prst="rect">
            <a:avLst/>
          </a:prstGeom>
        </p:spPr>
      </p:pic>
    </p:spTree>
    <p:extLst>
      <p:ext uri="{BB962C8B-B14F-4D97-AF65-F5344CB8AC3E}">
        <p14:creationId xmlns:p14="http://schemas.microsoft.com/office/powerpoint/2010/main" val="4242415851"/>
      </p:ext>
    </p:extLst>
  </p:cSld>
  <p:clrMapOvr>
    <a:masterClrMapping/>
  </p:clrMapOvr>
</p:sld>
</file>

<file path=ppt/theme/theme1.xml><?xml version="1.0" encoding="utf-8"?>
<a:theme xmlns:a="http://schemas.openxmlformats.org/drawingml/2006/main" name="シンプル">
  <a:themeElements>
    <a:clrScheme name="ユーザー定義 2">
      <a:dk1>
        <a:srgbClr val="292929"/>
      </a:dk1>
      <a:lt1>
        <a:sysClr val="window" lastClr="FFFFFF"/>
      </a:lt1>
      <a:dk2>
        <a:srgbClr val="777777"/>
      </a:dk2>
      <a:lt2>
        <a:srgbClr val="E7E6E6"/>
      </a:lt2>
      <a:accent1>
        <a:srgbClr val="E06A3B"/>
      </a:accent1>
      <a:accent2>
        <a:srgbClr val="197993"/>
      </a:accent2>
      <a:accent3>
        <a:srgbClr val="B3261E"/>
      </a:accent3>
      <a:accent4>
        <a:srgbClr val="EDAD0B"/>
      </a:accent4>
      <a:accent5>
        <a:srgbClr val="3261AB"/>
      </a:accent5>
      <a:accent6>
        <a:srgbClr val="188855"/>
      </a:accent6>
      <a:hlink>
        <a:srgbClr val="0563C1"/>
      </a:hlink>
      <a:folHlink>
        <a:srgbClr val="954F72"/>
      </a:folHlink>
    </a:clrScheme>
    <a:fontScheme name="メイリオ">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シンプル" id="{E3DC9C4D-F255-4B86-9BA4-E373E5129554}" vid="{5DAF5CE1-6B4E-4807-976C-0049543D1F6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92e7d18-4867-4b99-8692-27845fd3fde2">
      <Terms xmlns="http://schemas.microsoft.com/office/infopath/2007/PartnerControls"/>
    </lcf76f155ced4ddcb4097134ff3c332f>
    <TaxCatchAll xmlns="a1ebcb03-1241-4a17-8970-a21c81be15b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B8ED8A1214FEF642906783F3A789F102" ma:contentTypeVersion="19" ma:contentTypeDescription="新しいドキュメントを作成します。" ma:contentTypeScope="" ma:versionID="af3cab0ba461f875ab5d3ea03ca3e26d">
  <xsd:schema xmlns:xsd="http://www.w3.org/2001/XMLSchema" xmlns:xs="http://www.w3.org/2001/XMLSchema" xmlns:p="http://schemas.microsoft.com/office/2006/metadata/properties" xmlns:ns2="e92e7d18-4867-4b99-8692-27845fd3fde2" xmlns:ns3="a1ebcb03-1241-4a17-8970-a21c81be15bd" targetNamespace="http://schemas.microsoft.com/office/2006/metadata/properties" ma:root="true" ma:fieldsID="e194d1560cb8b72c20787e7210902380" ns2:_="" ns3:_="">
    <xsd:import namespace="e92e7d18-4867-4b99-8692-27845fd3fde2"/>
    <xsd:import namespace="a1ebcb03-1241-4a17-8970-a21c81be15b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2e7d18-4867-4b99-8692-27845fd3f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12ff8844-7f78-48cf-b5c5-6eb2e72d678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ebcb03-1241-4a17-8970-a21c81be15b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8b825b40-9d67-42b8-bce7-df8eff999c39}" ma:internalName="TaxCatchAll" ma:showField="CatchAllData" ma:web="a1ebcb03-1241-4a17-8970-a21c81be15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8E3D44-A11C-45A3-813D-7257A9755D49}">
  <ds:schemaRefs>
    <ds:schemaRef ds:uri="http://www.w3.org/XML/1998/namespace"/>
    <ds:schemaRef ds:uri="http://purl.org/dc/elements/1.1/"/>
    <ds:schemaRef ds:uri="http://schemas.microsoft.com/office/2006/documentManagement/types"/>
    <ds:schemaRef ds:uri="http://schemas.microsoft.com/office/2006/metadata/properties"/>
    <ds:schemaRef ds:uri="http://purl.org/dc/dcmitype/"/>
    <ds:schemaRef ds:uri="http://purl.org/dc/terms/"/>
    <ds:schemaRef ds:uri="http://schemas.microsoft.com/office/infopath/2007/PartnerControls"/>
    <ds:schemaRef ds:uri="http://schemas.openxmlformats.org/package/2006/metadata/core-properties"/>
    <ds:schemaRef ds:uri="a1ebcb03-1241-4a17-8970-a21c81be15bd"/>
    <ds:schemaRef ds:uri="e92e7d18-4867-4b99-8692-27845fd3fde2"/>
  </ds:schemaRefs>
</ds:datastoreItem>
</file>

<file path=customXml/itemProps2.xml><?xml version="1.0" encoding="utf-8"?>
<ds:datastoreItem xmlns:ds="http://schemas.openxmlformats.org/officeDocument/2006/customXml" ds:itemID="{4B0DD9CB-072C-42C6-BE31-EFAEB2CA8AB9}">
  <ds:schemaRefs>
    <ds:schemaRef ds:uri="http://schemas.microsoft.com/sharepoint/v3/contenttype/forms"/>
  </ds:schemaRefs>
</ds:datastoreItem>
</file>

<file path=customXml/itemProps3.xml><?xml version="1.0" encoding="utf-8"?>
<ds:datastoreItem xmlns:ds="http://schemas.openxmlformats.org/officeDocument/2006/customXml" ds:itemID="{C9854824-A8A0-49F4-A016-0FCE0B36D37A}"/>
</file>

<file path=docMetadata/LabelInfo.xml><?xml version="1.0" encoding="utf-8"?>
<clbl:labelList xmlns:clbl="http://schemas.microsoft.com/office/2020/mipLabelMetadata">
  <clbl:label id="{d4c93307-c3b3-4337-9766-0ef0b5644b19}" enabled="1" method="Standard" siteId="{02b02150-dbc8-4a3b-be71-e3eba060a817}" removed="0"/>
</clbl:labelList>
</file>

<file path=docProps/app.xml><?xml version="1.0" encoding="utf-8"?>
<Properties xmlns="http://schemas.openxmlformats.org/officeDocument/2006/extended-properties" xmlns:vt="http://schemas.openxmlformats.org/officeDocument/2006/docPropsVTypes">
  <Template>シンプル</Template>
  <TotalTime>1625</TotalTime>
  <Words>1281</Words>
  <Application>Microsoft Office PowerPoint</Application>
  <PresentationFormat>ワイド画面</PresentationFormat>
  <Paragraphs>220</Paragraphs>
  <Slides>20</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20</vt:i4>
      </vt:variant>
    </vt:vector>
  </HeadingPairs>
  <TitlesOfParts>
    <vt:vector size="27" baseType="lpstr">
      <vt:lpstr>M PLUS 1p</vt:lpstr>
      <vt:lpstr>M PLUS 1p Medium</vt:lpstr>
      <vt:lpstr>M PLUS 1p Thin</vt:lpstr>
      <vt:lpstr>メイリオ</vt:lpstr>
      <vt:lpstr>Arial</vt:lpstr>
      <vt:lpstr>Wingdings 2</vt:lpstr>
      <vt:lpstr>シンプル</vt:lpstr>
      <vt:lpstr>2DEE支援状況報告（法規認証TPS）</vt:lpstr>
      <vt:lpstr>目次</vt:lpstr>
      <vt:lpstr>活動背景</vt:lpstr>
      <vt:lpstr>大日程</vt:lpstr>
      <vt:lpstr>体制</vt:lpstr>
      <vt:lpstr>1Qまでの活動状況</vt:lpstr>
      <vt:lpstr>目指す姿（TS案）</vt:lpstr>
      <vt:lpstr>進め方</vt:lpstr>
      <vt:lpstr>PowerPoint プレゼンテーション</vt:lpstr>
      <vt:lpstr>RxSWIN法規対応活動概要</vt:lpstr>
      <vt:lpstr>RxSWIN法規対応活動概要 - RxSWIN WG</vt:lpstr>
      <vt:lpstr>法規認証TPS活動と連携について</vt:lpstr>
      <vt:lpstr>法規認証TPS活動と連携について - 進め方</vt:lpstr>
      <vt:lpstr>DITからシステム化検討依頼</vt:lpstr>
      <vt:lpstr>TS内の分担案</vt:lpstr>
      <vt:lpstr>PowerPoint プレゼンテーション</vt:lpstr>
      <vt:lpstr>PowerPoint プレゼンテーション</vt:lpstr>
      <vt:lpstr>RxSWINとは</vt:lpstr>
      <vt:lpstr>G-CIS情報</vt:lpstr>
      <vt:lpstr>2DEE組織・業務分担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Yokoyama, Kazuki/横山 一樹</dc:creator>
  <cp:lastModifiedBy>Yokoyama, Kazuki/横山 一樹</cp:lastModifiedBy>
  <cp:revision>2</cp:revision>
  <dcterms:created xsi:type="dcterms:W3CDTF">2025-06-30T00:49:27Z</dcterms:created>
  <dcterms:modified xsi:type="dcterms:W3CDTF">2025-07-18T01:21:51Z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0x010100B8ED8A1214FEF642906783F3A789F102</vt:lpwstr>
  </property>
  <property fmtid="{D5CDD505-2E9C-101B-9397-08002B2CF9AE}" pid="3" name="MediaServiceImageTags">
    <vt:lpwstr/>
  </property>
</Properties>
</file>