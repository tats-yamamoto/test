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 Id="rId6" Type="http://schemas.microsoft.com/office/2020/02/relationships/classificationlabels" Target="docMetadata/LabelInfo.xml" /></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60" r:id="rId4"/>
  </p:sldMasterIdLst>
  <p:notesMasterIdLst>
    <p:notesMasterId r:id="rId15"/>
  </p:notesMasterIdLst>
  <p:sldIdLst>
    <p:sldId id="256" r:id="rId5"/>
    <p:sldId id="265" r:id="rId6"/>
    <p:sldId id="263" r:id="rId7"/>
    <p:sldId id="264" r:id="rId8"/>
    <p:sldId id="259" r:id="rId9"/>
    <p:sldId id="260" r:id="rId10"/>
    <p:sldId id="262" r:id="rId11"/>
    <p:sldId id="258" r:id="rId12"/>
    <p:sldId id="267" r:id="rId13"/>
    <p:sldId id="26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855391-53DE-4091-AEC8-89361BC0ADED}" v="8" dt="2025-01-16T04:03:24.694"/>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449" autoAdjust="0"/>
    <p:restoredTop sz="94660"/>
  </p:normalViewPr>
  <p:slideViewPr>
    <p:cSldViewPr snapToGrid="0">
      <p:cViewPr varScale="1">
        <p:scale>
          <a:sx n="128" d="100"/>
          <a:sy n="128" d="100"/>
        </p:scale>
        <p:origin x="132" y="3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okoyama, Kazuki/横山 一樹" userId="eebd3b26-963b-49b8-bece-d035e86ca04e" providerId="ADAL" clId="{6BB10B0A-CDC3-4597-A4A4-2F1EEDD7521F}"/>
    <pc:docChg chg="undo custSel addSld delSld modSld sldOrd modMainMaster">
      <pc:chgData name="Yokoyama, Kazuki/横山 一樹" userId="eebd3b26-963b-49b8-bece-d035e86ca04e" providerId="ADAL" clId="{6BB10B0A-CDC3-4597-A4A4-2F1EEDD7521F}" dt="2025-01-15T23:43:00.809" v="2118" actId="20577"/>
      <pc:docMkLst>
        <pc:docMk/>
      </pc:docMkLst>
      <pc:sldChg chg="modSp mod">
        <pc:chgData name="Yokoyama, Kazuki/横山 一樹" userId="eebd3b26-963b-49b8-bece-d035e86ca04e" providerId="ADAL" clId="{6BB10B0A-CDC3-4597-A4A4-2F1EEDD7521F}" dt="2025-01-15T23:05:30.780" v="756" actId="20577"/>
        <pc:sldMkLst>
          <pc:docMk/>
          <pc:sldMk cId="959458388" sldId="256"/>
        </pc:sldMkLst>
        <pc:spChg chg="mod">
          <ac:chgData name="Yokoyama, Kazuki/横山 一樹" userId="eebd3b26-963b-49b8-bece-d035e86ca04e" providerId="ADAL" clId="{6BB10B0A-CDC3-4597-A4A4-2F1EEDD7521F}" dt="2025-01-15T23:05:30.780" v="756" actId="20577"/>
          <ac:spMkLst>
            <pc:docMk/>
            <pc:sldMk cId="959458388" sldId="256"/>
            <ac:spMk id="2" creationId="{2AB366A2-8544-5436-67BE-2A4699102B1E}"/>
          </ac:spMkLst>
        </pc:spChg>
      </pc:sldChg>
      <pc:sldChg chg="del">
        <pc:chgData name="Yokoyama, Kazuki/横山 一樹" userId="eebd3b26-963b-49b8-bece-d035e86ca04e" providerId="ADAL" clId="{6BB10B0A-CDC3-4597-A4A4-2F1EEDD7521F}" dt="2025-01-15T11:59:51.433" v="0" actId="47"/>
        <pc:sldMkLst>
          <pc:docMk/>
          <pc:sldMk cId="3678905328" sldId="257"/>
        </pc:sldMkLst>
      </pc:sldChg>
      <pc:sldChg chg="modSp mod">
        <pc:chgData name="Yokoyama, Kazuki/横山 一樹" userId="eebd3b26-963b-49b8-bece-d035e86ca04e" providerId="ADAL" clId="{6BB10B0A-CDC3-4597-A4A4-2F1EEDD7521F}" dt="2025-01-15T23:30:23.216" v="1680" actId="6549"/>
        <pc:sldMkLst>
          <pc:docMk/>
          <pc:sldMk cId="762945098" sldId="258"/>
        </pc:sldMkLst>
        <pc:spChg chg="mod">
          <ac:chgData name="Yokoyama, Kazuki/横山 一樹" userId="eebd3b26-963b-49b8-bece-d035e86ca04e" providerId="ADAL" clId="{6BB10B0A-CDC3-4597-A4A4-2F1EEDD7521F}" dt="2025-01-15T23:30:23.216" v="1680" actId="6549"/>
          <ac:spMkLst>
            <pc:docMk/>
            <pc:sldMk cId="762945098" sldId="258"/>
            <ac:spMk id="2" creationId="{A5A7AC3C-6F52-74DF-C5DE-C50054A7DF57}"/>
          </ac:spMkLst>
        </pc:spChg>
        <pc:spChg chg="mod">
          <ac:chgData name="Yokoyama, Kazuki/横山 一樹" userId="eebd3b26-963b-49b8-bece-d035e86ca04e" providerId="ADAL" clId="{6BB10B0A-CDC3-4597-A4A4-2F1EEDD7521F}" dt="2025-01-15T23:29:23.388" v="1679" actId="20577"/>
          <ac:spMkLst>
            <pc:docMk/>
            <pc:sldMk cId="762945098" sldId="258"/>
            <ac:spMk id="3" creationId="{DD7AA927-1501-8F82-0A4D-078FF753246D}"/>
          </ac:spMkLst>
        </pc:spChg>
      </pc:sldChg>
      <pc:sldChg chg="modSp mod">
        <pc:chgData name="Yokoyama, Kazuki/横山 一樹" userId="eebd3b26-963b-49b8-bece-d035e86ca04e" providerId="ADAL" clId="{6BB10B0A-CDC3-4597-A4A4-2F1EEDD7521F}" dt="2025-01-15T23:09:25.747" v="917" actId="20577"/>
        <pc:sldMkLst>
          <pc:docMk/>
          <pc:sldMk cId="3282857590" sldId="259"/>
        </pc:sldMkLst>
        <pc:spChg chg="mod">
          <ac:chgData name="Yokoyama, Kazuki/横山 一樹" userId="eebd3b26-963b-49b8-bece-d035e86ca04e" providerId="ADAL" clId="{6BB10B0A-CDC3-4597-A4A4-2F1EEDD7521F}" dt="2025-01-15T12:03:32.136" v="334"/>
          <ac:spMkLst>
            <pc:docMk/>
            <pc:sldMk cId="3282857590" sldId="259"/>
            <ac:spMk id="2" creationId="{A29659F3-92F5-E95F-937D-5CAAB1180C4C}"/>
          </ac:spMkLst>
        </pc:spChg>
        <pc:spChg chg="mod">
          <ac:chgData name="Yokoyama, Kazuki/横山 一樹" userId="eebd3b26-963b-49b8-bece-d035e86ca04e" providerId="ADAL" clId="{6BB10B0A-CDC3-4597-A4A4-2F1EEDD7521F}" dt="2025-01-15T23:09:25.747" v="917" actId="20577"/>
          <ac:spMkLst>
            <pc:docMk/>
            <pc:sldMk cId="3282857590" sldId="259"/>
            <ac:spMk id="3" creationId="{411B4B9E-4D8E-6D4C-4965-0298D76AFDD3}"/>
          </ac:spMkLst>
        </pc:spChg>
      </pc:sldChg>
      <pc:sldChg chg="modSp mod">
        <pc:chgData name="Yokoyama, Kazuki/横山 一樹" userId="eebd3b26-963b-49b8-bece-d035e86ca04e" providerId="ADAL" clId="{6BB10B0A-CDC3-4597-A4A4-2F1EEDD7521F}" dt="2025-01-15T23:40:47.822" v="2069" actId="207"/>
        <pc:sldMkLst>
          <pc:docMk/>
          <pc:sldMk cId="577222156" sldId="260"/>
        </pc:sldMkLst>
        <pc:spChg chg="mod">
          <ac:chgData name="Yokoyama, Kazuki/横山 一樹" userId="eebd3b26-963b-49b8-bece-d035e86ca04e" providerId="ADAL" clId="{6BB10B0A-CDC3-4597-A4A4-2F1EEDD7521F}" dt="2025-01-15T12:03:25.907" v="333" actId="20577"/>
          <ac:spMkLst>
            <pc:docMk/>
            <pc:sldMk cId="577222156" sldId="260"/>
            <ac:spMk id="2" creationId="{A29659F3-92F5-E95F-937D-5CAAB1180C4C}"/>
          </ac:spMkLst>
        </pc:spChg>
        <pc:spChg chg="mod">
          <ac:chgData name="Yokoyama, Kazuki/横山 一樹" userId="eebd3b26-963b-49b8-bece-d035e86ca04e" providerId="ADAL" clId="{6BB10B0A-CDC3-4597-A4A4-2F1EEDD7521F}" dt="2025-01-15T23:40:47.822" v="2069" actId="207"/>
          <ac:spMkLst>
            <pc:docMk/>
            <pc:sldMk cId="577222156" sldId="260"/>
            <ac:spMk id="3" creationId="{411B4B9E-4D8E-6D4C-4965-0298D76AFDD3}"/>
          </ac:spMkLst>
        </pc:spChg>
      </pc:sldChg>
      <pc:sldChg chg="del">
        <pc:chgData name="Yokoyama, Kazuki/横山 一樹" userId="eebd3b26-963b-49b8-bece-d035e86ca04e" providerId="ADAL" clId="{6BB10B0A-CDC3-4597-A4A4-2F1EEDD7521F}" dt="2025-01-15T11:59:52.782" v="1" actId="47"/>
        <pc:sldMkLst>
          <pc:docMk/>
          <pc:sldMk cId="1213157529" sldId="261"/>
        </pc:sldMkLst>
      </pc:sldChg>
      <pc:sldChg chg="modSp mod">
        <pc:chgData name="Yokoyama, Kazuki/横山 一樹" userId="eebd3b26-963b-49b8-bece-d035e86ca04e" providerId="ADAL" clId="{6BB10B0A-CDC3-4597-A4A4-2F1EEDD7521F}" dt="2025-01-15T23:42:16.065" v="2086" actId="693"/>
        <pc:sldMkLst>
          <pc:docMk/>
          <pc:sldMk cId="2205879095" sldId="262"/>
        </pc:sldMkLst>
        <pc:spChg chg="mod">
          <ac:chgData name="Yokoyama, Kazuki/横山 一樹" userId="eebd3b26-963b-49b8-bece-d035e86ca04e" providerId="ADAL" clId="{6BB10B0A-CDC3-4597-A4A4-2F1EEDD7521F}" dt="2025-01-15T23:18:02.398" v="1236" actId="20577"/>
          <ac:spMkLst>
            <pc:docMk/>
            <pc:sldMk cId="2205879095" sldId="262"/>
            <ac:spMk id="13" creationId="{59AA7A57-02FD-34B6-ECD0-86967AB52851}"/>
          </ac:spMkLst>
        </pc:spChg>
        <pc:spChg chg="mod">
          <ac:chgData name="Yokoyama, Kazuki/横山 一樹" userId="eebd3b26-963b-49b8-bece-d035e86ca04e" providerId="ADAL" clId="{6BB10B0A-CDC3-4597-A4A4-2F1EEDD7521F}" dt="2025-01-15T23:18:30.872" v="1240" actId="1076"/>
          <ac:spMkLst>
            <pc:docMk/>
            <pc:sldMk cId="2205879095" sldId="262"/>
            <ac:spMk id="14" creationId="{83DFEEA6-024C-A806-5982-55B22EA34766}"/>
          </ac:spMkLst>
        </pc:spChg>
        <pc:spChg chg="mod">
          <ac:chgData name="Yokoyama, Kazuki/横山 一樹" userId="eebd3b26-963b-49b8-bece-d035e86ca04e" providerId="ADAL" clId="{6BB10B0A-CDC3-4597-A4A4-2F1EEDD7521F}" dt="2025-01-15T23:41:40.590" v="2085" actId="20577"/>
          <ac:spMkLst>
            <pc:docMk/>
            <pc:sldMk cId="2205879095" sldId="262"/>
            <ac:spMk id="15" creationId="{8D73457B-8437-367D-2441-96F3EC17AC76}"/>
          </ac:spMkLst>
        </pc:spChg>
        <pc:spChg chg="mod">
          <ac:chgData name="Yokoyama, Kazuki/横山 一樹" userId="eebd3b26-963b-49b8-bece-d035e86ca04e" providerId="ADAL" clId="{6BB10B0A-CDC3-4597-A4A4-2F1EEDD7521F}" dt="2025-01-15T23:15:10.560" v="1122" actId="14100"/>
          <ac:spMkLst>
            <pc:docMk/>
            <pc:sldMk cId="2205879095" sldId="262"/>
            <ac:spMk id="19" creationId="{F6BC50C5-9828-FFDA-D3CB-8E76013481C4}"/>
          </ac:spMkLst>
        </pc:spChg>
        <pc:spChg chg="mod">
          <ac:chgData name="Yokoyama, Kazuki/横山 一樹" userId="eebd3b26-963b-49b8-bece-d035e86ca04e" providerId="ADAL" clId="{6BB10B0A-CDC3-4597-A4A4-2F1EEDD7521F}" dt="2025-01-15T23:18:22.450" v="1238" actId="465"/>
          <ac:spMkLst>
            <pc:docMk/>
            <pc:sldMk cId="2205879095" sldId="262"/>
            <ac:spMk id="20" creationId="{F646271E-D533-02A9-CEC9-0980C7BE56C1}"/>
          </ac:spMkLst>
        </pc:spChg>
        <pc:graphicFrameChg chg="modGraphic">
          <ac:chgData name="Yokoyama, Kazuki/横山 一樹" userId="eebd3b26-963b-49b8-bece-d035e86ca04e" providerId="ADAL" clId="{6BB10B0A-CDC3-4597-A4A4-2F1EEDD7521F}" dt="2025-01-15T12:10:24.097" v="709" actId="207"/>
          <ac:graphicFrameMkLst>
            <pc:docMk/>
            <pc:sldMk cId="2205879095" sldId="262"/>
            <ac:graphicFrameMk id="7" creationId="{C1AA7F86-3402-7494-4FC6-DF10AF5662FD}"/>
          </ac:graphicFrameMkLst>
        </pc:graphicFrameChg>
        <pc:graphicFrameChg chg="mod modGraphic">
          <ac:chgData name="Yokoyama, Kazuki/横山 一樹" userId="eebd3b26-963b-49b8-bece-d035e86ca04e" providerId="ADAL" clId="{6BB10B0A-CDC3-4597-A4A4-2F1EEDD7521F}" dt="2025-01-15T23:18:30.872" v="1240" actId="1076"/>
          <ac:graphicFrameMkLst>
            <pc:docMk/>
            <pc:sldMk cId="2205879095" sldId="262"/>
            <ac:graphicFrameMk id="8" creationId="{E2589FDE-FE5B-F3C0-F45B-F65336F25F16}"/>
          </ac:graphicFrameMkLst>
        </pc:graphicFrameChg>
        <pc:graphicFrameChg chg="modGraphic">
          <ac:chgData name="Yokoyama, Kazuki/横山 一樹" userId="eebd3b26-963b-49b8-bece-d035e86ca04e" providerId="ADAL" clId="{6BB10B0A-CDC3-4597-A4A4-2F1EEDD7521F}" dt="2025-01-15T12:10:36.124" v="711" actId="207"/>
          <ac:graphicFrameMkLst>
            <pc:docMk/>
            <pc:sldMk cId="2205879095" sldId="262"/>
            <ac:graphicFrameMk id="9" creationId="{8F889926-067A-16F6-BA76-7D7717DEE262}"/>
          </ac:graphicFrameMkLst>
        </pc:graphicFrameChg>
        <pc:cxnChg chg="mod">
          <ac:chgData name="Yokoyama, Kazuki/横山 一樹" userId="eebd3b26-963b-49b8-bece-d035e86ca04e" providerId="ADAL" clId="{6BB10B0A-CDC3-4597-A4A4-2F1EEDD7521F}" dt="2025-01-15T23:42:16.065" v="2086" actId="693"/>
          <ac:cxnSpMkLst>
            <pc:docMk/>
            <pc:sldMk cId="2205879095" sldId="262"/>
            <ac:cxnSpMk id="23" creationId="{6C37EE16-FEFE-312A-B496-E646068AAAAF}"/>
          </ac:cxnSpMkLst>
        </pc:cxnChg>
        <pc:cxnChg chg="mod">
          <ac:chgData name="Yokoyama, Kazuki/横山 一樹" userId="eebd3b26-963b-49b8-bece-d035e86ca04e" providerId="ADAL" clId="{6BB10B0A-CDC3-4597-A4A4-2F1EEDD7521F}" dt="2025-01-15T23:42:16.065" v="2086" actId="693"/>
          <ac:cxnSpMkLst>
            <pc:docMk/>
            <pc:sldMk cId="2205879095" sldId="262"/>
            <ac:cxnSpMk id="26" creationId="{EA2253EE-ED94-8C76-A072-EBC9C1D20DE0}"/>
          </ac:cxnSpMkLst>
        </pc:cxnChg>
      </pc:sldChg>
      <pc:sldChg chg="modSp mod">
        <pc:chgData name="Yokoyama, Kazuki/横山 一樹" userId="eebd3b26-963b-49b8-bece-d035e86ca04e" providerId="ADAL" clId="{6BB10B0A-CDC3-4597-A4A4-2F1EEDD7521F}" dt="2025-01-15T23:05:48.788" v="775" actId="20577"/>
        <pc:sldMkLst>
          <pc:docMk/>
          <pc:sldMk cId="2194528266" sldId="263"/>
        </pc:sldMkLst>
        <pc:spChg chg="mod">
          <ac:chgData name="Yokoyama, Kazuki/横山 一樹" userId="eebd3b26-963b-49b8-bece-d035e86ca04e" providerId="ADAL" clId="{6BB10B0A-CDC3-4597-A4A4-2F1EEDD7521F}" dt="2025-01-15T12:04:31.488" v="366" actId="20577"/>
          <ac:spMkLst>
            <pc:docMk/>
            <pc:sldMk cId="2194528266" sldId="263"/>
            <ac:spMk id="2" creationId="{17247472-B18F-5985-817F-57A8046D7412}"/>
          </ac:spMkLst>
        </pc:spChg>
        <pc:spChg chg="mod">
          <ac:chgData name="Yokoyama, Kazuki/横山 一樹" userId="eebd3b26-963b-49b8-bece-d035e86ca04e" providerId="ADAL" clId="{6BB10B0A-CDC3-4597-A4A4-2F1EEDD7521F}" dt="2025-01-15T23:05:48.788" v="775" actId="20577"/>
          <ac:spMkLst>
            <pc:docMk/>
            <pc:sldMk cId="2194528266" sldId="263"/>
            <ac:spMk id="3" creationId="{E2A661AC-E1AD-37A1-F5DF-05D47A31F320}"/>
          </ac:spMkLst>
        </pc:spChg>
      </pc:sldChg>
      <pc:sldChg chg="modSp mod ord">
        <pc:chgData name="Yokoyama, Kazuki/横山 一樹" userId="eebd3b26-963b-49b8-bece-d035e86ca04e" providerId="ADAL" clId="{6BB10B0A-CDC3-4597-A4A4-2F1EEDD7521F}" dt="2025-01-15T12:01:05.687" v="147" actId="20577"/>
        <pc:sldMkLst>
          <pc:docMk/>
          <pc:sldMk cId="3304227107" sldId="264"/>
        </pc:sldMkLst>
        <pc:spChg chg="mod">
          <ac:chgData name="Yokoyama, Kazuki/横山 一樹" userId="eebd3b26-963b-49b8-bece-d035e86ca04e" providerId="ADAL" clId="{6BB10B0A-CDC3-4597-A4A4-2F1EEDD7521F}" dt="2025-01-15T12:00:26.141" v="24" actId="6549"/>
          <ac:spMkLst>
            <pc:docMk/>
            <pc:sldMk cId="3304227107" sldId="264"/>
            <ac:spMk id="2" creationId="{A29659F3-92F5-E95F-937D-5CAAB1180C4C}"/>
          </ac:spMkLst>
        </pc:spChg>
        <pc:spChg chg="mod">
          <ac:chgData name="Yokoyama, Kazuki/横山 一樹" userId="eebd3b26-963b-49b8-bece-d035e86ca04e" providerId="ADAL" clId="{6BB10B0A-CDC3-4597-A4A4-2F1EEDD7521F}" dt="2025-01-15T12:01:05.687" v="147" actId="20577"/>
          <ac:spMkLst>
            <pc:docMk/>
            <pc:sldMk cId="3304227107" sldId="264"/>
            <ac:spMk id="3" creationId="{411B4B9E-4D8E-6D4C-4965-0298D76AFDD3}"/>
          </ac:spMkLst>
        </pc:spChg>
      </pc:sldChg>
      <pc:sldChg chg="modSp new mod">
        <pc:chgData name="Yokoyama, Kazuki/横山 一樹" userId="eebd3b26-963b-49b8-bece-d035e86ca04e" providerId="ADAL" clId="{6BB10B0A-CDC3-4597-A4A4-2F1EEDD7521F}" dt="2025-01-15T12:02:46.845" v="290" actId="20577"/>
        <pc:sldMkLst>
          <pc:docMk/>
          <pc:sldMk cId="1509361670" sldId="265"/>
        </pc:sldMkLst>
        <pc:spChg chg="mod">
          <ac:chgData name="Yokoyama, Kazuki/横山 一樹" userId="eebd3b26-963b-49b8-bece-d035e86ca04e" providerId="ADAL" clId="{6BB10B0A-CDC3-4597-A4A4-2F1EEDD7521F}" dt="2025-01-15T12:01:26.114" v="163" actId="20577"/>
          <ac:spMkLst>
            <pc:docMk/>
            <pc:sldMk cId="1509361670" sldId="265"/>
            <ac:spMk id="2" creationId="{BA565CDB-0747-E309-EFA8-C66C83BE6325}"/>
          </ac:spMkLst>
        </pc:spChg>
        <pc:spChg chg="mod">
          <ac:chgData name="Yokoyama, Kazuki/横山 一樹" userId="eebd3b26-963b-49b8-bece-d035e86ca04e" providerId="ADAL" clId="{6BB10B0A-CDC3-4597-A4A4-2F1EEDD7521F}" dt="2025-01-15T12:02:46.845" v="290" actId="20577"/>
          <ac:spMkLst>
            <pc:docMk/>
            <pc:sldMk cId="1509361670" sldId="265"/>
            <ac:spMk id="3" creationId="{6C0BA7ED-9D60-E1F9-B1AC-74BF8542F070}"/>
          </ac:spMkLst>
        </pc:spChg>
      </pc:sldChg>
      <pc:sldChg chg="addSp delSp modSp new mod modClrScheme chgLayout">
        <pc:chgData name="Yokoyama, Kazuki/横山 一樹" userId="eebd3b26-963b-49b8-bece-d035e86ca04e" providerId="ADAL" clId="{6BB10B0A-CDC3-4597-A4A4-2F1EEDD7521F}" dt="2025-01-15T23:19:34.194" v="1265" actId="20577"/>
        <pc:sldMkLst>
          <pc:docMk/>
          <pc:sldMk cId="94952092" sldId="266"/>
        </pc:sldMkLst>
        <pc:spChg chg="del">
          <ac:chgData name="Yokoyama, Kazuki/横山 一樹" userId="eebd3b26-963b-49b8-bece-d035e86ca04e" providerId="ADAL" clId="{6BB10B0A-CDC3-4597-A4A4-2F1EEDD7521F}" dt="2025-01-15T23:19:29.489" v="1248" actId="700"/>
          <ac:spMkLst>
            <pc:docMk/>
            <pc:sldMk cId="94952092" sldId="266"/>
            <ac:spMk id="2" creationId="{B925D0FD-7139-E8A6-3B6D-5DC1B1B46536}"/>
          </ac:spMkLst>
        </pc:spChg>
        <pc:spChg chg="del mod ord">
          <ac:chgData name="Yokoyama, Kazuki/横山 一樹" userId="eebd3b26-963b-49b8-bece-d035e86ca04e" providerId="ADAL" clId="{6BB10B0A-CDC3-4597-A4A4-2F1EEDD7521F}" dt="2025-01-15T23:19:29.489" v="1248" actId="700"/>
          <ac:spMkLst>
            <pc:docMk/>
            <pc:sldMk cId="94952092" sldId="266"/>
            <ac:spMk id="3" creationId="{E4ABCD37-2D15-29B1-0081-B2BECB793DFA}"/>
          </ac:spMkLst>
        </pc:spChg>
        <pc:spChg chg="add mod ord">
          <ac:chgData name="Yokoyama, Kazuki/横山 一樹" userId="eebd3b26-963b-49b8-bece-d035e86ca04e" providerId="ADAL" clId="{6BB10B0A-CDC3-4597-A4A4-2F1EEDD7521F}" dt="2025-01-15T23:19:34.194" v="1265" actId="20577"/>
          <ac:spMkLst>
            <pc:docMk/>
            <pc:sldMk cId="94952092" sldId="266"/>
            <ac:spMk id="4" creationId="{CF025898-5781-A130-A3B4-1903F3FF91E2}"/>
          </ac:spMkLst>
        </pc:spChg>
      </pc:sldChg>
      <pc:sldChg chg="modSp add mod">
        <pc:chgData name="Yokoyama, Kazuki/横山 一樹" userId="eebd3b26-963b-49b8-bece-d035e86ca04e" providerId="ADAL" clId="{6BB10B0A-CDC3-4597-A4A4-2F1EEDD7521F}" dt="2025-01-15T23:43:00.809" v="2118" actId="20577"/>
        <pc:sldMkLst>
          <pc:docMk/>
          <pc:sldMk cId="454069882" sldId="267"/>
        </pc:sldMkLst>
        <pc:spChg chg="mod">
          <ac:chgData name="Yokoyama, Kazuki/横山 一樹" userId="eebd3b26-963b-49b8-bece-d035e86ca04e" providerId="ADAL" clId="{6BB10B0A-CDC3-4597-A4A4-2F1EEDD7521F}" dt="2025-01-15T23:30:26.816" v="1681" actId="6549"/>
          <ac:spMkLst>
            <pc:docMk/>
            <pc:sldMk cId="454069882" sldId="267"/>
            <ac:spMk id="2" creationId="{A5A7AC3C-6F52-74DF-C5DE-C50054A7DF57}"/>
          </ac:spMkLst>
        </pc:spChg>
        <pc:spChg chg="mod">
          <ac:chgData name="Yokoyama, Kazuki/横山 一樹" userId="eebd3b26-963b-49b8-bece-d035e86ca04e" providerId="ADAL" clId="{6BB10B0A-CDC3-4597-A4A4-2F1EEDD7521F}" dt="2025-01-15T23:43:00.809" v="2118" actId="20577"/>
          <ac:spMkLst>
            <pc:docMk/>
            <pc:sldMk cId="454069882" sldId="267"/>
            <ac:spMk id="3" creationId="{DD7AA927-1501-8F82-0A4D-078FF753246D}"/>
          </ac:spMkLst>
        </pc:spChg>
      </pc:sldChg>
      <pc:sldMasterChg chg="modSp">
        <pc:chgData name="Yokoyama, Kazuki/横山 一樹" userId="eebd3b26-963b-49b8-bece-d035e86ca04e" providerId="ADAL" clId="{6BB10B0A-CDC3-4597-A4A4-2F1EEDD7521F}" dt="2025-01-15T23:28:44.868" v="1640" actId="404"/>
        <pc:sldMasterMkLst>
          <pc:docMk/>
          <pc:sldMasterMk cId="4132135085" sldId="2147483660"/>
        </pc:sldMasterMkLst>
        <pc:spChg chg="mod">
          <ac:chgData name="Yokoyama, Kazuki/横山 一樹" userId="eebd3b26-963b-49b8-bece-d035e86ca04e" providerId="ADAL" clId="{6BB10B0A-CDC3-4597-A4A4-2F1EEDD7521F}" dt="2025-01-15T23:28:44.868" v="1640" actId="404"/>
          <ac:spMkLst>
            <pc:docMk/>
            <pc:sldMasterMk cId="4132135085" sldId="2147483660"/>
            <ac:spMk id="3" creationId="{00000000-0000-0000-0000-000000000000}"/>
          </ac:spMkLst>
        </pc:spChg>
      </pc:sldMasterChg>
    </pc:docChg>
  </pc:docChgLst>
  <pc:docChgLst>
    <pc:chgData name="Yokoyama, Kazuki/横山 一樹" userId="eebd3b26-963b-49b8-bece-d035e86ca04e" providerId="ADAL" clId="{54855391-53DE-4091-AEC8-89361BC0ADED}"/>
    <pc:docChg chg="undo custSel modSld modMainMaster">
      <pc:chgData name="Yokoyama, Kazuki/横山 一樹" userId="eebd3b26-963b-49b8-bece-d035e86ca04e" providerId="ADAL" clId="{54855391-53DE-4091-AEC8-89361BC0ADED}" dt="2025-01-24T07:56:29.220" v="620" actId="1076"/>
      <pc:docMkLst>
        <pc:docMk/>
      </pc:docMkLst>
      <pc:sldChg chg="modSp mod">
        <pc:chgData name="Yokoyama, Kazuki/横山 一樹" userId="eebd3b26-963b-49b8-bece-d035e86ca04e" providerId="ADAL" clId="{54855391-53DE-4091-AEC8-89361BC0ADED}" dt="2025-01-16T02:04:12.885" v="570" actId="20577"/>
        <pc:sldMkLst>
          <pc:docMk/>
          <pc:sldMk cId="762945098" sldId="258"/>
        </pc:sldMkLst>
        <pc:spChg chg="mod">
          <ac:chgData name="Yokoyama, Kazuki/横山 一樹" userId="eebd3b26-963b-49b8-bece-d035e86ca04e" providerId="ADAL" clId="{54855391-53DE-4091-AEC8-89361BC0ADED}" dt="2025-01-16T02:04:12.885" v="570" actId="20577"/>
          <ac:spMkLst>
            <pc:docMk/>
            <pc:sldMk cId="762945098" sldId="258"/>
            <ac:spMk id="3" creationId="{DD7AA927-1501-8F82-0A4D-078FF753246D}"/>
          </ac:spMkLst>
        </pc:spChg>
      </pc:sldChg>
      <pc:sldChg chg="addSp modSp mod">
        <pc:chgData name="Yokoyama, Kazuki/横山 一樹" userId="eebd3b26-963b-49b8-bece-d035e86ca04e" providerId="ADAL" clId="{54855391-53DE-4091-AEC8-89361BC0ADED}" dt="2025-01-24T07:56:29.220" v="620" actId="1076"/>
        <pc:sldMkLst>
          <pc:docMk/>
          <pc:sldMk cId="2205879095" sldId="262"/>
        </pc:sldMkLst>
        <pc:spChg chg="add mod">
          <ac:chgData name="Yokoyama, Kazuki/横山 一樹" userId="eebd3b26-963b-49b8-bece-d035e86ca04e" providerId="ADAL" clId="{54855391-53DE-4091-AEC8-89361BC0ADED}" dt="2025-01-16T00:03:51.410" v="359" actId="20577"/>
          <ac:spMkLst>
            <pc:docMk/>
            <pc:sldMk cId="2205879095" sldId="262"/>
            <ac:spMk id="4" creationId="{64851048-FF3F-6858-3B77-E8695ACCCF96}"/>
          </ac:spMkLst>
        </pc:spChg>
        <pc:spChg chg="add mod">
          <ac:chgData name="Yokoyama, Kazuki/横山 一樹" userId="eebd3b26-963b-49b8-bece-d035e86ca04e" providerId="ADAL" clId="{54855391-53DE-4091-AEC8-89361BC0ADED}" dt="2025-01-15T23:58:35.031" v="166" actId="1076"/>
          <ac:spMkLst>
            <pc:docMk/>
            <pc:sldMk cId="2205879095" sldId="262"/>
            <ac:spMk id="5" creationId="{C7A915AC-FEB1-D16C-110B-6FE2BF038F22}"/>
          </ac:spMkLst>
        </pc:spChg>
        <pc:spChg chg="add mod">
          <ac:chgData name="Yokoyama, Kazuki/横山 一樹" userId="eebd3b26-963b-49b8-bece-d035e86ca04e" providerId="ADAL" clId="{54855391-53DE-4091-AEC8-89361BC0ADED}" dt="2025-01-16T00:02:19.333" v="305" actId="14100"/>
          <ac:spMkLst>
            <pc:docMk/>
            <pc:sldMk cId="2205879095" sldId="262"/>
            <ac:spMk id="6" creationId="{13F548E5-407A-4B8C-ACCA-9C58793DB310}"/>
          </ac:spMkLst>
        </pc:spChg>
        <pc:spChg chg="mod">
          <ac:chgData name="Yokoyama, Kazuki/横山 一樹" userId="eebd3b26-963b-49b8-bece-d035e86ca04e" providerId="ADAL" clId="{54855391-53DE-4091-AEC8-89361BC0ADED}" dt="2025-01-16T00:00:50.032" v="252" actId="20577"/>
          <ac:spMkLst>
            <pc:docMk/>
            <pc:sldMk cId="2205879095" sldId="262"/>
            <ac:spMk id="13" creationId="{59AA7A57-02FD-34B6-ECD0-86967AB52851}"/>
          </ac:spMkLst>
        </pc:spChg>
        <pc:spChg chg="mod">
          <ac:chgData name="Yokoyama, Kazuki/横山 一樹" userId="eebd3b26-963b-49b8-bece-d035e86ca04e" providerId="ADAL" clId="{54855391-53DE-4091-AEC8-89361BC0ADED}" dt="2025-01-16T00:00:05.039" v="227" actId="20577"/>
          <ac:spMkLst>
            <pc:docMk/>
            <pc:sldMk cId="2205879095" sldId="262"/>
            <ac:spMk id="14" creationId="{83DFEEA6-024C-A806-5982-55B22EA34766}"/>
          </ac:spMkLst>
        </pc:spChg>
        <pc:spChg chg="mod">
          <ac:chgData name="Yokoyama, Kazuki/横山 一樹" userId="eebd3b26-963b-49b8-bece-d035e86ca04e" providerId="ADAL" clId="{54855391-53DE-4091-AEC8-89361BC0ADED}" dt="2025-01-15T23:58:30.141" v="165" actId="1038"/>
          <ac:spMkLst>
            <pc:docMk/>
            <pc:sldMk cId="2205879095" sldId="262"/>
            <ac:spMk id="15" creationId="{8D73457B-8437-367D-2441-96F3EC17AC76}"/>
          </ac:spMkLst>
        </pc:spChg>
        <pc:spChg chg="mod">
          <ac:chgData name="Yokoyama, Kazuki/横山 一樹" userId="eebd3b26-963b-49b8-bece-d035e86ca04e" providerId="ADAL" clId="{54855391-53DE-4091-AEC8-89361BC0ADED}" dt="2025-01-15T23:55:59.630" v="91" actId="1076"/>
          <ac:spMkLst>
            <pc:docMk/>
            <pc:sldMk cId="2205879095" sldId="262"/>
            <ac:spMk id="19" creationId="{F6BC50C5-9828-FFDA-D3CB-8E76013481C4}"/>
          </ac:spMkLst>
        </pc:spChg>
        <pc:spChg chg="mod">
          <ac:chgData name="Yokoyama, Kazuki/横山 一樹" userId="eebd3b26-963b-49b8-bece-d035e86ca04e" providerId="ADAL" clId="{54855391-53DE-4091-AEC8-89361BC0ADED}" dt="2025-01-15T23:55:59.630" v="91" actId="1076"/>
          <ac:spMkLst>
            <pc:docMk/>
            <pc:sldMk cId="2205879095" sldId="262"/>
            <ac:spMk id="20" creationId="{F646271E-D533-02A9-CEC9-0980C7BE56C1}"/>
          </ac:spMkLst>
        </pc:spChg>
        <pc:spChg chg="mod">
          <ac:chgData name="Yokoyama, Kazuki/横山 一樹" userId="eebd3b26-963b-49b8-bece-d035e86ca04e" providerId="ADAL" clId="{54855391-53DE-4091-AEC8-89361BC0ADED}" dt="2025-01-15T23:55:59.630" v="91" actId="1076"/>
          <ac:spMkLst>
            <pc:docMk/>
            <pc:sldMk cId="2205879095" sldId="262"/>
            <ac:spMk id="21" creationId="{44551513-6BFD-F0B7-CAFE-4EC2189031C8}"/>
          </ac:spMkLst>
        </pc:spChg>
        <pc:graphicFrameChg chg="mod modGraphic">
          <ac:chgData name="Yokoyama, Kazuki/横山 一樹" userId="eebd3b26-963b-49b8-bece-d035e86ca04e" providerId="ADAL" clId="{54855391-53DE-4091-AEC8-89361BC0ADED}" dt="2025-01-24T07:56:29.220" v="620" actId="1076"/>
          <ac:graphicFrameMkLst>
            <pc:docMk/>
            <pc:sldMk cId="2205879095" sldId="262"/>
            <ac:graphicFrameMk id="7" creationId="{C1AA7F86-3402-7494-4FC6-DF10AF5662FD}"/>
          </ac:graphicFrameMkLst>
        </pc:graphicFrameChg>
        <pc:graphicFrameChg chg="mod">
          <ac:chgData name="Yokoyama, Kazuki/横山 一樹" userId="eebd3b26-963b-49b8-bece-d035e86ca04e" providerId="ADAL" clId="{54855391-53DE-4091-AEC8-89361BC0ADED}" dt="2025-01-15T23:58:35.031" v="166" actId="1076"/>
          <ac:graphicFrameMkLst>
            <pc:docMk/>
            <pc:sldMk cId="2205879095" sldId="262"/>
            <ac:graphicFrameMk id="8" creationId="{E2589FDE-FE5B-F3C0-F45B-F65336F25F16}"/>
          </ac:graphicFrameMkLst>
        </pc:graphicFrameChg>
        <pc:graphicFrameChg chg="mod">
          <ac:chgData name="Yokoyama, Kazuki/横山 一樹" userId="eebd3b26-963b-49b8-bece-d035e86ca04e" providerId="ADAL" clId="{54855391-53DE-4091-AEC8-89361BC0ADED}" dt="2025-01-15T23:58:35.031" v="166" actId="1076"/>
          <ac:graphicFrameMkLst>
            <pc:docMk/>
            <pc:sldMk cId="2205879095" sldId="262"/>
            <ac:graphicFrameMk id="9" creationId="{8F889926-067A-16F6-BA76-7D7717DEE262}"/>
          </ac:graphicFrameMkLst>
        </pc:graphicFrameChg>
        <pc:cxnChg chg="mod">
          <ac:chgData name="Yokoyama, Kazuki/横山 一樹" userId="eebd3b26-963b-49b8-bece-d035e86ca04e" providerId="ADAL" clId="{54855391-53DE-4091-AEC8-89361BC0ADED}" dt="2025-01-15T23:55:59.630" v="91" actId="1076"/>
          <ac:cxnSpMkLst>
            <pc:docMk/>
            <pc:sldMk cId="2205879095" sldId="262"/>
            <ac:cxnSpMk id="23" creationId="{6C37EE16-FEFE-312A-B496-E646068AAAAF}"/>
          </ac:cxnSpMkLst>
        </pc:cxnChg>
        <pc:cxnChg chg="mod">
          <ac:chgData name="Yokoyama, Kazuki/横山 一樹" userId="eebd3b26-963b-49b8-bece-d035e86ca04e" providerId="ADAL" clId="{54855391-53DE-4091-AEC8-89361BC0ADED}" dt="2025-01-15T23:55:59.630" v="91" actId="1076"/>
          <ac:cxnSpMkLst>
            <pc:docMk/>
            <pc:sldMk cId="2205879095" sldId="262"/>
            <ac:cxnSpMk id="26" creationId="{EA2253EE-ED94-8C76-A072-EBC9C1D20DE0}"/>
          </ac:cxnSpMkLst>
        </pc:cxnChg>
      </pc:sldChg>
      <pc:sldChg chg="modSp mod">
        <pc:chgData name="Yokoyama, Kazuki/横山 一樹" userId="eebd3b26-963b-49b8-bece-d035e86ca04e" providerId="ADAL" clId="{54855391-53DE-4091-AEC8-89361BC0ADED}" dt="2025-01-16T00:18:13.221" v="378" actId="20577"/>
        <pc:sldMkLst>
          <pc:docMk/>
          <pc:sldMk cId="3304227107" sldId="264"/>
        </pc:sldMkLst>
        <pc:spChg chg="mod">
          <ac:chgData name="Yokoyama, Kazuki/横山 一樹" userId="eebd3b26-963b-49b8-bece-d035e86ca04e" providerId="ADAL" clId="{54855391-53DE-4091-AEC8-89361BC0ADED}" dt="2025-01-16T00:18:13.221" v="378" actId="20577"/>
          <ac:spMkLst>
            <pc:docMk/>
            <pc:sldMk cId="3304227107" sldId="264"/>
            <ac:spMk id="2" creationId="{A29659F3-92F5-E95F-937D-5CAAB1180C4C}"/>
          </ac:spMkLst>
        </pc:spChg>
        <pc:spChg chg="mod">
          <ac:chgData name="Yokoyama, Kazuki/横山 一樹" userId="eebd3b26-963b-49b8-bece-d035e86ca04e" providerId="ADAL" clId="{54855391-53DE-4091-AEC8-89361BC0ADED}" dt="2025-01-15T23:51:14.009" v="10" actId="20577"/>
          <ac:spMkLst>
            <pc:docMk/>
            <pc:sldMk cId="3304227107" sldId="264"/>
            <ac:spMk id="3" creationId="{411B4B9E-4D8E-6D4C-4965-0298D76AFDD3}"/>
          </ac:spMkLst>
        </pc:spChg>
      </pc:sldChg>
      <pc:sldChg chg="modSp mod">
        <pc:chgData name="Yokoyama, Kazuki/横山 一樹" userId="eebd3b26-963b-49b8-bece-d035e86ca04e" providerId="ADAL" clId="{54855391-53DE-4091-AEC8-89361BC0ADED}" dt="2025-01-16T00:18:01.580" v="369" actId="6549"/>
        <pc:sldMkLst>
          <pc:docMk/>
          <pc:sldMk cId="1509361670" sldId="265"/>
        </pc:sldMkLst>
        <pc:spChg chg="mod">
          <ac:chgData name="Yokoyama, Kazuki/横山 一樹" userId="eebd3b26-963b-49b8-bece-d035e86ca04e" providerId="ADAL" clId="{54855391-53DE-4091-AEC8-89361BC0ADED}" dt="2025-01-16T00:18:01.580" v="369" actId="6549"/>
          <ac:spMkLst>
            <pc:docMk/>
            <pc:sldMk cId="1509361670" sldId="265"/>
            <ac:spMk id="3" creationId="{6C0BA7ED-9D60-E1F9-B1AC-74BF8542F070}"/>
          </ac:spMkLst>
        </pc:spChg>
      </pc:sldChg>
      <pc:sldChg chg="modSp mod">
        <pc:chgData name="Yokoyama, Kazuki/横山 一樹" userId="eebd3b26-963b-49b8-bece-d035e86ca04e" providerId="ADAL" clId="{54855391-53DE-4091-AEC8-89361BC0ADED}" dt="2025-01-16T02:41:49.720" v="615" actId="20577"/>
        <pc:sldMkLst>
          <pc:docMk/>
          <pc:sldMk cId="454069882" sldId="267"/>
        </pc:sldMkLst>
        <pc:spChg chg="mod">
          <ac:chgData name="Yokoyama, Kazuki/横山 一樹" userId="eebd3b26-963b-49b8-bece-d035e86ca04e" providerId="ADAL" clId="{54855391-53DE-4091-AEC8-89361BC0ADED}" dt="2025-01-16T02:41:49.720" v="615" actId="20577"/>
          <ac:spMkLst>
            <pc:docMk/>
            <pc:sldMk cId="454069882" sldId="267"/>
            <ac:spMk id="3" creationId="{DD7AA927-1501-8F82-0A4D-078FF753246D}"/>
          </ac:spMkLst>
        </pc:spChg>
      </pc:sldChg>
      <pc:sldMasterChg chg="modSp modSldLayout">
        <pc:chgData name="Yokoyama, Kazuki/横山 一樹" userId="eebd3b26-963b-49b8-bece-d035e86ca04e" providerId="ADAL" clId="{54855391-53DE-4091-AEC8-89361BC0ADED}" dt="2025-01-16T04:01:15.647" v="619" actId="404"/>
        <pc:sldMasterMkLst>
          <pc:docMk/>
          <pc:sldMasterMk cId="4132135085" sldId="2147483660"/>
        </pc:sldMasterMkLst>
        <pc:spChg chg="mod">
          <ac:chgData name="Yokoyama, Kazuki/横山 一樹" userId="eebd3b26-963b-49b8-bece-d035e86ca04e" providerId="ADAL" clId="{54855391-53DE-4091-AEC8-89361BC0ADED}" dt="2025-01-16T04:01:15.647" v="619" actId="404"/>
          <ac:spMkLst>
            <pc:docMk/>
            <pc:sldMasterMk cId="4132135085" sldId="2147483660"/>
            <ac:spMk id="6" creationId="{00000000-0000-0000-0000-000000000000}"/>
          </ac:spMkLst>
        </pc:spChg>
        <pc:sldLayoutChg chg="modSp mod">
          <pc:chgData name="Yokoyama, Kazuki/横山 一樹" userId="eebd3b26-963b-49b8-bece-d035e86ca04e" providerId="ADAL" clId="{54855391-53DE-4091-AEC8-89361BC0ADED}" dt="2025-01-16T04:00:42.900" v="617" actId="242"/>
          <pc:sldLayoutMkLst>
            <pc:docMk/>
            <pc:sldMasterMk cId="4132135085" sldId="2147483660"/>
            <pc:sldLayoutMk cId="525099280" sldId="2147483661"/>
          </pc:sldLayoutMkLst>
          <pc:spChg chg="mod">
            <ac:chgData name="Yokoyama, Kazuki/横山 一樹" userId="eebd3b26-963b-49b8-bece-d035e86ca04e" providerId="ADAL" clId="{54855391-53DE-4091-AEC8-89361BC0ADED}" dt="2025-01-16T04:00:42.900" v="617" actId="242"/>
            <ac:spMkLst>
              <pc:docMk/>
              <pc:sldMasterMk cId="4132135085" sldId="2147483660"/>
              <pc:sldLayoutMk cId="525099280" sldId="2147483661"/>
              <ac:spMk id="5" creationId="{00000000-0000-0000-0000-000000000000}"/>
            </ac:spMkLst>
          </pc:spChg>
          <pc:spChg chg="mod">
            <ac:chgData name="Yokoyama, Kazuki/横山 一樹" userId="eebd3b26-963b-49b8-bece-d035e86ca04e" providerId="ADAL" clId="{54855391-53DE-4091-AEC8-89361BC0ADED}" dt="2025-01-16T04:00:42.900" v="617" actId="242"/>
            <ac:spMkLst>
              <pc:docMk/>
              <pc:sldMasterMk cId="4132135085" sldId="2147483660"/>
              <pc:sldLayoutMk cId="525099280" sldId="2147483661"/>
              <ac:spMk id="6"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EB96FB-95A6-4007-AA88-450BB1515B1F}" type="datetimeFigureOut">
              <a:rPr kumimoji="1" lang="ja-JP" altLang="en-US" smtClean="0"/>
              <a:t>2025/1/24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8EFAA0-0D89-4CF6-9EDC-0CC5051B91D5}" type="slidenum">
              <a:rPr kumimoji="1" lang="ja-JP" altLang="en-US" smtClean="0"/>
              <a:t>‹#›</a:t>
            </a:fld>
            <a:endParaRPr kumimoji="1" lang="ja-JP" altLang="en-US"/>
          </a:p>
        </p:txBody>
      </p:sp>
    </p:spTree>
    <p:extLst>
      <p:ext uri="{BB962C8B-B14F-4D97-AF65-F5344CB8AC3E}">
        <p14:creationId xmlns:p14="http://schemas.microsoft.com/office/powerpoint/2010/main" val="63330276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4530"/>
            <a:ext cx="9144000" cy="2310523"/>
          </a:xfrm>
        </p:spPr>
        <p:txBody>
          <a:bodyPr anchor="b">
            <a:normAutofit/>
          </a:bodyPr>
          <a:lstStyle>
            <a:lvl1pPr algn="ctr">
              <a:lnSpc>
                <a:spcPct val="120000"/>
              </a:lnSpc>
              <a:defRPr sz="3600">
                <a:solidFill>
                  <a:schemeClr val="tx1"/>
                </a:solidFill>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1524000" y="3435053"/>
            <a:ext cx="9144000" cy="1655762"/>
          </a:xfrm>
        </p:spPr>
        <p:txBody>
          <a:bodyPr tIns="72000" bIns="72000">
            <a:normAutofit/>
          </a:bodyPr>
          <a:lstStyle>
            <a:lvl1pPr marL="0" indent="0" algn="ctr">
              <a:buNone/>
              <a:defRPr sz="1800">
                <a:solidFill>
                  <a:schemeClr val="tx2"/>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ja-JP" altLang="en-US"/>
              <a:t>マスター サブタイトルの書式設定</a:t>
            </a:r>
            <a:endParaRPr lang="en-US" dirty="0"/>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C4296448-974C-4C21-9E7C-0A4FDBEBF0C2}" type="slidenum">
              <a:rPr kumimoji="1" lang="ja-JP" altLang="en-US" smtClean="0"/>
              <a:t>‹#›</a:t>
            </a:fld>
            <a:endParaRPr kumimoji="1" lang="ja-JP" altLang="en-US"/>
          </a:p>
        </p:txBody>
      </p:sp>
      <p:cxnSp>
        <p:nvCxnSpPr>
          <p:cNvPr id="7" name="直線コネクタ 6">
            <a:extLst>
              <a:ext uri="{FF2B5EF4-FFF2-40B4-BE49-F238E27FC236}">
                <a16:creationId xmlns:a16="http://schemas.microsoft.com/office/drawing/2014/main" id="{7FA2E61A-97DF-8A1A-B218-20EBB5340937}"/>
              </a:ext>
            </a:extLst>
          </p:cNvPr>
          <p:cNvCxnSpPr/>
          <p:nvPr/>
        </p:nvCxnSpPr>
        <p:spPr>
          <a:xfrm>
            <a:off x="0" y="3435056"/>
            <a:ext cx="12192000"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8" name="Picture 2" descr="C:\Users\s-ishimaru\Desktop\③関係者外秘RED.png">
            <a:extLst>
              <a:ext uri="{FF2B5EF4-FFF2-40B4-BE49-F238E27FC236}">
                <a16:creationId xmlns:a16="http://schemas.microsoft.com/office/drawing/2014/main" id="{61011713-2D5F-0A8D-F0FE-67E737D3F19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309886" y="266436"/>
            <a:ext cx="630068" cy="6153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5099280"/>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C4296448-974C-4C21-9E7C-0A4FDBEBF0C2}" type="slidenum">
              <a:rPr kumimoji="1" lang="ja-JP" altLang="en-US" smtClean="0"/>
              <a:t>‹#›</a:t>
            </a:fld>
            <a:endParaRPr kumimoji="1" lang="ja-JP" altLang="en-US"/>
          </a:p>
        </p:txBody>
      </p:sp>
      <p:cxnSp>
        <p:nvCxnSpPr>
          <p:cNvPr id="8" name="直線コネクタ 7">
            <a:extLst>
              <a:ext uri="{FF2B5EF4-FFF2-40B4-BE49-F238E27FC236}">
                <a16:creationId xmlns:a16="http://schemas.microsoft.com/office/drawing/2014/main" id="{9AE2F233-97AE-8AB4-F740-EC992530F76E}"/>
              </a:ext>
            </a:extLst>
          </p:cNvPr>
          <p:cNvCxnSpPr/>
          <p:nvPr/>
        </p:nvCxnSpPr>
        <p:spPr>
          <a:xfrm>
            <a:off x="0" y="641524"/>
            <a:ext cx="12192000"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169A9369-6595-428E-541A-1CE5788A3A52}"/>
              </a:ext>
            </a:extLst>
          </p:cNvPr>
          <p:cNvCxnSpPr/>
          <p:nvPr/>
        </p:nvCxnSpPr>
        <p:spPr>
          <a:xfrm>
            <a:off x="0" y="6469639"/>
            <a:ext cx="12192000"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7480811"/>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31850" y="1712423"/>
            <a:ext cx="10515600" cy="2851208"/>
          </a:xfrm>
        </p:spPr>
        <p:txBody>
          <a:bodyPr anchor="b">
            <a:normAutofit/>
          </a:bodyPr>
          <a:lstStyle>
            <a:lvl1pPr>
              <a:defRPr sz="6000" b="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831850" y="4552633"/>
            <a:ext cx="10515600" cy="1500187"/>
          </a:xfrm>
        </p:spPr>
        <p:txBody>
          <a:bodyPr anchor="t">
            <a:normAutofit/>
          </a:bodyPr>
          <a:lstStyle>
            <a:lvl1pPr marL="0" indent="0">
              <a:buNone/>
              <a:defRPr sz="24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C4296448-974C-4C21-9E7C-0A4FDBEBF0C2}" type="slidenum">
              <a:rPr kumimoji="1" lang="ja-JP" altLang="en-US" smtClean="0"/>
              <a:t>‹#›</a:t>
            </a:fld>
            <a:endParaRPr kumimoji="1" lang="ja-JP" altLang="en-US"/>
          </a:p>
        </p:txBody>
      </p:sp>
    </p:spTree>
    <p:extLst>
      <p:ext uri="{BB962C8B-B14F-4D97-AF65-F5344CB8AC3E}">
        <p14:creationId xmlns:p14="http://schemas.microsoft.com/office/powerpoint/2010/main" val="609673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845127" y="1828800"/>
            <a:ext cx="5181600" cy="4351337"/>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172200" y="1828800"/>
            <a:ext cx="5181600" cy="4351337"/>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C4296448-974C-4C21-9E7C-0A4FDBEBF0C2}" type="slidenum">
              <a:rPr kumimoji="1" lang="ja-JP" altLang="en-US" smtClean="0"/>
              <a:t>‹#›</a:t>
            </a:fld>
            <a:endParaRPr kumimoji="1" lang="ja-JP" altLang="en-US"/>
          </a:p>
        </p:txBody>
      </p:sp>
    </p:spTree>
    <p:extLst>
      <p:ext uri="{BB962C8B-B14F-4D97-AF65-F5344CB8AC3E}">
        <p14:creationId xmlns:p14="http://schemas.microsoft.com/office/powerpoint/2010/main" val="2097980937"/>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45127" y="1681850"/>
            <a:ext cx="5156200" cy="825699"/>
          </a:xfrm>
        </p:spPr>
        <p:txBody>
          <a:bodyPr anchor="b">
            <a:normAutofit/>
          </a:bodyP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845127" y="2507550"/>
            <a:ext cx="5156200" cy="3680525"/>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172200" y="1681851"/>
            <a:ext cx="5181601" cy="825698"/>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172200" y="2507550"/>
            <a:ext cx="5181601" cy="3680525"/>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C4296448-974C-4C21-9E7C-0A4FDBEBF0C2}" type="slidenum">
              <a:rPr kumimoji="1" lang="ja-JP" altLang="en-US" smtClean="0"/>
              <a:t>‹#›</a:t>
            </a:fld>
            <a:endParaRPr kumimoji="1" lang="ja-JP" altLang="en-US"/>
          </a:p>
        </p:txBody>
      </p:sp>
      <p:sp>
        <p:nvSpPr>
          <p:cNvPr id="10" name="Title 9"/>
          <p:cNvSpPr>
            <a:spLocks noGrp="1"/>
          </p:cNvSpPr>
          <p:nvPr>
            <p:ph type="title"/>
          </p:nvPr>
        </p:nvSpPr>
        <p:spPr/>
        <p:txBody>
          <a:bodyPr/>
          <a:lstStyle/>
          <a:p>
            <a:r>
              <a:rPr lang="ja-JP" altLang="en-US"/>
              <a:t>マスター タイトルの書式設定</a:t>
            </a:r>
            <a:endParaRPr lang="en-US" dirty="0"/>
          </a:p>
        </p:txBody>
      </p:sp>
    </p:spTree>
    <p:extLst>
      <p:ext uri="{BB962C8B-B14F-4D97-AF65-F5344CB8AC3E}">
        <p14:creationId xmlns:p14="http://schemas.microsoft.com/office/powerpoint/2010/main" val="37675686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タイトルのみ">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C4296448-974C-4C21-9E7C-0A4FDBEBF0C2}" type="slidenum">
              <a:rPr kumimoji="1" lang="ja-JP" altLang="en-US" smtClean="0"/>
              <a:t>‹#›</a:t>
            </a:fld>
            <a:endParaRPr kumimoji="1" lang="ja-JP" altLang="en-US"/>
          </a:p>
        </p:txBody>
      </p:sp>
      <p:sp>
        <p:nvSpPr>
          <p:cNvPr id="6" name="Title 5"/>
          <p:cNvSpPr>
            <a:spLocks noGrp="1"/>
          </p:cNvSpPr>
          <p:nvPr>
            <p:ph type="title"/>
          </p:nvPr>
        </p:nvSpPr>
        <p:spPr/>
        <p:txBody>
          <a:bodyPr/>
          <a:lstStyle/>
          <a:p>
            <a:r>
              <a:rPr lang="ja-JP" altLang="en-US"/>
              <a:t>マスター タイトルの書式設定</a:t>
            </a:r>
            <a:endParaRPr lang="en-US"/>
          </a:p>
        </p:txBody>
      </p:sp>
      <p:cxnSp>
        <p:nvCxnSpPr>
          <p:cNvPr id="7" name="直線コネクタ 6">
            <a:extLst>
              <a:ext uri="{FF2B5EF4-FFF2-40B4-BE49-F238E27FC236}">
                <a16:creationId xmlns:a16="http://schemas.microsoft.com/office/drawing/2014/main" id="{C727B626-1A0D-5FFE-CF03-34A92516F19A}"/>
              </a:ext>
            </a:extLst>
          </p:cNvPr>
          <p:cNvCxnSpPr/>
          <p:nvPr/>
        </p:nvCxnSpPr>
        <p:spPr>
          <a:xfrm>
            <a:off x="0" y="6469639"/>
            <a:ext cx="12192000"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CC1AC39A-B114-1063-73A8-F23A9CEAC118}"/>
              </a:ext>
            </a:extLst>
          </p:cNvPr>
          <p:cNvCxnSpPr/>
          <p:nvPr/>
        </p:nvCxnSpPr>
        <p:spPr>
          <a:xfrm>
            <a:off x="0" y="641524"/>
            <a:ext cx="12192000"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6285938"/>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白紙">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C4296448-974C-4C21-9E7C-0A4FDBEBF0C2}" type="slidenum">
              <a:rPr kumimoji="1" lang="ja-JP" altLang="en-US" smtClean="0"/>
              <a:t>‹#›</a:t>
            </a:fld>
            <a:endParaRPr kumimoji="1" lang="ja-JP" altLang="en-US"/>
          </a:p>
        </p:txBody>
      </p:sp>
      <p:cxnSp>
        <p:nvCxnSpPr>
          <p:cNvPr id="7" name="直線コネクタ 6">
            <a:extLst>
              <a:ext uri="{FF2B5EF4-FFF2-40B4-BE49-F238E27FC236}">
                <a16:creationId xmlns:a16="http://schemas.microsoft.com/office/drawing/2014/main" id="{5E9AA2DA-5DE9-D0C7-5138-0E98BE939D2E}"/>
              </a:ext>
            </a:extLst>
          </p:cNvPr>
          <p:cNvCxnSpPr/>
          <p:nvPr/>
        </p:nvCxnSpPr>
        <p:spPr>
          <a:xfrm>
            <a:off x="0" y="6469639"/>
            <a:ext cx="12192000"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9">
            <a:extLst>
              <a:ext uri="{FF2B5EF4-FFF2-40B4-BE49-F238E27FC236}">
                <a16:creationId xmlns:a16="http://schemas.microsoft.com/office/drawing/2014/main" id="{BD2554CC-F2A5-55CC-7414-8D16C97BA132}"/>
              </a:ext>
            </a:extLst>
          </p:cNvPr>
          <p:cNvSpPr>
            <a:spLocks noGrp="1"/>
          </p:cNvSpPr>
          <p:nvPr>
            <p:ph type="body" sz="quarter" idx="13"/>
          </p:nvPr>
        </p:nvSpPr>
        <p:spPr>
          <a:xfrm>
            <a:off x="3268142" y="1980915"/>
            <a:ext cx="5655714" cy="2896177"/>
          </a:xfrm>
        </p:spPr>
        <p:txBody>
          <a:bodyPr wrap="none" anchor="ctr">
            <a:spAutoFit/>
          </a:bodyPr>
          <a:lstStyle>
            <a:lvl1pPr marL="0" indent="0" algn="ctr">
              <a:buNone/>
              <a:defRPr sz="3200">
                <a:solidFill>
                  <a:schemeClr val="tx2"/>
                </a:solidFill>
              </a:defRPr>
            </a:lvl1pPr>
            <a:lvl2pPr marL="457200" indent="0" algn="ctr">
              <a:buNone/>
              <a:defRPr sz="2800">
                <a:solidFill>
                  <a:schemeClr val="tx2"/>
                </a:solidFill>
              </a:defRPr>
            </a:lvl2pPr>
            <a:lvl3pPr marL="914400" indent="0" algn="ctr">
              <a:buNone/>
              <a:defRPr sz="2400">
                <a:solidFill>
                  <a:schemeClr val="tx2"/>
                </a:solidFill>
              </a:defRPr>
            </a:lvl3pPr>
            <a:lvl4pPr marL="1371600" indent="0" algn="ctr">
              <a:buNone/>
              <a:defRPr sz="2000">
                <a:solidFill>
                  <a:schemeClr val="tx2"/>
                </a:solidFill>
              </a:defRPr>
            </a:lvl4pPr>
            <a:lvl5pPr marL="1828800" indent="0" algn="ctr">
              <a:buNone/>
              <a:defRPr sz="2000">
                <a:solidFill>
                  <a:schemeClr val="tx2"/>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399599365"/>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_白紙">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C4296448-974C-4C21-9E7C-0A4FDBEBF0C2}" type="slidenum">
              <a:rPr kumimoji="1" lang="ja-JP" altLang="en-US" smtClean="0"/>
              <a:t>‹#›</a:t>
            </a:fld>
            <a:endParaRPr kumimoji="1" lang="ja-JP" altLang="en-US"/>
          </a:p>
        </p:txBody>
      </p:sp>
      <p:cxnSp>
        <p:nvCxnSpPr>
          <p:cNvPr id="7" name="直線コネクタ 6">
            <a:extLst>
              <a:ext uri="{FF2B5EF4-FFF2-40B4-BE49-F238E27FC236}">
                <a16:creationId xmlns:a16="http://schemas.microsoft.com/office/drawing/2014/main" id="{5E9AA2DA-5DE9-D0C7-5138-0E98BE939D2E}"/>
              </a:ext>
            </a:extLst>
          </p:cNvPr>
          <p:cNvCxnSpPr/>
          <p:nvPr/>
        </p:nvCxnSpPr>
        <p:spPr>
          <a:xfrm>
            <a:off x="0" y="6469639"/>
            <a:ext cx="12192000"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0714863"/>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0242" y="207396"/>
            <a:ext cx="11525370" cy="377026"/>
          </a:xfrm>
          <a:prstGeom prst="rect">
            <a:avLst/>
          </a:prstGeom>
        </p:spPr>
        <p:txBody>
          <a:bodyPr vert="horz" lIns="91440" tIns="45720" rIns="91440" bIns="45720" rtlCol="0" anchor="ctr">
            <a:sp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845127" y="859899"/>
            <a:ext cx="10515600" cy="5353329"/>
          </a:xfrm>
          <a:prstGeom prst="rect">
            <a:avLst/>
          </a:prstGeom>
        </p:spPr>
        <p:txBody>
          <a:bodyPr vert="horz" lIns="91440" tIns="45720" rIns="91440" bIns="45720" rtlCol="0">
            <a:normAutofit/>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5" name="Footer Placeholder 4"/>
          <p:cNvSpPr>
            <a:spLocks noGrp="1"/>
          </p:cNvSpPr>
          <p:nvPr>
            <p:ph type="ftr" sz="quarter" idx="3"/>
          </p:nvPr>
        </p:nvSpPr>
        <p:spPr>
          <a:xfrm>
            <a:off x="4038600" y="6537061"/>
            <a:ext cx="4114800" cy="261610"/>
          </a:xfrm>
          <a:prstGeom prst="rect">
            <a:avLst/>
          </a:prstGeom>
        </p:spPr>
        <p:txBody>
          <a:bodyPr vert="horz" lIns="91440" tIns="45720" rIns="91440" bIns="45720" rtlCol="0" anchor="b">
            <a:spAutoFit/>
          </a:bodyPr>
          <a:lstStyle>
            <a:lvl1pPr algn="ctr">
              <a:defRPr sz="1100">
                <a:solidFill>
                  <a:schemeClr val="tx1">
                    <a:lumMod val="65000"/>
                    <a:lumOff val="35000"/>
                  </a:schemeClr>
                </a:solidFill>
              </a:defRPr>
            </a:lvl1pPr>
          </a:lstStyle>
          <a:p>
            <a:endParaRPr kumimoji="1" lang="ja-JP" altLang="en-US"/>
          </a:p>
        </p:txBody>
      </p:sp>
      <p:sp>
        <p:nvSpPr>
          <p:cNvPr id="6" name="Slide Number Placeholder 5"/>
          <p:cNvSpPr>
            <a:spLocks noGrp="1"/>
          </p:cNvSpPr>
          <p:nvPr>
            <p:ph type="sldNum" sz="quarter" idx="4"/>
          </p:nvPr>
        </p:nvSpPr>
        <p:spPr>
          <a:xfrm>
            <a:off x="9122412" y="6537061"/>
            <a:ext cx="2743200" cy="261610"/>
          </a:xfrm>
          <a:prstGeom prst="rect">
            <a:avLst/>
          </a:prstGeom>
        </p:spPr>
        <p:txBody>
          <a:bodyPr vert="horz" lIns="0" tIns="45720" rIns="0" bIns="45720" rtlCol="0" anchor="b">
            <a:spAutoFit/>
          </a:bodyPr>
          <a:lstStyle>
            <a:lvl1pPr algn="r">
              <a:defRPr sz="1100">
                <a:solidFill>
                  <a:schemeClr val="tx2"/>
                </a:solidFill>
              </a:defRPr>
            </a:lvl1pPr>
          </a:lstStyle>
          <a:p>
            <a:fld id="{C4296448-974C-4C21-9E7C-0A4FDBEBF0C2}" type="slidenum">
              <a:rPr kumimoji="1" lang="ja-JP" altLang="en-US" smtClean="0"/>
              <a:pPr/>
              <a:t>‹#›</a:t>
            </a:fld>
            <a:endParaRPr kumimoji="1" lang="ja-JP" altLang="en-US"/>
          </a:p>
        </p:txBody>
      </p:sp>
      <p:sp>
        <p:nvSpPr>
          <p:cNvPr id="10" name="テキスト ボックス 9">
            <a:extLst>
              <a:ext uri="{FF2B5EF4-FFF2-40B4-BE49-F238E27FC236}">
                <a16:creationId xmlns:a16="http://schemas.microsoft.com/office/drawing/2014/main" id="{8110AB57-86AE-847C-8C61-5FC41F72383C}"/>
              </a:ext>
            </a:extLst>
          </p:cNvPr>
          <p:cNvSpPr txBox="1"/>
          <p:nvPr/>
        </p:nvSpPr>
        <p:spPr>
          <a:xfrm>
            <a:off x="340242" y="6552450"/>
            <a:ext cx="3651124" cy="246221"/>
          </a:xfrm>
          <a:prstGeom prst="rect">
            <a:avLst/>
          </a:prstGeom>
          <a:noFill/>
        </p:spPr>
        <p:txBody>
          <a:bodyPr wrap="none" lIns="0" rIns="0" rtlCol="0">
            <a:spAutoFit/>
          </a:bodyPr>
          <a:lstStyle/>
          <a:p>
            <a:r>
              <a:rPr kumimoji="1" lang="en-US" altLang="ja-JP" sz="1000" dirty="0">
                <a:solidFill>
                  <a:schemeClr val="tx2"/>
                </a:solidFill>
              </a:rPr>
              <a:t>© TOYOTA SYSTEMS CORPORATION All Rights Reserved.</a:t>
            </a:r>
            <a:endParaRPr kumimoji="1" lang="ja-JP" altLang="en-US" sz="1000" dirty="0">
              <a:solidFill>
                <a:schemeClr val="tx2"/>
              </a:solidFill>
            </a:endParaRPr>
          </a:p>
        </p:txBody>
      </p:sp>
    </p:spTree>
    <p:extLst>
      <p:ext uri="{BB962C8B-B14F-4D97-AF65-F5344CB8AC3E}">
        <p14:creationId xmlns:p14="http://schemas.microsoft.com/office/powerpoint/2010/main" val="41321350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Lst>
  <p:hf hdr="0" ftr="0" dt="0"/>
  <p:txStyles>
    <p:titleStyle>
      <a:lvl1pPr algn="l" defTabSz="914400" rtl="0" eaLnBrk="1" latinLnBrk="0" hangingPunct="1">
        <a:lnSpc>
          <a:spcPct val="90000"/>
        </a:lnSpc>
        <a:spcBef>
          <a:spcPct val="0"/>
        </a:spcBef>
        <a:buNone/>
        <a:defRPr kumimoji="1" sz="2000" b="1" kern="1200">
          <a:solidFill>
            <a:schemeClr val="tx2"/>
          </a:solidFill>
          <a:latin typeface="+mj-lt"/>
          <a:ea typeface="+mj-ea"/>
          <a:cs typeface="+mj-cs"/>
        </a:defRPr>
      </a:lvl1pPr>
    </p:titleStyle>
    <p:bodyStyle>
      <a:lvl1pPr marL="0" indent="0" algn="l" defTabSz="914400" rtl="0" eaLnBrk="1" latinLnBrk="0" hangingPunct="1">
        <a:lnSpc>
          <a:spcPct val="130000"/>
        </a:lnSpc>
        <a:spcBef>
          <a:spcPts val="2400"/>
        </a:spcBef>
        <a:buFont typeface="メイリオ" panose="020B0604030504040204" pitchFamily="50" charset="-128"/>
        <a:buNone/>
        <a:defRPr kumimoji="1" sz="2000" b="1" kern="1200">
          <a:solidFill>
            <a:schemeClr val="tx1"/>
          </a:solidFill>
          <a:latin typeface="+mn-lt"/>
          <a:ea typeface="+mn-ea"/>
          <a:cs typeface="+mn-cs"/>
        </a:defRPr>
      </a:lvl1pPr>
      <a:lvl2pPr marL="685800" indent="-228600" algn="l" defTabSz="914400" rtl="0" eaLnBrk="1" latinLnBrk="0" hangingPunct="1">
        <a:lnSpc>
          <a:spcPct val="130000"/>
        </a:lnSpc>
        <a:spcBef>
          <a:spcPts val="1200"/>
        </a:spcBef>
        <a:buFont typeface="メイリオ" panose="020B0604030504040204" pitchFamily="50" charset="-128"/>
        <a:buChar char="•"/>
        <a:defRPr kumimoji="1" sz="1800" b="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メイリオ" panose="020B0604030504040204" pitchFamily="50" charset="-128"/>
        <a:buChar char="‒"/>
        <a:defRPr kumimoji="1" sz="1600" b="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メイリオ" panose="020B0604030504040204" pitchFamily="50" charset="-128"/>
        <a:buChar char="•"/>
        <a:defRPr kumimoji="1" sz="1400" b="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メイリオ" panose="020B0604030504040204" pitchFamily="50" charset="-128"/>
        <a:buChar char="‒"/>
        <a:defRPr kumimoji="1" sz="1200" b="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AB366A2-8544-5436-67BE-2A4699102B1E}"/>
              </a:ext>
            </a:extLst>
          </p:cNvPr>
          <p:cNvSpPr>
            <a:spLocks noGrp="1"/>
          </p:cNvSpPr>
          <p:nvPr>
            <p:ph type="ctrTitle"/>
          </p:nvPr>
        </p:nvSpPr>
        <p:spPr/>
        <p:txBody>
          <a:bodyPr/>
          <a:lstStyle/>
          <a:p>
            <a:r>
              <a:rPr kumimoji="1" lang="ja-JP" altLang="en-US" dirty="0"/>
              <a:t>品番設計支援</a:t>
            </a:r>
            <a:r>
              <a:rPr kumimoji="1" lang="en-US" altLang="ja-JP" dirty="0"/>
              <a:t>(</a:t>
            </a:r>
            <a:r>
              <a:rPr kumimoji="1" lang="ja-JP" altLang="en-US" dirty="0"/>
              <a:t>デジタル家系図</a:t>
            </a:r>
            <a:r>
              <a:rPr kumimoji="1" lang="en-US" altLang="ja-JP" dirty="0"/>
              <a:t>)</a:t>
            </a:r>
            <a:r>
              <a:rPr kumimoji="1" lang="ja-JP" altLang="en-US" dirty="0"/>
              <a:t>状況</a:t>
            </a:r>
            <a:endParaRPr kumimoji="1" lang="ja-JP" altLang="en-US" b="0" dirty="0"/>
          </a:p>
        </p:txBody>
      </p:sp>
      <p:sp>
        <p:nvSpPr>
          <p:cNvPr id="3" name="字幕 2">
            <a:extLst>
              <a:ext uri="{FF2B5EF4-FFF2-40B4-BE49-F238E27FC236}">
                <a16:creationId xmlns:a16="http://schemas.microsoft.com/office/drawing/2014/main" id="{3BE4574F-D166-077C-DF8F-1F7A4E385F1C}"/>
              </a:ext>
            </a:extLst>
          </p:cNvPr>
          <p:cNvSpPr>
            <a:spLocks noGrp="1"/>
          </p:cNvSpPr>
          <p:nvPr>
            <p:ph type="subTitle" idx="1"/>
          </p:nvPr>
        </p:nvSpPr>
        <p:spPr/>
        <p:txBody>
          <a:bodyPr/>
          <a:lstStyle/>
          <a:p>
            <a:r>
              <a:rPr kumimoji="1" lang="en-US" altLang="ja-JP" dirty="0"/>
              <a:t>2025/1/16 </a:t>
            </a:r>
            <a:r>
              <a:rPr kumimoji="1" lang="ja-JP" altLang="en-US" dirty="0"/>
              <a:t>本部長報告</a:t>
            </a:r>
            <a:endParaRPr kumimoji="1" lang="en-US" altLang="ja-JP" dirty="0"/>
          </a:p>
          <a:p>
            <a:r>
              <a:rPr lang="ja-JP" altLang="en-US" dirty="0"/>
              <a:t>電技改革支援部 </a:t>
            </a:r>
            <a:r>
              <a:rPr lang="en-US" altLang="ja-JP" dirty="0"/>
              <a:t>DX</a:t>
            </a:r>
            <a:r>
              <a:rPr lang="ja-JP" altLang="en-US" dirty="0"/>
              <a:t>企画</a:t>
            </a:r>
            <a:r>
              <a:rPr lang="en-US" altLang="ja-JP" dirty="0"/>
              <a:t>G </a:t>
            </a:r>
            <a:r>
              <a:rPr lang="ja-JP" altLang="en-US" dirty="0"/>
              <a:t>横山</a:t>
            </a:r>
            <a:r>
              <a:rPr lang="en-US" altLang="ja-JP" dirty="0"/>
              <a:t>(</a:t>
            </a:r>
            <a:r>
              <a:rPr lang="ja-JP" altLang="en-US" dirty="0"/>
              <a:t>一</a:t>
            </a:r>
            <a:r>
              <a:rPr lang="en-US" altLang="ja-JP" dirty="0"/>
              <a:t>)</a:t>
            </a:r>
            <a:endParaRPr kumimoji="1" lang="ja-JP" altLang="en-US" dirty="0"/>
          </a:p>
        </p:txBody>
      </p:sp>
    </p:spTree>
    <p:extLst>
      <p:ext uri="{BB962C8B-B14F-4D97-AF65-F5344CB8AC3E}">
        <p14:creationId xmlns:p14="http://schemas.microsoft.com/office/powerpoint/2010/main" val="9594583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565CDB-0747-E309-EFA8-C66C83BE6325}"/>
              </a:ext>
            </a:extLst>
          </p:cNvPr>
          <p:cNvSpPr>
            <a:spLocks noGrp="1"/>
          </p:cNvSpPr>
          <p:nvPr>
            <p:ph type="title"/>
          </p:nvPr>
        </p:nvSpPr>
        <p:spPr/>
        <p:txBody>
          <a:bodyPr/>
          <a:lstStyle/>
          <a:p>
            <a:r>
              <a:rPr kumimoji="1" lang="ja-JP" altLang="en-US" dirty="0"/>
              <a:t>報告内容</a:t>
            </a:r>
          </a:p>
        </p:txBody>
      </p:sp>
      <p:sp>
        <p:nvSpPr>
          <p:cNvPr id="3" name="コンテンツ プレースホルダー 2">
            <a:extLst>
              <a:ext uri="{FF2B5EF4-FFF2-40B4-BE49-F238E27FC236}">
                <a16:creationId xmlns:a16="http://schemas.microsoft.com/office/drawing/2014/main" id="{6C0BA7ED-9D60-E1F9-B1AC-74BF8542F070}"/>
              </a:ext>
            </a:extLst>
          </p:cNvPr>
          <p:cNvSpPr>
            <a:spLocks noGrp="1"/>
          </p:cNvSpPr>
          <p:nvPr>
            <p:ph idx="1"/>
          </p:nvPr>
        </p:nvSpPr>
        <p:spPr/>
        <p:txBody>
          <a:bodyPr anchor="ctr"/>
          <a:lstStyle/>
          <a:p>
            <a:pPr marL="342900" indent="-342900">
              <a:buFont typeface="Arial" panose="020B0604020202020204" pitchFamily="34" charset="0"/>
              <a:buChar char="•"/>
            </a:pPr>
            <a:r>
              <a:rPr lang="ja-JP" altLang="en-US" dirty="0"/>
              <a:t>直近のプロジェクトの活動状況</a:t>
            </a:r>
            <a:endParaRPr lang="en-US" altLang="ja-JP" dirty="0"/>
          </a:p>
          <a:p>
            <a:pPr marL="342900" indent="-342900">
              <a:buFont typeface="Arial" panose="020B0604020202020204" pitchFamily="34" charset="0"/>
              <a:buChar char="•"/>
            </a:pPr>
            <a:r>
              <a:rPr kumimoji="1" lang="en-US" altLang="ja-JP" dirty="0"/>
              <a:t>25</a:t>
            </a:r>
            <a:r>
              <a:rPr kumimoji="1" lang="ja-JP" altLang="en-US" dirty="0"/>
              <a:t>年度</a:t>
            </a:r>
            <a:r>
              <a:rPr kumimoji="1" lang="en-US" altLang="ja-JP" dirty="0"/>
              <a:t>EDC</a:t>
            </a:r>
            <a:r>
              <a:rPr kumimoji="1" lang="ja-JP" altLang="en-US" dirty="0"/>
              <a:t>範囲の活動検討状況</a:t>
            </a:r>
            <a:endParaRPr lang="en-US" altLang="ja-JP" dirty="0"/>
          </a:p>
          <a:p>
            <a:pPr marL="342900" indent="-342900">
              <a:buFont typeface="Arial" panose="020B0604020202020204" pitchFamily="34" charset="0"/>
              <a:buChar char="•"/>
            </a:pPr>
            <a:r>
              <a:rPr kumimoji="1" lang="en-US" altLang="ja-JP" dirty="0"/>
              <a:t>25</a:t>
            </a:r>
            <a:r>
              <a:rPr kumimoji="1" lang="ja-JP" altLang="en-US" dirty="0"/>
              <a:t>年度</a:t>
            </a:r>
            <a:r>
              <a:rPr kumimoji="1" lang="en-US" altLang="ja-JP" dirty="0"/>
              <a:t>VD(MS)</a:t>
            </a:r>
            <a:r>
              <a:rPr kumimoji="1" lang="ja-JP" altLang="en-US" dirty="0"/>
              <a:t>統括範囲の活動検討状況</a:t>
            </a:r>
          </a:p>
        </p:txBody>
      </p:sp>
      <p:sp>
        <p:nvSpPr>
          <p:cNvPr id="4" name="スライド番号プレースホルダー 3">
            <a:extLst>
              <a:ext uri="{FF2B5EF4-FFF2-40B4-BE49-F238E27FC236}">
                <a16:creationId xmlns:a16="http://schemas.microsoft.com/office/drawing/2014/main" id="{11295C27-79DE-B323-DE29-E144BFB1F262}"/>
              </a:ext>
            </a:extLst>
          </p:cNvPr>
          <p:cNvSpPr>
            <a:spLocks noGrp="1"/>
          </p:cNvSpPr>
          <p:nvPr>
            <p:ph type="sldNum" sz="quarter" idx="12"/>
          </p:nvPr>
        </p:nvSpPr>
        <p:spPr/>
        <p:txBody>
          <a:bodyPr/>
          <a:lstStyle/>
          <a:p>
            <a:fld id="{C4296448-974C-4C21-9E7C-0A4FDBEBF0C2}" type="slidenum">
              <a:rPr kumimoji="1" lang="ja-JP" altLang="en-US" smtClean="0"/>
              <a:t>1</a:t>
            </a:fld>
            <a:endParaRPr kumimoji="1" lang="ja-JP" altLang="en-US"/>
          </a:p>
        </p:txBody>
      </p:sp>
    </p:spTree>
    <p:extLst>
      <p:ext uri="{BB962C8B-B14F-4D97-AF65-F5344CB8AC3E}">
        <p14:creationId xmlns:p14="http://schemas.microsoft.com/office/powerpoint/2010/main" val="15093616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7247472-B18F-5985-817F-57A8046D7412}"/>
              </a:ext>
            </a:extLst>
          </p:cNvPr>
          <p:cNvSpPr>
            <a:spLocks noGrp="1"/>
          </p:cNvSpPr>
          <p:nvPr>
            <p:ph type="title"/>
          </p:nvPr>
        </p:nvSpPr>
        <p:spPr/>
        <p:txBody>
          <a:bodyPr/>
          <a:lstStyle/>
          <a:p>
            <a:r>
              <a:rPr kumimoji="1" lang="ja-JP" altLang="en-US" dirty="0"/>
              <a:t>前回報告のリマインド</a:t>
            </a:r>
          </a:p>
        </p:txBody>
      </p:sp>
      <p:sp>
        <p:nvSpPr>
          <p:cNvPr id="3" name="コンテンツ プレースホルダー 2">
            <a:extLst>
              <a:ext uri="{FF2B5EF4-FFF2-40B4-BE49-F238E27FC236}">
                <a16:creationId xmlns:a16="http://schemas.microsoft.com/office/drawing/2014/main" id="{E2A661AC-E1AD-37A1-F5DF-05D47A31F320}"/>
              </a:ext>
            </a:extLst>
          </p:cNvPr>
          <p:cNvSpPr>
            <a:spLocks noGrp="1"/>
          </p:cNvSpPr>
          <p:nvPr>
            <p:ph idx="1"/>
          </p:nvPr>
        </p:nvSpPr>
        <p:spPr/>
        <p:txBody>
          <a:bodyPr/>
          <a:lstStyle/>
          <a:p>
            <a:pPr algn="ctr"/>
            <a:r>
              <a:rPr kumimoji="1" lang="en-US" altLang="ja-JP" dirty="0"/>
              <a:t>25</a:t>
            </a:r>
            <a:r>
              <a:rPr kumimoji="1" lang="ja-JP" altLang="en-US" dirty="0"/>
              <a:t>年度以降、デジカケにおける</a:t>
            </a:r>
            <a:r>
              <a:rPr lang="ja-JP" altLang="en-US" dirty="0"/>
              <a:t>部品標準化</a:t>
            </a:r>
            <a:r>
              <a:rPr lang="en-US" altLang="ja-JP" dirty="0"/>
              <a:t>(EDC)</a:t>
            </a:r>
            <a:r>
              <a:rPr lang="ja-JP" altLang="en-US" dirty="0"/>
              <a:t>範囲は各部起案とする</a:t>
            </a:r>
            <a:r>
              <a:rPr lang="en-US" altLang="ja-JP" b="0" dirty="0"/>
              <a:t>(DIT</a:t>
            </a:r>
            <a:r>
              <a:rPr lang="ja-JP" altLang="en-US" b="0" dirty="0"/>
              <a:t>孝久</a:t>
            </a:r>
            <a:r>
              <a:rPr lang="en-US" altLang="ja-JP" b="0" dirty="0"/>
              <a:t>S</a:t>
            </a:r>
            <a:r>
              <a:rPr lang="ja-JP" altLang="en-US" b="0" dirty="0"/>
              <a:t>判断</a:t>
            </a:r>
            <a:r>
              <a:rPr lang="en-US" altLang="ja-JP" b="0" dirty="0"/>
              <a:t>)</a:t>
            </a:r>
          </a:p>
          <a:p>
            <a:pPr lvl="1"/>
            <a:r>
              <a:rPr kumimoji="1" lang="en-US" altLang="ja-JP" dirty="0"/>
              <a:t>VD</a:t>
            </a:r>
            <a:r>
              <a:rPr kumimoji="1" lang="ja-JP" altLang="en-US" dirty="0"/>
              <a:t>統括範囲については、従来通り</a:t>
            </a:r>
            <a:r>
              <a:rPr kumimoji="1" lang="en-US" altLang="ja-JP" dirty="0"/>
              <a:t>OMUSVI</a:t>
            </a:r>
            <a:r>
              <a:rPr kumimoji="1" lang="ja-JP" altLang="en-US" dirty="0"/>
              <a:t>決済枠で執行するかは要判断</a:t>
            </a:r>
            <a:endParaRPr kumimoji="1" lang="ja-JP" altLang="en-US" b="0" dirty="0"/>
          </a:p>
        </p:txBody>
      </p:sp>
      <p:pic>
        <p:nvPicPr>
          <p:cNvPr id="6" name="図 5">
            <a:extLst>
              <a:ext uri="{FF2B5EF4-FFF2-40B4-BE49-F238E27FC236}">
                <a16:creationId xmlns:a16="http://schemas.microsoft.com/office/drawing/2014/main" id="{F03F9BA4-3951-1EF6-72C9-59FF4A3CCDAF}"/>
              </a:ext>
            </a:extLst>
          </p:cNvPr>
          <p:cNvPicPr>
            <a:picLocks noChangeAspect="1"/>
          </p:cNvPicPr>
          <p:nvPr/>
        </p:nvPicPr>
        <p:blipFill>
          <a:blip r:embed="rId2"/>
          <a:stretch>
            <a:fillRect/>
          </a:stretch>
        </p:blipFill>
        <p:spPr>
          <a:xfrm>
            <a:off x="2400446" y="2055731"/>
            <a:ext cx="7391108" cy="4157498"/>
          </a:xfrm>
          <a:prstGeom prst="rect">
            <a:avLst/>
          </a:prstGeom>
          <a:ln>
            <a:solidFill>
              <a:schemeClr val="bg1">
                <a:lumMod val="75000"/>
              </a:schemeClr>
            </a:solidFill>
          </a:ln>
        </p:spPr>
      </p:pic>
      <p:sp>
        <p:nvSpPr>
          <p:cNvPr id="4" name="スライド番号プレースホルダー 3">
            <a:extLst>
              <a:ext uri="{FF2B5EF4-FFF2-40B4-BE49-F238E27FC236}">
                <a16:creationId xmlns:a16="http://schemas.microsoft.com/office/drawing/2014/main" id="{B48E7489-50C1-A4DF-0F15-8B6B53F7BBF7}"/>
              </a:ext>
            </a:extLst>
          </p:cNvPr>
          <p:cNvSpPr>
            <a:spLocks noGrp="1"/>
          </p:cNvSpPr>
          <p:nvPr>
            <p:ph type="sldNum" sz="quarter" idx="12"/>
          </p:nvPr>
        </p:nvSpPr>
        <p:spPr/>
        <p:txBody>
          <a:bodyPr/>
          <a:lstStyle/>
          <a:p>
            <a:fld id="{C4296448-974C-4C21-9E7C-0A4FDBEBF0C2}" type="slidenum">
              <a:rPr kumimoji="1" lang="ja-JP" altLang="en-US" smtClean="0"/>
              <a:t>2</a:t>
            </a:fld>
            <a:endParaRPr kumimoji="1" lang="ja-JP" altLang="en-US"/>
          </a:p>
        </p:txBody>
      </p:sp>
    </p:spTree>
    <p:extLst>
      <p:ext uri="{BB962C8B-B14F-4D97-AF65-F5344CB8AC3E}">
        <p14:creationId xmlns:p14="http://schemas.microsoft.com/office/powerpoint/2010/main" val="21945282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29659F3-92F5-E95F-937D-5CAAB1180C4C}"/>
              </a:ext>
            </a:extLst>
          </p:cNvPr>
          <p:cNvSpPr>
            <a:spLocks noGrp="1"/>
          </p:cNvSpPr>
          <p:nvPr>
            <p:ph type="title"/>
          </p:nvPr>
        </p:nvSpPr>
        <p:spPr/>
        <p:txBody>
          <a:bodyPr/>
          <a:lstStyle/>
          <a:p>
            <a:r>
              <a:rPr kumimoji="1" lang="en-US" altLang="ja-JP" dirty="0"/>
              <a:t>4Q</a:t>
            </a:r>
            <a:r>
              <a:rPr kumimoji="1" lang="ja-JP" altLang="en-US" dirty="0"/>
              <a:t>のプロジェクトの活動状況</a:t>
            </a:r>
          </a:p>
        </p:txBody>
      </p:sp>
      <p:sp>
        <p:nvSpPr>
          <p:cNvPr id="3" name="コンテンツ プレースホルダー 2">
            <a:extLst>
              <a:ext uri="{FF2B5EF4-FFF2-40B4-BE49-F238E27FC236}">
                <a16:creationId xmlns:a16="http://schemas.microsoft.com/office/drawing/2014/main" id="{411B4B9E-4D8E-6D4C-4965-0298D76AFDD3}"/>
              </a:ext>
            </a:extLst>
          </p:cNvPr>
          <p:cNvSpPr>
            <a:spLocks noGrp="1"/>
          </p:cNvSpPr>
          <p:nvPr>
            <p:ph idx="1"/>
          </p:nvPr>
        </p:nvSpPr>
        <p:spPr/>
        <p:txBody>
          <a:bodyPr anchor="t">
            <a:normAutofit/>
          </a:bodyPr>
          <a:lstStyle/>
          <a:p>
            <a:pPr algn="ctr"/>
            <a:r>
              <a:rPr lang="en-US" altLang="ja-JP" dirty="0"/>
              <a:t>VD</a:t>
            </a:r>
            <a:r>
              <a:rPr lang="ja-JP" altLang="en-US" dirty="0"/>
              <a:t>統括範囲はオンライントライ推進中</a:t>
            </a:r>
            <a:endParaRPr lang="en-US" altLang="ja-JP" dirty="0"/>
          </a:p>
          <a:p>
            <a:pPr marL="5380038" lvl="1"/>
            <a:r>
              <a:rPr lang="ja-JP" altLang="en-US" dirty="0"/>
              <a:t>車種担設計も交えた業務上でのトライを計画</a:t>
            </a:r>
            <a:endParaRPr lang="en-US" altLang="ja-JP" dirty="0"/>
          </a:p>
          <a:p>
            <a:pPr marL="5646738" lvl="2"/>
            <a:r>
              <a:rPr lang="ja-JP" altLang="en-US" dirty="0"/>
              <a:t>これまでデジカケ利用をしてきたのは部品主査のみ</a:t>
            </a:r>
            <a:endParaRPr lang="en-US" altLang="ja-JP" dirty="0"/>
          </a:p>
          <a:p>
            <a:pPr marL="5646738" lvl="2"/>
            <a:r>
              <a:rPr lang="ja-JP" altLang="en-US" dirty="0"/>
              <a:t>主に、従来 車両仕様書を読み替えしていた部分の効果やシステムの使い勝手を検証</a:t>
            </a:r>
            <a:endParaRPr lang="en-US" altLang="ja-JP" dirty="0"/>
          </a:p>
          <a:p>
            <a:pPr marL="6103938" lvl="3"/>
            <a:r>
              <a:rPr lang="en-US" altLang="ja-JP" dirty="0"/>
              <a:t>1/20: </a:t>
            </a:r>
            <a:r>
              <a:rPr lang="ja-JP" altLang="en-US" dirty="0"/>
              <a:t>仮車両仕様書発行</a:t>
            </a:r>
            <a:endParaRPr lang="en-US" altLang="ja-JP" dirty="0"/>
          </a:p>
          <a:p>
            <a:pPr marL="6103938" lvl="3"/>
            <a:r>
              <a:rPr lang="en-US" altLang="ja-JP" dirty="0"/>
              <a:t>3/3: </a:t>
            </a:r>
            <a:r>
              <a:rPr lang="ja-JP" altLang="en-US" dirty="0"/>
              <a:t>正式車両仕様書発行</a:t>
            </a:r>
            <a:endParaRPr lang="en-US" altLang="ja-JP" dirty="0"/>
          </a:p>
          <a:p>
            <a:pPr marL="5380038" lvl="1"/>
            <a:r>
              <a:rPr lang="en-US" altLang="ja-JP" dirty="0"/>
              <a:t>EDC</a:t>
            </a:r>
            <a:r>
              <a:rPr lang="ja-JP" altLang="en-US" dirty="0"/>
              <a:t>、分野事務局（電技・ボデー）の</a:t>
            </a:r>
            <a:br>
              <a:rPr lang="en-US" altLang="ja-JP" dirty="0"/>
            </a:br>
            <a:r>
              <a:rPr lang="ja-JP" altLang="en-US" dirty="0"/>
              <a:t>了承も取得</a:t>
            </a:r>
            <a:endParaRPr lang="en-US" altLang="ja-JP" dirty="0"/>
          </a:p>
          <a:p>
            <a:pPr marL="5380038" lvl="1"/>
            <a:r>
              <a:rPr lang="ja-JP" altLang="en-US" dirty="0"/>
              <a:t>トライまでに必要な機能実装と各種調整・準備を実施中</a:t>
            </a:r>
            <a:endParaRPr lang="en-US" altLang="ja-JP" dirty="0"/>
          </a:p>
        </p:txBody>
      </p:sp>
      <p:pic>
        <p:nvPicPr>
          <p:cNvPr id="7" name="図 6">
            <a:extLst>
              <a:ext uri="{FF2B5EF4-FFF2-40B4-BE49-F238E27FC236}">
                <a16:creationId xmlns:a16="http://schemas.microsoft.com/office/drawing/2014/main" id="{CC8A65E1-4BDF-4E9C-7680-43B07315FA69}"/>
              </a:ext>
            </a:extLst>
          </p:cNvPr>
          <p:cNvPicPr>
            <a:picLocks noChangeAspect="1"/>
          </p:cNvPicPr>
          <p:nvPr/>
        </p:nvPicPr>
        <p:blipFill>
          <a:blip r:embed="rId2"/>
          <a:stretch>
            <a:fillRect/>
          </a:stretch>
        </p:blipFill>
        <p:spPr>
          <a:xfrm>
            <a:off x="831273" y="1488539"/>
            <a:ext cx="4917147" cy="4001062"/>
          </a:xfrm>
          <a:prstGeom prst="rect">
            <a:avLst/>
          </a:prstGeom>
        </p:spPr>
      </p:pic>
      <p:sp>
        <p:nvSpPr>
          <p:cNvPr id="4" name="スライド番号プレースホルダー 3">
            <a:extLst>
              <a:ext uri="{FF2B5EF4-FFF2-40B4-BE49-F238E27FC236}">
                <a16:creationId xmlns:a16="http://schemas.microsoft.com/office/drawing/2014/main" id="{E388A461-DFB9-8DDE-0640-4D96CD529F20}"/>
              </a:ext>
            </a:extLst>
          </p:cNvPr>
          <p:cNvSpPr>
            <a:spLocks noGrp="1"/>
          </p:cNvSpPr>
          <p:nvPr>
            <p:ph type="sldNum" sz="quarter" idx="12"/>
          </p:nvPr>
        </p:nvSpPr>
        <p:spPr/>
        <p:txBody>
          <a:bodyPr/>
          <a:lstStyle/>
          <a:p>
            <a:fld id="{C4296448-974C-4C21-9E7C-0A4FDBEBF0C2}" type="slidenum">
              <a:rPr kumimoji="1" lang="ja-JP" altLang="en-US" smtClean="0"/>
              <a:t>3</a:t>
            </a:fld>
            <a:endParaRPr kumimoji="1" lang="ja-JP" altLang="en-US"/>
          </a:p>
        </p:txBody>
      </p:sp>
    </p:spTree>
    <p:extLst>
      <p:ext uri="{BB962C8B-B14F-4D97-AF65-F5344CB8AC3E}">
        <p14:creationId xmlns:p14="http://schemas.microsoft.com/office/powerpoint/2010/main" val="33042271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29659F3-92F5-E95F-937D-5CAAB1180C4C}"/>
              </a:ext>
            </a:extLst>
          </p:cNvPr>
          <p:cNvSpPr>
            <a:spLocks noGrp="1"/>
          </p:cNvSpPr>
          <p:nvPr>
            <p:ph type="title"/>
          </p:nvPr>
        </p:nvSpPr>
        <p:spPr/>
        <p:txBody>
          <a:bodyPr/>
          <a:lstStyle/>
          <a:p>
            <a:r>
              <a:rPr kumimoji="1" lang="en-US" altLang="ja-JP" dirty="0"/>
              <a:t>25</a:t>
            </a:r>
            <a:r>
              <a:rPr kumimoji="1" lang="ja-JP" altLang="en-US" dirty="0"/>
              <a:t>年度</a:t>
            </a:r>
            <a:r>
              <a:rPr kumimoji="1" lang="en-US" altLang="ja-JP" dirty="0"/>
              <a:t>EDC</a:t>
            </a:r>
            <a:r>
              <a:rPr kumimoji="1" lang="ja-JP" altLang="en-US" dirty="0"/>
              <a:t>範囲の活動検討状況</a:t>
            </a:r>
          </a:p>
        </p:txBody>
      </p:sp>
      <p:sp>
        <p:nvSpPr>
          <p:cNvPr id="3" name="コンテンツ プレースホルダー 2">
            <a:extLst>
              <a:ext uri="{FF2B5EF4-FFF2-40B4-BE49-F238E27FC236}">
                <a16:creationId xmlns:a16="http://schemas.microsoft.com/office/drawing/2014/main" id="{411B4B9E-4D8E-6D4C-4965-0298D76AFDD3}"/>
              </a:ext>
            </a:extLst>
          </p:cNvPr>
          <p:cNvSpPr>
            <a:spLocks noGrp="1"/>
          </p:cNvSpPr>
          <p:nvPr>
            <p:ph idx="1"/>
          </p:nvPr>
        </p:nvSpPr>
        <p:spPr/>
        <p:txBody>
          <a:bodyPr anchor="t">
            <a:normAutofit/>
          </a:bodyPr>
          <a:lstStyle/>
          <a:p>
            <a:pPr algn="ctr"/>
            <a:r>
              <a:rPr lang="ja-JP" altLang="en-US" dirty="0"/>
              <a:t>部品表活用</a:t>
            </a:r>
            <a:r>
              <a:rPr lang="en-US" altLang="ja-JP" dirty="0"/>
              <a:t>IT</a:t>
            </a:r>
            <a:r>
              <a:rPr lang="ja-JP" altLang="en-US" dirty="0"/>
              <a:t>部と設計管理</a:t>
            </a:r>
            <a:r>
              <a:rPr lang="en-US" altLang="ja-JP" dirty="0"/>
              <a:t>IT</a:t>
            </a:r>
            <a:r>
              <a:rPr lang="ja-JP" altLang="en-US" dirty="0"/>
              <a:t>部にて体制検討中</a:t>
            </a:r>
            <a:endParaRPr kumimoji="1" lang="en-US" altLang="ja-JP" dirty="0"/>
          </a:p>
          <a:p>
            <a:pPr lvl="1"/>
            <a:r>
              <a:rPr kumimoji="1" lang="ja-JP" altLang="en-US" dirty="0"/>
              <a:t>もともと部品標準化を担ってきたシステム</a:t>
            </a:r>
            <a:r>
              <a:rPr kumimoji="1" lang="en-US" altLang="ja-JP" dirty="0"/>
              <a:t>(</a:t>
            </a:r>
            <a:r>
              <a:rPr kumimoji="1" lang="ja-JP" altLang="en-US" dirty="0"/>
              <a:t>サポシス、新</a:t>
            </a:r>
            <a:r>
              <a:rPr kumimoji="1" lang="en-US" altLang="ja-JP" dirty="0"/>
              <a:t>SMS)</a:t>
            </a:r>
            <a:r>
              <a:rPr kumimoji="1" lang="ja-JP" altLang="en-US" dirty="0"/>
              <a:t>も交え対応を協議</a:t>
            </a:r>
            <a:endParaRPr kumimoji="1" lang="en-US" altLang="ja-JP" dirty="0"/>
          </a:p>
          <a:p>
            <a:pPr lvl="1"/>
            <a:r>
              <a:rPr kumimoji="1" lang="ja-JP" altLang="en-US" dirty="0"/>
              <a:t>両部にて</a:t>
            </a:r>
            <a:r>
              <a:rPr kumimoji="1" lang="en-US" altLang="ja-JP" dirty="0"/>
              <a:t>EDC</a:t>
            </a:r>
            <a:r>
              <a:rPr kumimoji="1" lang="ja-JP" altLang="en-US" dirty="0"/>
              <a:t>の要望を持ち帰り、体制など検討中</a:t>
            </a:r>
            <a:endParaRPr kumimoji="1" lang="en-US" altLang="ja-JP" dirty="0"/>
          </a:p>
          <a:p>
            <a:pPr lvl="2"/>
            <a:r>
              <a:rPr lang="en-US" altLang="ja-JP" dirty="0"/>
              <a:t>EDC</a:t>
            </a:r>
            <a:r>
              <a:rPr lang="ja-JP" altLang="en-US" dirty="0"/>
              <a:t>は若干、デジカケありきの論調だったため、部品標準化として何がやりたいかを精査</a:t>
            </a:r>
            <a:endParaRPr lang="en-US" altLang="ja-JP" dirty="0"/>
          </a:p>
          <a:p>
            <a:pPr lvl="1"/>
            <a:r>
              <a:rPr kumimoji="1" lang="en-US" altLang="ja-JP" dirty="0"/>
              <a:t>EDC</a:t>
            </a:r>
            <a:r>
              <a:rPr kumimoji="1" lang="ja-JP" altLang="en-US" dirty="0"/>
              <a:t>は成り行きで舵を握ったにすぎず、起案の本気度は高くない様子が伺える</a:t>
            </a:r>
            <a:endParaRPr lang="en-US" altLang="ja-JP" dirty="0"/>
          </a:p>
        </p:txBody>
      </p:sp>
      <p:sp>
        <p:nvSpPr>
          <p:cNvPr id="4" name="正方形/長方形 3">
            <a:extLst>
              <a:ext uri="{FF2B5EF4-FFF2-40B4-BE49-F238E27FC236}">
                <a16:creationId xmlns:a16="http://schemas.microsoft.com/office/drawing/2014/main" id="{4CE88FA6-17E0-0834-2817-CA704DEFFB07}"/>
              </a:ext>
            </a:extLst>
          </p:cNvPr>
          <p:cNvSpPr/>
          <p:nvPr/>
        </p:nvSpPr>
        <p:spPr>
          <a:xfrm>
            <a:off x="4859997" y="4164858"/>
            <a:ext cx="2371959" cy="18332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tIns="144000" rtlCol="0" anchor="t"/>
          <a:lstStyle/>
          <a:p>
            <a:pPr algn="ctr"/>
            <a:r>
              <a:rPr kumimoji="1" lang="ja-JP" altLang="en-US" dirty="0">
                <a:solidFill>
                  <a:schemeClr val="tx1"/>
                </a:solidFill>
              </a:rPr>
              <a:t>設計管理</a:t>
            </a:r>
            <a:r>
              <a:rPr kumimoji="1" lang="en-US" altLang="ja-JP" dirty="0">
                <a:solidFill>
                  <a:schemeClr val="tx1"/>
                </a:solidFill>
              </a:rPr>
              <a:t>IT</a:t>
            </a:r>
            <a:r>
              <a:rPr kumimoji="1" lang="ja-JP" altLang="en-US" dirty="0">
                <a:solidFill>
                  <a:schemeClr val="tx1"/>
                </a:solidFill>
              </a:rPr>
              <a:t>部</a:t>
            </a:r>
          </a:p>
        </p:txBody>
      </p:sp>
      <p:sp>
        <p:nvSpPr>
          <p:cNvPr id="5" name="円柱 4">
            <a:extLst>
              <a:ext uri="{FF2B5EF4-FFF2-40B4-BE49-F238E27FC236}">
                <a16:creationId xmlns:a16="http://schemas.microsoft.com/office/drawing/2014/main" id="{344A61BA-E424-C3A2-8DBD-2953973E7B30}"/>
              </a:ext>
            </a:extLst>
          </p:cNvPr>
          <p:cNvSpPr/>
          <p:nvPr/>
        </p:nvSpPr>
        <p:spPr>
          <a:xfrm>
            <a:off x="5168351" y="4752308"/>
            <a:ext cx="1755249" cy="1045656"/>
          </a:xfrm>
          <a:prstGeom prst="can">
            <a:avLst/>
          </a:prstGeom>
          <a:solidFill>
            <a:schemeClr val="bg1"/>
          </a:solidFill>
          <a:ln w="285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72000" rIns="72000" rtlCol="0" anchor="ctr"/>
          <a:lstStyle/>
          <a:p>
            <a:pPr algn="ctr">
              <a:lnSpc>
                <a:spcPct val="120000"/>
              </a:lnSpc>
            </a:pPr>
            <a:r>
              <a:rPr kumimoji="1" lang="ja-JP" altLang="en-US" sz="1400" b="1" dirty="0">
                <a:solidFill>
                  <a:schemeClr val="tx1"/>
                </a:solidFill>
              </a:rPr>
              <a:t>新</a:t>
            </a:r>
            <a:r>
              <a:rPr kumimoji="1" lang="en-US" altLang="ja-JP" sz="1400" b="1" dirty="0">
                <a:solidFill>
                  <a:schemeClr val="tx1"/>
                </a:solidFill>
              </a:rPr>
              <a:t>SMS</a:t>
            </a:r>
            <a:endParaRPr kumimoji="1" lang="ja-JP" altLang="en-US" sz="1400" b="1" dirty="0">
              <a:solidFill>
                <a:schemeClr val="tx1"/>
              </a:solidFill>
            </a:endParaRPr>
          </a:p>
        </p:txBody>
      </p:sp>
      <p:sp>
        <p:nvSpPr>
          <p:cNvPr id="6" name="正方形/長方形 5">
            <a:extLst>
              <a:ext uri="{FF2B5EF4-FFF2-40B4-BE49-F238E27FC236}">
                <a16:creationId xmlns:a16="http://schemas.microsoft.com/office/drawing/2014/main" id="{52A080B1-5E6A-DF51-1632-892DFAA220DC}"/>
              </a:ext>
            </a:extLst>
          </p:cNvPr>
          <p:cNvSpPr/>
          <p:nvPr/>
        </p:nvSpPr>
        <p:spPr>
          <a:xfrm>
            <a:off x="2031917" y="4164858"/>
            <a:ext cx="2371959" cy="18332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tIns="144000" rtlCol="0" anchor="t"/>
          <a:lstStyle/>
          <a:p>
            <a:pPr algn="ctr"/>
            <a:r>
              <a:rPr kumimoji="1" lang="ja-JP" altLang="en-US" dirty="0">
                <a:solidFill>
                  <a:schemeClr val="tx1"/>
                </a:solidFill>
              </a:rPr>
              <a:t>部品表活用</a:t>
            </a:r>
            <a:r>
              <a:rPr kumimoji="1" lang="en-US" altLang="ja-JP" dirty="0">
                <a:solidFill>
                  <a:schemeClr val="tx1"/>
                </a:solidFill>
              </a:rPr>
              <a:t>IT</a:t>
            </a:r>
            <a:r>
              <a:rPr kumimoji="1" lang="ja-JP" altLang="en-US" dirty="0">
                <a:solidFill>
                  <a:schemeClr val="tx1"/>
                </a:solidFill>
              </a:rPr>
              <a:t>部</a:t>
            </a:r>
          </a:p>
        </p:txBody>
      </p:sp>
      <p:sp>
        <p:nvSpPr>
          <p:cNvPr id="7" name="円柱 6">
            <a:extLst>
              <a:ext uri="{FF2B5EF4-FFF2-40B4-BE49-F238E27FC236}">
                <a16:creationId xmlns:a16="http://schemas.microsoft.com/office/drawing/2014/main" id="{3E2EBD70-436C-3733-46E8-26F73D1D898E}"/>
              </a:ext>
            </a:extLst>
          </p:cNvPr>
          <p:cNvSpPr/>
          <p:nvPr/>
        </p:nvSpPr>
        <p:spPr>
          <a:xfrm>
            <a:off x="2340271" y="4752308"/>
            <a:ext cx="1755249" cy="1045656"/>
          </a:xfrm>
          <a:prstGeom prst="can">
            <a:avLst/>
          </a:prstGeom>
          <a:solidFill>
            <a:schemeClr val="bg1"/>
          </a:solidFill>
          <a:ln w="285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72000" rIns="72000" rtlCol="0" anchor="ctr"/>
          <a:lstStyle/>
          <a:p>
            <a:pPr algn="ctr">
              <a:lnSpc>
                <a:spcPct val="120000"/>
              </a:lnSpc>
            </a:pPr>
            <a:r>
              <a:rPr kumimoji="1" lang="ja-JP" altLang="en-US" sz="1400" b="1" dirty="0">
                <a:solidFill>
                  <a:schemeClr val="tx1"/>
                </a:solidFill>
              </a:rPr>
              <a:t>部品標準化</a:t>
            </a:r>
            <a:br>
              <a:rPr kumimoji="1" lang="en-US" altLang="ja-JP" sz="1400" b="1" dirty="0">
                <a:solidFill>
                  <a:schemeClr val="tx1"/>
                </a:solidFill>
              </a:rPr>
            </a:br>
            <a:r>
              <a:rPr kumimoji="1" lang="ja-JP" altLang="en-US" sz="1400" b="1" dirty="0">
                <a:solidFill>
                  <a:schemeClr val="tx1"/>
                </a:solidFill>
              </a:rPr>
              <a:t>サポートシステム</a:t>
            </a:r>
          </a:p>
        </p:txBody>
      </p:sp>
      <p:sp>
        <p:nvSpPr>
          <p:cNvPr id="8" name="正方形/長方形 7">
            <a:extLst>
              <a:ext uri="{FF2B5EF4-FFF2-40B4-BE49-F238E27FC236}">
                <a16:creationId xmlns:a16="http://schemas.microsoft.com/office/drawing/2014/main" id="{CCC56A53-C25D-AE00-2A82-2D477B8AA38B}"/>
              </a:ext>
            </a:extLst>
          </p:cNvPr>
          <p:cNvSpPr/>
          <p:nvPr/>
        </p:nvSpPr>
        <p:spPr>
          <a:xfrm>
            <a:off x="7688077" y="4164858"/>
            <a:ext cx="2371959" cy="183324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tIns="144000" rtlCol="0" anchor="t"/>
          <a:lstStyle/>
          <a:p>
            <a:pPr algn="ctr"/>
            <a:r>
              <a:rPr kumimoji="1" lang="ja-JP" altLang="en-US" dirty="0">
                <a:solidFill>
                  <a:schemeClr val="tx1"/>
                </a:solidFill>
              </a:rPr>
              <a:t>電技改革支援部</a:t>
            </a:r>
          </a:p>
        </p:txBody>
      </p:sp>
      <p:sp>
        <p:nvSpPr>
          <p:cNvPr id="9" name="円柱 8">
            <a:extLst>
              <a:ext uri="{FF2B5EF4-FFF2-40B4-BE49-F238E27FC236}">
                <a16:creationId xmlns:a16="http://schemas.microsoft.com/office/drawing/2014/main" id="{DC4BFEFB-5708-40D4-0CD7-7B365D154157}"/>
              </a:ext>
            </a:extLst>
          </p:cNvPr>
          <p:cNvSpPr/>
          <p:nvPr/>
        </p:nvSpPr>
        <p:spPr>
          <a:xfrm>
            <a:off x="7996431" y="4752308"/>
            <a:ext cx="1755249" cy="1045656"/>
          </a:xfrm>
          <a:prstGeom prst="can">
            <a:avLst/>
          </a:prstGeom>
          <a:solidFill>
            <a:schemeClr val="bg1"/>
          </a:solidFill>
          <a:ln w="2857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72000" rIns="72000" rtlCol="0" anchor="ctr"/>
          <a:lstStyle/>
          <a:p>
            <a:pPr algn="ctr">
              <a:lnSpc>
                <a:spcPct val="120000"/>
              </a:lnSpc>
            </a:pPr>
            <a:r>
              <a:rPr kumimoji="1" lang="ja-JP" altLang="en-US" sz="1400" b="1" dirty="0">
                <a:solidFill>
                  <a:schemeClr val="tx1"/>
                </a:solidFill>
              </a:rPr>
              <a:t>デジタル家系図</a:t>
            </a:r>
          </a:p>
        </p:txBody>
      </p:sp>
      <p:sp>
        <p:nvSpPr>
          <p:cNvPr id="14" name="四角形: 角を丸くする 13">
            <a:extLst>
              <a:ext uri="{FF2B5EF4-FFF2-40B4-BE49-F238E27FC236}">
                <a16:creationId xmlns:a16="http://schemas.microsoft.com/office/drawing/2014/main" id="{F224A15D-14A4-EF48-DBCC-CAB7F5C4F6EF}"/>
              </a:ext>
            </a:extLst>
          </p:cNvPr>
          <p:cNvSpPr/>
          <p:nvPr/>
        </p:nvSpPr>
        <p:spPr>
          <a:xfrm>
            <a:off x="2031917" y="4007557"/>
            <a:ext cx="5200039" cy="68338"/>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280DDA85-53B1-321F-C1B2-B1CE82512CF6}"/>
              </a:ext>
            </a:extLst>
          </p:cNvPr>
          <p:cNvSpPr txBox="1"/>
          <p:nvPr/>
        </p:nvSpPr>
        <p:spPr>
          <a:xfrm>
            <a:off x="3694192" y="3653215"/>
            <a:ext cx="2064631" cy="369332"/>
          </a:xfrm>
          <a:prstGeom prst="rect">
            <a:avLst/>
          </a:prstGeom>
          <a:noFill/>
        </p:spPr>
        <p:txBody>
          <a:bodyPr wrap="square" rtlCol="0">
            <a:spAutoFit/>
          </a:bodyPr>
          <a:lstStyle/>
          <a:p>
            <a:r>
              <a:rPr kumimoji="1" lang="ja-JP" altLang="en-US" b="1" dirty="0">
                <a:solidFill>
                  <a:schemeClr val="accent1"/>
                </a:solidFill>
              </a:rPr>
              <a:t>主体となり検討中</a:t>
            </a:r>
          </a:p>
        </p:txBody>
      </p:sp>
      <p:sp>
        <p:nvSpPr>
          <p:cNvPr id="10" name="スライド番号プレースホルダー 9">
            <a:extLst>
              <a:ext uri="{FF2B5EF4-FFF2-40B4-BE49-F238E27FC236}">
                <a16:creationId xmlns:a16="http://schemas.microsoft.com/office/drawing/2014/main" id="{DDB40D7D-BA1D-EE70-E42C-76CA6C8F9A44}"/>
              </a:ext>
            </a:extLst>
          </p:cNvPr>
          <p:cNvSpPr>
            <a:spLocks noGrp="1"/>
          </p:cNvSpPr>
          <p:nvPr>
            <p:ph type="sldNum" sz="quarter" idx="12"/>
          </p:nvPr>
        </p:nvSpPr>
        <p:spPr/>
        <p:txBody>
          <a:bodyPr/>
          <a:lstStyle/>
          <a:p>
            <a:fld id="{C4296448-974C-4C21-9E7C-0A4FDBEBF0C2}" type="slidenum">
              <a:rPr kumimoji="1" lang="ja-JP" altLang="en-US" smtClean="0"/>
              <a:t>4</a:t>
            </a:fld>
            <a:endParaRPr kumimoji="1" lang="ja-JP" altLang="en-US"/>
          </a:p>
        </p:txBody>
      </p:sp>
    </p:spTree>
    <p:extLst>
      <p:ext uri="{BB962C8B-B14F-4D97-AF65-F5344CB8AC3E}">
        <p14:creationId xmlns:p14="http://schemas.microsoft.com/office/powerpoint/2010/main" val="32828575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29659F3-92F5-E95F-937D-5CAAB1180C4C}"/>
              </a:ext>
            </a:extLst>
          </p:cNvPr>
          <p:cNvSpPr>
            <a:spLocks noGrp="1"/>
          </p:cNvSpPr>
          <p:nvPr>
            <p:ph type="title"/>
          </p:nvPr>
        </p:nvSpPr>
        <p:spPr/>
        <p:txBody>
          <a:bodyPr/>
          <a:lstStyle/>
          <a:p>
            <a:r>
              <a:rPr kumimoji="1" lang="en-US" altLang="ja-JP" dirty="0"/>
              <a:t>25</a:t>
            </a:r>
            <a:r>
              <a:rPr kumimoji="1" lang="ja-JP" altLang="en-US" dirty="0"/>
              <a:t>年度</a:t>
            </a:r>
            <a:r>
              <a:rPr kumimoji="1" lang="en-US" altLang="ja-JP" dirty="0"/>
              <a:t>VD(MS)</a:t>
            </a:r>
            <a:r>
              <a:rPr kumimoji="1" lang="ja-JP" altLang="en-US" dirty="0"/>
              <a:t>統括範囲の活動検討状況</a:t>
            </a:r>
          </a:p>
        </p:txBody>
      </p:sp>
      <p:sp>
        <p:nvSpPr>
          <p:cNvPr id="3" name="コンテンツ プレースホルダー 2">
            <a:extLst>
              <a:ext uri="{FF2B5EF4-FFF2-40B4-BE49-F238E27FC236}">
                <a16:creationId xmlns:a16="http://schemas.microsoft.com/office/drawing/2014/main" id="{411B4B9E-4D8E-6D4C-4965-0298D76AFDD3}"/>
              </a:ext>
            </a:extLst>
          </p:cNvPr>
          <p:cNvSpPr>
            <a:spLocks noGrp="1"/>
          </p:cNvSpPr>
          <p:nvPr>
            <p:ph idx="1"/>
          </p:nvPr>
        </p:nvSpPr>
        <p:spPr/>
        <p:txBody>
          <a:bodyPr anchor="t">
            <a:normAutofit/>
          </a:bodyPr>
          <a:lstStyle/>
          <a:p>
            <a:pPr algn="ctr"/>
            <a:r>
              <a:rPr lang="en-US" altLang="ja-JP" dirty="0"/>
              <a:t>MS</a:t>
            </a:r>
            <a:r>
              <a:rPr lang="ja-JP" altLang="en-US" dirty="0"/>
              <a:t>統括 和田</a:t>
            </a:r>
            <a:r>
              <a:rPr lang="en-US" altLang="ja-JP" dirty="0"/>
              <a:t>S</a:t>
            </a:r>
            <a:r>
              <a:rPr lang="ja-JP" altLang="en-US" dirty="0"/>
              <a:t>へ今後の進め方を相談</a:t>
            </a:r>
            <a:br>
              <a:rPr lang="en-US" altLang="ja-JP" dirty="0"/>
            </a:br>
            <a:r>
              <a:rPr lang="en-US" altLang="ja-JP" dirty="0"/>
              <a:t>OMUSVI</a:t>
            </a:r>
            <a:r>
              <a:rPr lang="ja-JP" altLang="en-US" dirty="0"/>
              <a:t>活動における車両仕様と部品表をつなぐ役割として</a:t>
            </a:r>
            <a:br>
              <a:rPr lang="en-US" altLang="ja-JP" dirty="0"/>
            </a:br>
            <a:r>
              <a:rPr lang="en-US" altLang="ja-JP" dirty="0"/>
              <a:t>OMSUVI</a:t>
            </a:r>
            <a:r>
              <a:rPr lang="ja-JP" altLang="en-US" dirty="0"/>
              <a:t>本体との分担・連携をしていく必要あり</a:t>
            </a:r>
            <a:endParaRPr lang="en-US" altLang="ja-JP" dirty="0"/>
          </a:p>
          <a:p>
            <a:pPr lvl="1"/>
            <a:r>
              <a:rPr lang="en-US" altLang="ja-JP" dirty="0"/>
              <a:t>MS</a:t>
            </a:r>
            <a:r>
              <a:rPr lang="ja-JP" altLang="en-US" dirty="0"/>
              <a:t>統括</a:t>
            </a:r>
            <a:r>
              <a:rPr lang="en-US" altLang="ja-JP" dirty="0"/>
              <a:t>-</a:t>
            </a:r>
            <a:r>
              <a:rPr lang="ja-JP" altLang="en-US" dirty="0"/>
              <a:t>和田</a:t>
            </a:r>
            <a:r>
              <a:rPr lang="en-US" altLang="ja-JP" dirty="0"/>
              <a:t>S(OMUSVI</a:t>
            </a:r>
            <a:r>
              <a:rPr lang="ja-JP" altLang="en-US" dirty="0"/>
              <a:t>リーダー</a:t>
            </a:r>
            <a:r>
              <a:rPr lang="en-US" altLang="ja-JP" dirty="0"/>
              <a:t>)</a:t>
            </a:r>
            <a:r>
              <a:rPr lang="ja-JP" altLang="en-US" dirty="0"/>
              <a:t>が、デジカケを</a:t>
            </a:r>
            <a:r>
              <a:rPr lang="en-US" altLang="ja-JP" dirty="0"/>
              <a:t>OMUSVI</a:t>
            </a:r>
            <a:r>
              <a:rPr lang="ja-JP" altLang="en-US" dirty="0"/>
              <a:t>活動と認知すれば</a:t>
            </a:r>
            <a:br>
              <a:rPr lang="en-US" altLang="ja-JP" dirty="0"/>
            </a:br>
            <a:r>
              <a:rPr lang="en-US" altLang="ja-JP" dirty="0"/>
              <a:t>OMUSVI</a:t>
            </a:r>
            <a:r>
              <a:rPr lang="ja-JP" altLang="en-US" dirty="0"/>
              <a:t>予算で執行可能</a:t>
            </a:r>
            <a:r>
              <a:rPr lang="ja-JP" altLang="en-US" sz="1600" dirty="0">
                <a:solidFill>
                  <a:schemeClr val="tx2"/>
                </a:solidFill>
              </a:rPr>
              <a:t>（</a:t>
            </a:r>
            <a:r>
              <a:rPr lang="en-US" altLang="ja-JP" sz="1600" dirty="0">
                <a:solidFill>
                  <a:schemeClr val="tx2"/>
                </a:solidFill>
              </a:rPr>
              <a:t>DIT</a:t>
            </a:r>
            <a:r>
              <a:rPr lang="ja-JP" altLang="en-US" sz="1600" dirty="0">
                <a:solidFill>
                  <a:schemeClr val="tx2"/>
                </a:solidFill>
              </a:rPr>
              <a:t>金谷</a:t>
            </a:r>
            <a:r>
              <a:rPr lang="en-US" altLang="ja-JP" sz="1600" dirty="0">
                <a:solidFill>
                  <a:schemeClr val="tx2"/>
                </a:solidFill>
              </a:rPr>
              <a:t>GM</a:t>
            </a:r>
            <a:r>
              <a:rPr lang="ja-JP" altLang="en-US" sz="1600" dirty="0">
                <a:solidFill>
                  <a:schemeClr val="tx2"/>
                </a:solidFill>
              </a:rPr>
              <a:t>）</a:t>
            </a:r>
            <a:endParaRPr lang="en-US" altLang="ja-JP" dirty="0">
              <a:solidFill>
                <a:schemeClr val="tx2"/>
              </a:solidFill>
            </a:endParaRPr>
          </a:p>
          <a:p>
            <a:pPr lvl="1"/>
            <a:r>
              <a:rPr lang="en-US" altLang="ja-JP" dirty="0"/>
              <a:t>1/13: </a:t>
            </a:r>
            <a:r>
              <a:rPr lang="ja-JP" altLang="en-US" dirty="0"/>
              <a:t>和田</a:t>
            </a:r>
            <a:r>
              <a:rPr lang="en-US" altLang="ja-JP" dirty="0"/>
              <a:t>S</a:t>
            </a:r>
            <a:r>
              <a:rPr lang="ja-JP" altLang="en-US" dirty="0"/>
              <a:t>へ相談、デジカケの今後について具体的な考えを示された</a:t>
            </a:r>
            <a:endParaRPr lang="en-US" altLang="ja-JP" dirty="0"/>
          </a:p>
          <a:p>
            <a:pPr lvl="2"/>
            <a:r>
              <a:rPr lang="en-US" altLang="ja-JP" dirty="0"/>
              <a:t>OMUSVI</a:t>
            </a:r>
            <a:r>
              <a:rPr lang="ja-JP" altLang="en-US" dirty="0"/>
              <a:t>の全体像が見える前から、足元改善として進めてきたものが</a:t>
            </a:r>
            <a:r>
              <a:rPr lang="en-US" altLang="ja-JP" dirty="0"/>
              <a:t>OMUSVI</a:t>
            </a:r>
            <a:r>
              <a:rPr lang="ja-JP" altLang="en-US" dirty="0"/>
              <a:t>とつながる時</a:t>
            </a:r>
            <a:endParaRPr lang="en-US" altLang="ja-JP" dirty="0"/>
          </a:p>
          <a:p>
            <a:pPr lvl="2"/>
            <a:r>
              <a:rPr lang="en-US" altLang="ja-JP" dirty="0"/>
              <a:t>OMUSVI</a:t>
            </a:r>
            <a:r>
              <a:rPr lang="ja-JP" altLang="en-US" dirty="0"/>
              <a:t>（特に判定マト・標準マト）との分担・連携に専念してほしい</a:t>
            </a:r>
            <a:r>
              <a:rPr lang="ja-JP" altLang="en-US" dirty="0">
                <a:solidFill>
                  <a:schemeClr val="tx2"/>
                </a:solidFill>
              </a:rPr>
              <a:t>（次ページで補足）</a:t>
            </a:r>
            <a:endParaRPr lang="en-US" altLang="ja-JP" dirty="0">
              <a:solidFill>
                <a:schemeClr val="tx2"/>
              </a:solidFill>
            </a:endParaRPr>
          </a:p>
          <a:p>
            <a:pPr lvl="2"/>
            <a:r>
              <a:rPr lang="ja-JP" altLang="en-US" dirty="0"/>
              <a:t>対象品目を増やす</a:t>
            </a:r>
            <a:endParaRPr lang="en-US" altLang="ja-JP" dirty="0"/>
          </a:p>
          <a:p>
            <a:pPr lvl="3"/>
            <a:r>
              <a:rPr lang="ja-JP" altLang="en-US" dirty="0"/>
              <a:t>部品主査への嬉しさを提供しながら、</a:t>
            </a:r>
            <a:r>
              <a:rPr lang="en-US" altLang="ja-JP" dirty="0"/>
              <a:t>OMUSVI(</a:t>
            </a:r>
            <a:r>
              <a:rPr lang="ja-JP" altLang="en-US" dirty="0"/>
              <a:t>判定マト</a:t>
            </a:r>
            <a:r>
              <a:rPr lang="en-US" altLang="ja-JP" dirty="0"/>
              <a:t>)</a:t>
            </a:r>
            <a:r>
              <a:rPr lang="ja-JP" altLang="en-US" dirty="0"/>
              <a:t>への巻き込みを期待</a:t>
            </a:r>
            <a:endParaRPr lang="en-US" altLang="ja-JP" dirty="0"/>
          </a:p>
          <a:p>
            <a:pPr lvl="3"/>
            <a:r>
              <a:rPr lang="ja-JP" altLang="en-US" dirty="0"/>
              <a:t>部品主査には</a:t>
            </a:r>
            <a:r>
              <a:rPr lang="en-US" altLang="ja-JP" dirty="0"/>
              <a:t>OMSUVI</a:t>
            </a:r>
            <a:r>
              <a:rPr lang="ja-JP" altLang="en-US" dirty="0"/>
              <a:t>的思想で部品シナリオの整理・考え方見直しを進めてほしい</a:t>
            </a:r>
            <a:endParaRPr lang="en-US" altLang="ja-JP" dirty="0"/>
          </a:p>
          <a:p>
            <a:pPr lvl="2"/>
            <a:r>
              <a:rPr lang="ja-JP" altLang="en-US" dirty="0"/>
              <a:t>現在デジカケ上で実現している、</a:t>
            </a:r>
            <a:r>
              <a:rPr lang="en-US" altLang="ja-JP" dirty="0"/>
              <a:t>MAVIS</a:t>
            </a:r>
            <a:r>
              <a:rPr lang="ja-JP" altLang="en-US" dirty="0"/>
              <a:t>車両仕様での引当ては部品主査の負荷的に厳しい</a:t>
            </a:r>
            <a:endParaRPr lang="en-US" altLang="ja-JP" dirty="0"/>
          </a:p>
        </p:txBody>
      </p:sp>
      <p:sp>
        <p:nvSpPr>
          <p:cNvPr id="4" name="スライド番号プレースホルダー 3">
            <a:extLst>
              <a:ext uri="{FF2B5EF4-FFF2-40B4-BE49-F238E27FC236}">
                <a16:creationId xmlns:a16="http://schemas.microsoft.com/office/drawing/2014/main" id="{26594131-9E6A-1DD3-97E5-9BA64B1E394E}"/>
              </a:ext>
            </a:extLst>
          </p:cNvPr>
          <p:cNvSpPr>
            <a:spLocks noGrp="1"/>
          </p:cNvSpPr>
          <p:nvPr>
            <p:ph type="sldNum" sz="quarter" idx="12"/>
          </p:nvPr>
        </p:nvSpPr>
        <p:spPr/>
        <p:txBody>
          <a:bodyPr/>
          <a:lstStyle/>
          <a:p>
            <a:fld id="{C4296448-974C-4C21-9E7C-0A4FDBEBF0C2}" type="slidenum">
              <a:rPr kumimoji="1" lang="ja-JP" altLang="en-US" smtClean="0"/>
              <a:t>5</a:t>
            </a:fld>
            <a:endParaRPr kumimoji="1" lang="ja-JP" altLang="en-US"/>
          </a:p>
        </p:txBody>
      </p:sp>
    </p:spTree>
    <p:extLst>
      <p:ext uri="{BB962C8B-B14F-4D97-AF65-F5344CB8AC3E}">
        <p14:creationId xmlns:p14="http://schemas.microsoft.com/office/powerpoint/2010/main" val="5772221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509F59E-F4F7-9151-F954-82B48500CDD9}"/>
              </a:ext>
            </a:extLst>
          </p:cNvPr>
          <p:cNvSpPr>
            <a:spLocks noGrp="1"/>
          </p:cNvSpPr>
          <p:nvPr>
            <p:ph type="title"/>
          </p:nvPr>
        </p:nvSpPr>
        <p:spPr>
          <a:xfrm>
            <a:off x="340242" y="207396"/>
            <a:ext cx="11525370" cy="377026"/>
          </a:xfrm>
        </p:spPr>
        <p:txBody>
          <a:bodyPr/>
          <a:lstStyle/>
          <a:p>
            <a:r>
              <a:rPr kumimoji="1" lang="en-US" altLang="ja-JP" dirty="0"/>
              <a:t>OMUSVI</a:t>
            </a:r>
            <a:r>
              <a:rPr kumimoji="1" lang="ja-JP" altLang="en-US" dirty="0"/>
              <a:t>（特に判定マト・標準マト）との分担・連携</a:t>
            </a:r>
          </a:p>
        </p:txBody>
      </p:sp>
      <p:sp>
        <p:nvSpPr>
          <p:cNvPr id="3" name="コンテンツ プレースホルダー 2">
            <a:extLst>
              <a:ext uri="{FF2B5EF4-FFF2-40B4-BE49-F238E27FC236}">
                <a16:creationId xmlns:a16="http://schemas.microsoft.com/office/drawing/2014/main" id="{8C7A9BEF-CA48-09E1-1C2B-E375889DDFDF}"/>
              </a:ext>
            </a:extLst>
          </p:cNvPr>
          <p:cNvSpPr>
            <a:spLocks noGrp="1"/>
          </p:cNvSpPr>
          <p:nvPr>
            <p:ph idx="1"/>
          </p:nvPr>
        </p:nvSpPr>
        <p:spPr>
          <a:xfrm>
            <a:off x="845127" y="859899"/>
            <a:ext cx="10515600" cy="573725"/>
          </a:xfrm>
        </p:spPr>
        <p:txBody>
          <a:bodyPr/>
          <a:lstStyle/>
          <a:p>
            <a:pPr algn="ctr"/>
            <a:r>
              <a:rPr kumimoji="1" lang="ja-JP" altLang="en-US" dirty="0"/>
              <a:t>部品主査には判定マトと家系図の</a:t>
            </a:r>
            <a:r>
              <a:rPr kumimoji="1" lang="en-US" altLang="ja-JP" dirty="0"/>
              <a:t>2</a:t>
            </a:r>
            <a:r>
              <a:rPr kumimoji="1" lang="ja-JP" altLang="en-US" dirty="0"/>
              <a:t>重メンテしなくていいように</a:t>
            </a:r>
            <a:endParaRPr kumimoji="1" lang="en-US" altLang="ja-JP" dirty="0"/>
          </a:p>
        </p:txBody>
      </p:sp>
      <p:graphicFrame>
        <p:nvGraphicFramePr>
          <p:cNvPr id="7" name="表 6">
            <a:extLst>
              <a:ext uri="{FF2B5EF4-FFF2-40B4-BE49-F238E27FC236}">
                <a16:creationId xmlns:a16="http://schemas.microsoft.com/office/drawing/2014/main" id="{C1AA7F86-3402-7494-4FC6-DF10AF5662FD}"/>
              </a:ext>
            </a:extLst>
          </p:cNvPr>
          <p:cNvGraphicFramePr>
            <a:graphicFrameLocks noGrp="1"/>
          </p:cNvGraphicFramePr>
          <p:nvPr>
            <p:extLst>
              <p:ext uri="{D42A27DB-BD31-4B8C-83A1-F6EECF244321}">
                <p14:modId xmlns:p14="http://schemas.microsoft.com/office/powerpoint/2010/main" val="3488779074"/>
              </p:ext>
            </p:extLst>
          </p:nvPr>
        </p:nvGraphicFramePr>
        <p:xfrm>
          <a:off x="5732748" y="1716527"/>
          <a:ext cx="5038494" cy="1070100"/>
        </p:xfrm>
        <a:graphic>
          <a:graphicData uri="http://schemas.openxmlformats.org/drawingml/2006/table">
            <a:tbl>
              <a:tblPr firstRow="1" bandRow="1">
                <a:tableStyleId>{5940675A-B579-460E-94D1-54222C63F5DA}</a:tableStyleId>
              </a:tblPr>
              <a:tblGrid>
                <a:gridCol w="453563">
                  <a:extLst>
                    <a:ext uri="{9D8B030D-6E8A-4147-A177-3AD203B41FA5}">
                      <a16:colId xmlns:a16="http://schemas.microsoft.com/office/drawing/2014/main" val="952143731"/>
                    </a:ext>
                  </a:extLst>
                </a:gridCol>
                <a:gridCol w="609138">
                  <a:extLst>
                    <a:ext uri="{9D8B030D-6E8A-4147-A177-3AD203B41FA5}">
                      <a16:colId xmlns:a16="http://schemas.microsoft.com/office/drawing/2014/main" val="243213072"/>
                    </a:ext>
                  </a:extLst>
                </a:gridCol>
                <a:gridCol w="748837">
                  <a:extLst>
                    <a:ext uri="{9D8B030D-6E8A-4147-A177-3AD203B41FA5}">
                      <a16:colId xmlns:a16="http://schemas.microsoft.com/office/drawing/2014/main" val="4181766301"/>
                    </a:ext>
                  </a:extLst>
                </a:gridCol>
                <a:gridCol w="806739">
                  <a:extLst>
                    <a:ext uri="{9D8B030D-6E8A-4147-A177-3AD203B41FA5}">
                      <a16:colId xmlns:a16="http://schemas.microsoft.com/office/drawing/2014/main" val="83271874"/>
                    </a:ext>
                  </a:extLst>
                </a:gridCol>
                <a:gridCol w="806739">
                  <a:extLst>
                    <a:ext uri="{9D8B030D-6E8A-4147-A177-3AD203B41FA5}">
                      <a16:colId xmlns:a16="http://schemas.microsoft.com/office/drawing/2014/main" val="3423840895"/>
                    </a:ext>
                  </a:extLst>
                </a:gridCol>
                <a:gridCol w="806739">
                  <a:extLst>
                    <a:ext uri="{9D8B030D-6E8A-4147-A177-3AD203B41FA5}">
                      <a16:colId xmlns:a16="http://schemas.microsoft.com/office/drawing/2014/main" val="50357764"/>
                    </a:ext>
                  </a:extLst>
                </a:gridCol>
                <a:gridCol w="806739">
                  <a:extLst>
                    <a:ext uri="{9D8B030D-6E8A-4147-A177-3AD203B41FA5}">
                      <a16:colId xmlns:a16="http://schemas.microsoft.com/office/drawing/2014/main" val="455259769"/>
                    </a:ext>
                  </a:extLst>
                </a:gridCol>
              </a:tblGrid>
              <a:tr h="194445">
                <a:tc rowSpan="2">
                  <a:txBody>
                    <a:bodyPr/>
                    <a:lstStyle/>
                    <a:p>
                      <a:pPr algn="l"/>
                      <a:r>
                        <a:rPr kumimoji="1" lang="en-US" altLang="ja-JP" sz="1050" b="1" dirty="0">
                          <a:solidFill>
                            <a:schemeClr val="tx2"/>
                          </a:solidFill>
                        </a:rPr>
                        <a:t>P/F</a:t>
                      </a:r>
                      <a:endParaRPr kumimoji="1" lang="ja-JP" altLang="en-US" sz="1050" b="1" dirty="0">
                        <a:solidFill>
                          <a:schemeClr val="tx2"/>
                        </a:solidFill>
                      </a:endParaRPr>
                    </a:p>
                  </a:txBody>
                  <a:tcPr marL="72000" marR="72000" marT="36000" marB="18000" anchor="b">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2">
                  <a:txBody>
                    <a:bodyPr/>
                    <a:lstStyle/>
                    <a:p>
                      <a:pPr algn="l"/>
                      <a:r>
                        <a:rPr kumimoji="1" lang="ja-JP" altLang="en-US" sz="1050" b="1" dirty="0">
                          <a:solidFill>
                            <a:schemeClr val="tx2"/>
                          </a:solidFill>
                        </a:rPr>
                        <a:t>仕向け</a:t>
                      </a:r>
                    </a:p>
                  </a:txBody>
                  <a:tcPr marL="72000" marR="72000" marT="36000" marB="1800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a:r>
                        <a:rPr kumimoji="1" lang="ja-JP" altLang="en-US" sz="1050" b="1" dirty="0">
                          <a:solidFill>
                            <a:schemeClr val="tx2"/>
                          </a:solidFill>
                        </a:rPr>
                        <a:t>ハンドル</a:t>
                      </a:r>
                    </a:p>
                  </a:txBody>
                  <a:tcPr marL="72000" marR="72000" marT="36000" marB="18000">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solidFill>
                      <a:schemeClr val="bg1">
                        <a:lumMod val="95000"/>
                      </a:schemeClr>
                    </a:solidFill>
                  </a:tcPr>
                </a:tc>
                <a:tc gridSpan="2">
                  <a:txBody>
                    <a:bodyPr/>
                    <a:lstStyle/>
                    <a:p>
                      <a:pPr algn="ctr"/>
                      <a:r>
                        <a:rPr kumimoji="1" lang="en-US" altLang="ja-JP" sz="1050" b="0" dirty="0"/>
                        <a:t>LHD</a:t>
                      </a:r>
                      <a:endParaRPr kumimoji="1" lang="ja-JP" altLang="en-US" sz="1050" b="0" dirty="0"/>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sz="1400" dirty="0"/>
                    </a:p>
                  </a:txBody>
                  <a:tcPr marL="108000" marR="108000" marT="108000" marB="108000"/>
                </a:tc>
                <a:tc gridSpan="2">
                  <a:txBody>
                    <a:bodyPr/>
                    <a:lstStyle/>
                    <a:p>
                      <a:pPr algn="ctr"/>
                      <a:r>
                        <a:rPr kumimoji="1" lang="en-US" altLang="ja-JP" sz="1050" b="0" dirty="0"/>
                        <a:t>RHD</a:t>
                      </a:r>
                      <a:endParaRPr kumimoji="1" lang="ja-JP" altLang="en-US" sz="1050" b="0" dirty="0"/>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sz="1400" dirty="0"/>
                    </a:p>
                  </a:txBody>
                  <a:tcPr marL="108000" marR="108000" marT="108000" marB="108000"/>
                </a:tc>
                <a:extLst>
                  <a:ext uri="{0D108BD9-81ED-4DB2-BD59-A6C34878D82A}">
                    <a16:rowId xmlns:a16="http://schemas.microsoft.com/office/drawing/2014/main" val="435563678"/>
                  </a:ext>
                </a:extLst>
              </a:tr>
              <a:tr h="194445">
                <a:tc vMerge="1">
                  <a:txBody>
                    <a:bodyPr/>
                    <a:lstStyle/>
                    <a:p>
                      <a:endParaRPr kumimoji="1" lang="ja-JP" altLang="en-US"/>
                    </a:p>
                  </a:txBody>
                  <a:tcPr/>
                </a:tc>
                <a:tc vMerge="1">
                  <a:txBody>
                    <a:bodyPr/>
                    <a:lstStyle/>
                    <a:p>
                      <a:pPr algn="ctr"/>
                      <a:endParaRPr kumimoji="1" lang="ja-JP" altLang="en-US" sz="1200" b="1" dirty="0"/>
                    </a:p>
                  </a:txBody>
                  <a:tcPr marL="108000" marR="108000" marT="72000" marB="72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a:r>
                        <a:rPr kumimoji="1" lang="en-US" altLang="ja-JP" sz="1050" b="1" dirty="0">
                          <a:solidFill>
                            <a:schemeClr val="tx2"/>
                          </a:solidFill>
                        </a:rPr>
                        <a:t>P4B</a:t>
                      </a:r>
                      <a:endParaRPr kumimoji="1" lang="ja-JP" altLang="en-US" sz="1050" b="1" dirty="0">
                        <a:solidFill>
                          <a:schemeClr val="tx2"/>
                        </a:solidFill>
                      </a:endParaRPr>
                    </a:p>
                  </a:txBody>
                  <a:tcPr marL="72000" marR="72000" marT="36000" marB="18000">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r>
                        <a:rPr kumimoji="1" lang="ja-JP" altLang="en-US" sz="1050" b="0" dirty="0"/>
                        <a:t>オート</a:t>
                      </a:r>
                      <a:r>
                        <a:rPr kumimoji="1" lang="en-US" altLang="ja-JP" sz="1050" b="0" dirty="0"/>
                        <a:t>2</a:t>
                      </a:r>
                      <a:r>
                        <a:rPr kumimoji="1" lang="ja-JP" altLang="en-US" sz="1050" b="0" dirty="0"/>
                        <a:t>席</a:t>
                      </a:r>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r>
                        <a:rPr kumimoji="1" lang="ja-JP" altLang="en-US" sz="1050" b="0" dirty="0"/>
                        <a:t>オート</a:t>
                      </a:r>
                      <a:r>
                        <a:rPr kumimoji="1" lang="en-US" altLang="ja-JP" sz="1050" b="0" dirty="0"/>
                        <a:t>4</a:t>
                      </a:r>
                      <a:r>
                        <a:rPr kumimoji="1" lang="ja-JP" altLang="en-US" sz="1050" b="0" dirty="0"/>
                        <a:t>席</a:t>
                      </a:r>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r>
                        <a:rPr kumimoji="1" lang="ja-JP" altLang="en-US" sz="1050" b="0" dirty="0"/>
                        <a:t>オート</a:t>
                      </a:r>
                      <a:r>
                        <a:rPr kumimoji="1" lang="en-US" altLang="ja-JP" sz="1050" b="0" dirty="0"/>
                        <a:t>2</a:t>
                      </a:r>
                      <a:r>
                        <a:rPr kumimoji="1" lang="ja-JP" altLang="en-US" sz="1050" b="0" dirty="0"/>
                        <a:t>席</a:t>
                      </a:r>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r>
                        <a:rPr kumimoji="1" lang="ja-JP" altLang="en-US" sz="1050" b="0" dirty="0"/>
                        <a:t>オート</a:t>
                      </a:r>
                      <a:r>
                        <a:rPr kumimoji="1" lang="en-US" altLang="ja-JP" sz="1050" b="0" dirty="0"/>
                        <a:t>4</a:t>
                      </a:r>
                      <a:r>
                        <a:rPr kumimoji="1" lang="ja-JP" altLang="en-US" sz="1050" b="0" dirty="0"/>
                        <a:t>席</a:t>
                      </a:r>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757044813"/>
                  </a:ext>
                </a:extLst>
              </a:tr>
              <a:tr h="194445">
                <a:tc rowSpan="3">
                  <a:txBody>
                    <a:bodyPr/>
                    <a:lstStyle/>
                    <a:p>
                      <a:pPr algn="l"/>
                      <a:r>
                        <a:rPr kumimoji="1" lang="en-US" altLang="ja-JP" sz="1050" b="0" dirty="0"/>
                        <a:t>K</a:t>
                      </a:r>
                      <a:endParaRPr kumimoji="1" lang="ja-JP" altLang="en-US" sz="1050" b="0" dirty="0"/>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a:r>
                        <a:rPr kumimoji="1" lang="ja-JP" altLang="en-US" sz="1050" b="0" dirty="0"/>
                        <a:t>日本</a:t>
                      </a:r>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endParaRPr kumimoji="1" lang="ja-JP" altLang="en-US" sz="1050" b="1" dirty="0"/>
                    </a:p>
                  </a:txBody>
                  <a:tcPr marL="72000" marR="72000" marT="36000" marB="18000">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r>
                        <a:rPr kumimoji="1" lang="en-US" altLang="ja-JP" sz="1050" b="1" dirty="0"/>
                        <a:t>×</a:t>
                      </a:r>
                      <a:endParaRPr kumimoji="1" lang="ja-JP" altLang="en-US" sz="1050" b="1" dirty="0"/>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a:r>
                        <a:rPr kumimoji="1" lang="en-US" altLang="ja-JP" sz="1050" b="1" dirty="0"/>
                        <a:t>×</a:t>
                      </a:r>
                      <a:endParaRPr kumimoji="1" lang="ja-JP" altLang="en-US" sz="1050" b="1" dirty="0"/>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a:endParaRPr kumimoji="1" lang="ja-JP" altLang="en-US" sz="1050" b="1" dirty="0"/>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endParaRPr kumimoji="1" lang="ja-JP" altLang="en-US" sz="1050" b="1" dirty="0"/>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944979670"/>
                  </a:ext>
                </a:extLst>
              </a:tr>
              <a:tr h="194445">
                <a:tc vMerge="1">
                  <a:txBody>
                    <a:bodyPr/>
                    <a:lstStyle/>
                    <a:p>
                      <a:pPr algn="l"/>
                      <a:endParaRPr kumimoji="1" lang="ja-JP" altLang="en-US" sz="1100" b="1" dirty="0"/>
                    </a:p>
                  </a:txBody>
                  <a:tcPr marL="72000" marR="72000" marT="54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a:r>
                        <a:rPr kumimoji="1" lang="ja-JP" altLang="en-US" sz="1050" b="0" dirty="0"/>
                        <a:t>北米</a:t>
                      </a:r>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endParaRPr kumimoji="1" lang="ja-JP" altLang="en-US" sz="1050" b="1" dirty="0"/>
                    </a:p>
                  </a:txBody>
                  <a:tcPr marL="72000" marR="72000" marT="36000" marB="18000">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endParaRPr kumimoji="1" lang="ja-JP" altLang="en-US" sz="1050" b="1"/>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endParaRPr kumimoji="1" lang="ja-JP" altLang="en-US" sz="1050" b="1" dirty="0"/>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ctr"/>
                      <a:r>
                        <a:rPr kumimoji="1" lang="en-US" altLang="ja-JP" sz="1050" b="1" dirty="0"/>
                        <a:t>×</a:t>
                      </a:r>
                      <a:endParaRPr kumimoji="1" lang="ja-JP" altLang="en-US" sz="1050" b="1" dirty="0"/>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a:r>
                        <a:rPr kumimoji="1" lang="en-US" altLang="ja-JP" sz="1050" b="1" dirty="0"/>
                        <a:t>×</a:t>
                      </a:r>
                      <a:endParaRPr kumimoji="1" lang="ja-JP" altLang="en-US" sz="1050" b="1" dirty="0"/>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928432457"/>
                  </a:ext>
                </a:extLst>
              </a:tr>
              <a:tr h="194445">
                <a:tc vMerge="1">
                  <a:txBody>
                    <a:bodyPr/>
                    <a:lstStyle/>
                    <a:p>
                      <a:pPr algn="l"/>
                      <a:endParaRPr kumimoji="1" lang="ja-JP" altLang="en-US" sz="1100" b="1" dirty="0"/>
                    </a:p>
                  </a:txBody>
                  <a:tcPr marL="72000" marR="72000" marT="54000" marB="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a:r>
                        <a:rPr kumimoji="1" lang="ja-JP" altLang="en-US" sz="1050" b="0" dirty="0"/>
                        <a:t>中国</a:t>
                      </a:r>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050" b="1" dirty="0"/>
                    </a:p>
                  </a:txBody>
                  <a:tcPr marL="72000" marR="72000" marT="36000" marB="18000">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b="1" dirty="0"/>
                        <a:t>×</a:t>
                      </a:r>
                      <a:endParaRPr kumimoji="1" lang="ja-JP" altLang="en-US" sz="1050" b="1" dirty="0"/>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a:endParaRPr kumimoji="1" lang="ja-JP" altLang="en-US" sz="1050" b="1" dirty="0"/>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ctr"/>
                      <a:r>
                        <a:rPr kumimoji="1" lang="en-US" altLang="ja-JP" sz="1050" b="1" dirty="0"/>
                        <a:t>×</a:t>
                      </a:r>
                      <a:endParaRPr kumimoji="1" lang="ja-JP" altLang="en-US" sz="1050" b="1" dirty="0"/>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a:r>
                        <a:rPr kumimoji="1" lang="en-US" altLang="ja-JP" sz="1050" b="1" dirty="0"/>
                        <a:t>×</a:t>
                      </a:r>
                      <a:endParaRPr kumimoji="1" lang="ja-JP" altLang="en-US" sz="1050" b="1" dirty="0"/>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762869"/>
                  </a:ext>
                </a:extLst>
              </a:tr>
            </a:tbl>
          </a:graphicData>
        </a:graphic>
      </p:graphicFrame>
      <p:graphicFrame>
        <p:nvGraphicFramePr>
          <p:cNvPr id="8" name="表 7">
            <a:extLst>
              <a:ext uri="{FF2B5EF4-FFF2-40B4-BE49-F238E27FC236}">
                <a16:creationId xmlns:a16="http://schemas.microsoft.com/office/drawing/2014/main" id="{E2589FDE-FE5B-F3C0-F45B-F65336F25F16}"/>
              </a:ext>
            </a:extLst>
          </p:cNvPr>
          <p:cNvGraphicFramePr>
            <a:graphicFrameLocks noGrp="1"/>
          </p:cNvGraphicFramePr>
          <p:nvPr>
            <p:extLst>
              <p:ext uri="{D42A27DB-BD31-4B8C-83A1-F6EECF244321}">
                <p14:modId xmlns:p14="http://schemas.microsoft.com/office/powerpoint/2010/main" val="3739744393"/>
              </p:ext>
            </p:extLst>
          </p:nvPr>
        </p:nvGraphicFramePr>
        <p:xfrm>
          <a:off x="5732748" y="3321855"/>
          <a:ext cx="3988370" cy="1070100"/>
        </p:xfrm>
        <a:graphic>
          <a:graphicData uri="http://schemas.openxmlformats.org/drawingml/2006/table">
            <a:tbl>
              <a:tblPr firstRow="1" bandRow="1">
                <a:tableStyleId>{5940675A-B579-460E-94D1-54222C63F5DA}</a:tableStyleId>
              </a:tblPr>
              <a:tblGrid>
                <a:gridCol w="609138">
                  <a:extLst>
                    <a:ext uri="{9D8B030D-6E8A-4147-A177-3AD203B41FA5}">
                      <a16:colId xmlns:a16="http://schemas.microsoft.com/office/drawing/2014/main" val="243213072"/>
                    </a:ext>
                  </a:extLst>
                </a:gridCol>
                <a:gridCol w="844808">
                  <a:extLst>
                    <a:ext uri="{9D8B030D-6E8A-4147-A177-3AD203B41FA5}">
                      <a16:colId xmlns:a16="http://schemas.microsoft.com/office/drawing/2014/main" val="83271874"/>
                    </a:ext>
                  </a:extLst>
                </a:gridCol>
                <a:gridCol w="844808">
                  <a:extLst>
                    <a:ext uri="{9D8B030D-6E8A-4147-A177-3AD203B41FA5}">
                      <a16:colId xmlns:a16="http://schemas.microsoft.com/office/drawing/2014/main" val="3423840895"/>
                    </a:ext>
                  </a:extLst>
                </a:gridCol>
                <a:gridCol w="844808">
                  <a:extLst>
                    <a:ext uri="{9D8B030D-6E8A-4147-A177-3AD203B41FA5}">
                      <a16:colId xmlns:a16="http://schemas.microsoft.com/office/drawing/2014/main" val="50357764"/>
                    </a:ext>
                  </a:extLst>
                </a:gridCol>
                <a:gridCol w="844808">
                  <a:extLst>
                    <a:ext uri="{9D8B030D-6E8A-4147-A177-3AD203B41FA5}">
                      <a16:colId xmlns:a16="http://schemas.microsoft.com/office/drawing/2014/main" val="455259769"/>
                    </a:ext>
                  </a:extLst>
                </a:gridCol>
              </a:tblGrid>
              <a:tr h="121389">
                <a:tc>
                  <a:txBody>
                    <a:bodyPr/>
                    <a:lstStyle/>
                    <a:p>
                      <a:pPr algn="ctr"/>
                      <a:r>
                        <a:rPr kumimoji="1" lang="ja-JP" altLang="en-US" sz="1050" b="1" dirty="0">
                          <a:solidFill>
                            <a:schemeClr val="tx2"/>
                          </a:solidFill>
                        </a:rPr>
                        <a:t>品番</a:t>
                      </a:r>
                    </a:p>
                  </a:txBody>
                  <a:tcPr marL="108000" marR="108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r>
                        <a:rPr kumimoji="1" lang="ja-JP" altLang="en-US" sz="1050" b="1" dirty="0">
                          <a:solidFill>
                            <a:schemeClr val="tx2"/>
                          </a:solidFill>
                        </a:rPr>
                        <a:t>仕向け</a:t>
                      </a:r>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r>
                        <a:rPr kumimoji="1" lang="en-US" altLang="ja-JP" sz="1050" b="1" dirty="0">
                          <a:solidFill>
                            <a:schemeClr val="tx2"/>
                          </a:solidFill>
                        </a:rPr>
                        <a:t>P/F</a:t>
                      </a:r>
                      <a:endParaRPr kumimoji="1" lang="ja-JP" altLang="en-US" sz="1050" b="1" dirty="0">
                        <a:solidFill>
                          <a:schemeClr val="tx2"/>
                        </a:solidFill>
                      </a:endParaRPr>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r>
                        <a:rPr kumimoji="1" lang="ja-JP" altLang="en-US" sz="1050" b="1" dirty="0">
                          <a:solidFill>
                            <a:schemeClr val="tx2"/>
                          </a:solidFill>
                        </a:rPr>
                        <a:t>ハンドル</a:t>
                      </a:r>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r>
                        <a:rPr kumimoji="1" lang="en-US" altLang="ja-JP" sz="1050" b="1" dirty="0">
                          <a:solidFill>
                            <a:schemeClr val="tx2"/>
                          </a:solidFill>
                        </a:rPr>
                        <a:t>P4B</a:t>
                      </a:r>
                      <a:endParaRPr kumimoji="1" lang="ja-JP" altLang="en-US" sz="1050" b="1" dirty="0">
                        <a:solidFill>
                          <a:schemeClr val="tx2"/>
                        </a:solidFill>
                      </a:endParaRPr>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757044813"/>
                  </a:ext>
                </a:extLst>
              </a:tr>
              <a:tr h="121389">
                <a:tc>
                  <a:txBody>
                    <a:bodyPr/>
                    <a:lstStyle/>
                    <a:p>
                      <a:pPr algn="l"/>
                      <a:r>
                        <a:rPr kumimoji="1" lang="en-US" altLang="ja-JP" sz="1050" b="1" dirty="0"/>
                        <a:t>A</a:t>
                      </a:r>
                      <a:endParaRPr kumimoji="1" lang="ja-JP" altLang="en-US" sz="1050" b="1" dirty="0"/>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ctr"/>
                      <a:r>
                        <a:rPr kumimoji="1" lang="ja-JP" altLang="en-US" sz="1050" b="0" dirty="0"/>
                        <a:t>北米</a:t>
                      </a:r>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r>
                        <a:rPr kumimoji="1" lang="en-US" altLang="ja-JP" sz="1050" b="0" dirty="0"/>
                        <a:t>K</a:t>
                      </a:r>
                      <a:endParaRPr kumimoji="1" lang="ja-JP" altLang="en-US" sz="1050" b="0" dirty="0"/>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r>
                        <a:rPr kumimoji="1" lang="en-US" altLang="ja-JP" sz="1050" b="0" dirty="0"/>
                        <a:t>LHD</a:t>
                      </a:r>
                      <a:endParaRPr kumimoji="1" lang="ja-JP" altLang="en-US" sz="1050" b="0" dirty="0"/>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r>
                        <a:rPr kumimoji="1" lang="ja-JP" altLang="en-US" sz="1050" b="0" dirty="0"/>
                        <a:t>オート</a:t>
                      </a:r>
                      <a:r>
                        <a:rPr kumimoji="1" lang="en-US" altLang="ja-JP" sz="1050" b="0" dirty="0"/>
                        <a:t>2</a:t>
                      </a:r>
                      <a:r>
                        <a:rPr kumimoji="1" lang="ja-JP" altLang="en-US" sz="1050" b="0" dirty="0"/>
                        <a:t>席</a:t>
                      </a:r>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944979670"/>
                  </a:ext>
                </a:extLst>
              </a:tr>
              <a:tr h="121389">
                <a:tc>
                  <a:txBody>
                    <a:bodyPr/>
                    <a:lstStyle/>
                    <a:p>
                      <a:pPr algn="l"/>
                      <a:r>
                        <a:rPr kumimoji="1" lang="en-US" altLang="ja-JP" sz="1050" b="1" dirty="0"/>
                        <a:t>B</a:t>
                      </a:r>
                      <a:endParaRPr kumimoji="1" lang="ja-JP" altLang="en-US" sz="1050" b="1" dirty="0"/>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ctr"/>
                      <a:r>
                        <a:rPr kumimoji="1" lang="ja-JP" altLang="en-US" sz="1050" b="0"/>
                        <a:t>北米</a:t>
                      </a:r>
                      <a:r>
                        <a:rPr kumimoji="1" lang="en-US" altLang="ja-JP" sz="1050" b="0"/>
                        <a:t>/</a:t>
                      </a:r>
                      <a:r>
                        <a:rPr kumimoji="1" lang="ja-JP" altLang="en-US" sz="1050" b="0"/>
                        <a:t>中国</a:t>
                      </a:r>
                      <a:endParaRPr kumimoji="1" lang="ja-JP" altLang="en-US" sz="1050" b="0" dirty="0"/>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r>
                        <a:rPr kumimoji="1" lang="en-US" altLang="ja-JP" sz="1050" b="0" dirty="0"/>
                        <a:t>K</a:t>
                      </a:r>
                      <a:endParaRPr kumimoji="1" lang="ja-JP" altLang="en-US" sz="1050" b="0" dirty="0"/>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r>
                        <a:rPr kumimoji="1" lang="en-US" altLang="ja-JP" sz="1050" b="0"/>
                        <a:t>LHD</a:t>
                      </a:r>
                      <a:endParaRPr kumimoji="1" lang="ja-JP" altLang="en-US" sz="1050" b="0" dirty="0"/>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r>
                        <a:rPr kumimoji="1" lang="ja-JP" altLang="en-US" sz="1050" b="0" dirty="0"/>
                        <a:t>オート</a:t>
                      </a:r>
                      <a:r>
                        <a:rPr kumimoji="1" lang="en-US" altLang="ja-JP" sz="1050" b="0" dirty="0"/>
                        <a:t>4</a:t>
                      </a:r>
                      <a:r>
                        <a:rPr kumimoji="1" lang="ja-JP" altLang="en-US" sz="1050" b="0" dirty="0"/>
                        <a:t>席</a:t>
                      </a:r>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28432457"/>
                  </a:ext>
                </a:extLst>
              </a:tr>
              <a:tr h="121389">
                <a:tc>
                  <a:txBody>
                    <a:bodyPr/>
                    <a:lstStyle/>
                    <a:p>
                      <a:pPr algn="l"/>
                      <a:r>
                        <a:rPr kumimoji="1" lang="en-US" altLang="ja-JP" sz="1050" b="1" dirty="0"/>
                        <a:t>C</a:t>
                      </a:r>
                      <a:endParaRPr kumimoji="1" lang="ja-JP" altLang="en-US" sz="1050" b="1" dirty="0"/>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b="0" dirty="0"/>
                        <a:t>日本</a:t>
                      </a:r>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srgbClr val="1C1C1C"/>
                          </a:solidFill>
                          <a:effectLst/>
                          <a:uLnTx/>
                          <a:uFillTx/>
                          <a:latin typeface="メイリオ"/>
                          <a:ea typeface="メイリオ"/>
                          <a:cs typeface="+mn-cs"/>
                        </a:rPr>
                        <a:t>K</a:t>
                      </a:r>
                      <a:endParaRPr kumimoji="1" lang="ja-JP" altLang="en-US" sz="1050" b="0" i="0" u="none" strike="noStrike" kern="1200" cap="none" spc="0" normalizeH="0" baseline="0" noProof="0" dirty="0">
                        <a:ln>
                          <a:noFill/>
                        </a:ln>
                        <a:solidFill>
                          <a:srgbClr val="1C1C1C"/>
                        </a:solidFill>
                        <a:effectLst/>
                        <a:uLnTx/>
                        <a:uFillTx/>
                        <a:latin typeface="メイリオ"/>
                        <a:ea typeface="メイリオ"/>
                        <a:cs typeface="+mn-cs"/>
                      </a:endParaRPr>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r>
                        <a:rPr kumimoji="1" lang="en-US" altLang="ja-JP" sz="1050" b="0" dirty="0"/>
                        <a:t>RHD</a:t>
                      </a:r>
                      <a:endParaRPr kumimoji="1" lang="ja-JP" altLang="en-US" sz="1050" b="0" dirty="0"/>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r>
                        <a:rPr kumimoji="1" lang="ja-JP" altLang="en-US" sz="1050" b="0" dirty="0"/>
                        <a:t>オート</a:t>
                      </a:r>
                      <a:r>
                        <a:rPr kumimoji="1" lang="en-US" altLang="ja-JP" sz="1050" b="0" dirty="0"/>
                        <a:t>2</a:t>
                      </a:r>
                      <a:r>
                        <a:rPr kumimoji="1" lang="ja-JP" altLang="en-US" sz="1050" b="0" dirty="0"/>
                        <a:t>席</a:t>
                      </a:r>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91762869"/>
                  </a:ext>
                </a:extLst>
              </a:tr>
              <a:tr h="121389">
                <a:tc>
                  <a:txBody>
                    <a:bodyPr/>
                    <a:lstStyle/>
                    <a:p>
                      <a:pPr algn="l"/>
                      <a:r>
                        <a:rPr kumimoji="1" lang="en-US" altLang="ja-JP" sz="1050" b="1" dirty="0"/>
                        <a:t>D</a:t>
                      </a:r>
                      <a:endParaRPr kumimoji="1" lang="ja-JP" altLang="en-US" sz="1050" b="1" dirty="0"/>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b="0" dirty="0"/>
                        <a:t>日本</a:t>
                      </a:r>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rgbClr val="1C1C1C"/>
                          </a:solidFill>
                          <a:effectLst/>
                          <a:uLnTx/>
                          <a:uFillTx/>
                          <a:latin typeface="メイリオ"/>
                          <a:ea typeface="メイリオ"/>
                          <a:cs typeface="+mn-cs"/>
                        </a:rPr>
                        <a:t>K</a:t>
                      </a:r>
                      <a:endParaRPr kumimoji="1" lang="ja-JP" altLang="en-US" sz="1050" b="0" i="0" u="none" strike="noStrike" kern="1200" cap="none" spc="0" normalizeH="0" baseline="0" noProof="0" dirty="0">
                        <a:ln>
                          <a:noFill/>
                        </a:ln>
                        <a:solidFill>
                          <a:srgbClr val="1C1C1C"/>
                        </a:solidFill>
                        <a:effectLst/>
                        <a:uLnTx/>
                        <a:uFillTx/>
                        <a:latin typeface="メイリオ"/>
                        <a:ea typeface="メイリオ"/>
                        <a:cs typeface="+mn-cs"/>
                      </a:endParaRPr>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r>
                        <a:rPr kumimoji="1" lang="en-US" altLang="ja-JP" sz="1050" b="0" dirty="0"/>
                        <a:t>RHD</a:t>
                      </a:r>
                      <a:endParaRPr kumimoji="1" lang="ja-JP" altLang="en-US" sz="1050" b="0" dirty="0"/>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r>
                        <a:rPr kumimoji="1" lang="ja-JP" altLang="en-US" sz="1050" b="0" dirty="0"/>
                        <a:t>オート</a:t>
                      </a:r>
                      <a:r>
                        <a:rPr kumimoji="1" lang="en-US" altLang="ja-JP" sz="1050" b="0" dirty="0"/>
                        <a:t>4</a:t>
                      </a:r>
                      <a:r>
                        <a:rPr kumimoji="1" lang="ja-JP" altLang="en-US" sz="1050" b="0" dirty="0"/>
                        <a:t>席</a:t>
                      </a:r>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15936091"/>
                  </a:ext>
                </a:extLst>
              </a:tr>
            </a:tbl>
          </a:graphicData>
        </a:graphic>
      </p:graphicFrame>
      <p:graphicFrame>
        <p:nvGraphicFramePr>
          <p:cNvPr id="9" name="表 8">
            <a:extLst>
              <a:ext uri="{FF2B5EF4-FFF2-40B4-BE49-F238E27FC236}">
                <a16:creationId xmlns:a16="http://schemas.microsoft.com/office/drawing/2014/main" id="{8F889926-067A-16F6-BA76-7D7717DEE262}"/>
              </a:ext>
            </a:extLst>
          </p:cNvPr>
          <p:cNvGraphicFramePr>
            <a:graphicFrameLocks noGrp="1"/>
          </p:cNvGraphicFramePr>
          <p:nvPr>
            <p:extLst>
              <p:ext uri="{D42A27DB-BD31-4B8C-83A1-F6EECF244321}">
                <p14:modId xmlns:p14="http://schemas.microsoft.com/office/powerpoint/2010/main" val="3633495265"/>
              </p:ext>
            </p:extLst>
          </p:nvPr>
        </p:nvGraphicFramePr>
        <p:xfrm>
          <a:off x="5732748" y="4927725"/>
          <a:ext cx="5094253" cy="1284120"/>
        </p:xfrm>
        <a:graphic>
          <a:graphicData uri="http://schemas.openxmlformats.org/drawingml/2006/table">
            <a:tbl>
              <a:tblPr firstRow="1" bandRow="1">
                <a:tableStyleId>{5940675A-B579-460E-94D1-54222C63F5DA}</a:tableStyleId>
              </a:tblPr>
              <a:tblGrid>
                <a:gridCol w="541437">
                  <a:extLst>
                    <a:ext uri="{9D8B030D-6E8A-4147-A177-3AD203B41FA5}">
                      <a16:colId xmlns:a16="http://schemas.microsoft.com/office/drawing/2014/main" val="243213072"/>
                    </a:ext>
                  </a:extLst>
                </a:gridCol>
                <a:gridCol w="1172700">
                  <a:extLst>
                    <a:ext uri="{9D8B030D-6E8A-4147-A177-3AD203B41FA5}">
                      <a16:colId xmlns:a16="http://schemas.microsoft.com/office/drawing/2014/main" val="2542902076"/>
                    </a:ext>
                  </a:extLst>
                </a:gridCol>
                <a:gridCol w="845029">
                  <a:extLst>
                    <a:ext uri="{9D8B030D-6E8A-4147-A177-3AD203B41FA5}">
                      <a16:colId xmlns:a16="http://schemas.microsoft.com/office/drawing/2014/main" val="83271874"/>
                    </a:ext>
                  </a:extLst>
                </a:gridCol>
                <a:gridCol w="845029">
                  <a:extLst>
                    <a:ext uri="{9D8B030D-6E8A-4147-A177-3AD203B41FA5}">
                      <a16:colId xmlns:a16="http://schemas.microsoft.com/office/drawing/2014/main" val="3423840895"/>
                    </a:ext>
                  </a:extLst>
                </a:gridCol>
                <a:gridCol w="845029">
                  <a:extLst>
                    <a:ext uri="{9D8B030D-6E8A-4147-A177-3AD203B41FA5}">
                      <a16:colId xmlns:a16="http://schemas.microsoft.com/office/drawing/2014/main" val="50357764"/>
                    </a:ext>
                  </a:extLst>
                </a:gridCol>
                <a:gridCol w="845029">
                  <a:extLst>
                    <a:ext uri="{9D8B030D-6E8A-4147-A177-3AD203B41FA5}">
                      <a16:colId xmlns:a16="http://schemas.microsoft.com/office/drawing/2014/main" val="455259769"/>
                    </a:ext>
                  </a:extLst>
                </a:gridCol>
              </a:tblGrid>
              <a:tr h="160187">
                <a:tc>
                  <a:txBody>
                    <a:bodyPr/>
                    <a:lstStyle/>
                    <a:p>
                      <a:pPr algn="ctr"/>
                      <a:r>
                        <a:rPr kumimoji="1" lang="ja-JP" altLang="en-US" sz="1050" b="1" dirty="0">
                          <a:solidFill>
                            <a:schemeClr val="tx2"/>
                          </a:solidFill>
                        </a:rPr>
                        <a:t>バリ</a:t>
                      </a:r>
                    </a:p>
                  </a:txBody>
                  <a:tcPr marL="108000" marR="108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r>
                        <a:rPr kumimoji="1" lang="ja-JP" altLang="en-US" sz="1050" b="1" dirty="0">
                          <a:solidFill>
                            <a:schemeClr val="tx2"/>
                          </a:solidFill>
                        </a:rPr>
                        <a:t>バリ名称</a:t>
                      </a:r>
                    </a:p>
                  </a:txBody>
                  <a:tcPr marL="108000" marR="108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r>
                        <a:rPr kumimoji="1" lang="ja-JP" altLang="en-US" sz="1050" b="1" dirty="0">
                          <a:solidFill>
                            <a:schemeClr val="tx2"/>
                          </a:solidFill>
                        </a:rPr>
                        <a:t>仕向け</a:t>
                      </a:r>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r>
                        <a:rPr kumimoji="1" lang="en-US" altLang="ja-JP" sz="1050" b="1" dirty="0">
                          <a:solidFill>
                            <a:schemeClr val="tx2"/>
                          </a:solidFill>
                        </a:rPr>
                        <a:t>P/F</a:t>
                      </a:r>
                      <a:endParaRPr kumimoji="1" lang="ja-JP" altLang="en-US" sz="1050" b="1" dirty="0">
                        <a:solidFill>
                          <a:schemeClr val="tx2"/>
                        </a:solidFill>
                      </a:endParaRPr>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r>
                        <a:rPr kumimoji="1" lang="ja-JP" altLang="en-US" sz="1050" b="1" dirty="0">
                          <a:solidFill>
                            <a:schemeClr val="tx2"/>
                          </a:solidFill>
                        </a:rPr>
                        <a:t>ハンドル</a:t>
                      </a:r>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r>
                        <a:rPr kumimoji="1" lang="en-US" altLang="ja-JP" sz="1050" b="1" dirty="0">
                          <a:solidFill>
                            <a:schemeClr val="tx2"/>
                          </a:solidFill>
                        </a:rPr>
                        <a:t>P4B</a:t>
                      </a:r>
                      <a:endParaRPr kumimoji="1" lang="ja-JP" altLang="en-US" sz="1050" b="1" dirty="0">
                        <a:solidFill>
                          <a:schemeClr val="tx2"/>
                        </a:solidFill>
                      </a:endParaRPr>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757044813"/>
                  </a:ext>
                </a:extLst>
              </a:tr>
              <a:tr h="132431">
                <a:tc>
                  <a:txBody>
                    <a:bodyPr/>
                    <a:lstStyle/>
                    <a:p>
                      <a:pPr algn="l"/>
                      <a:r>
                        <a:rPr kumimoji="1" lang="en-US" altLang="ja-JP" sz="1050" b="1" dirty="0"/>
                        <a:t>01</a:t>
                      </a:r>
                      <a:endParaRPr kumimoji="1" lang="ja-JP" altLang="en-US" sz="1050" b="1" dirty="0"/>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a:r>
                        <a:rPr kumimoji="1" lang="en-US" altLang="ja-JP" sz="1050" b="1" dirty="0"/>
                        <a:t>JP_AUTO_2</a:t>
                      </a:r>
                      <a:endParaRPr kumimoji="1" lang="ja-JP" altLang="en-US" sz="1050" b="1" dirty="0"/>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ctr"/>
                      <a:r>
                        <a:rPr kumimoji="1" lang="ja-JP" altLang="en-US" sz="1050" b="0" dirty="0"/>
                        <a:t>日本</a:t>
                      </a:r>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r>
                        <a:rPr kumimoji="1" lang="en-US" altLang="ja-JP" sz="1050" b="0" dirty="0"/>
                        <a:t>K</a:t>
                      </a:r>
                      <a:endParaRPr kumimoji="1" lang="ja-JP" altLang="en-US" sz="1050" b="0" dirty="0"/>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rgbClr val="1C1C1C"/>
                          </a:solidFill>
                          <a:effectLst/>
                          <a:uLnTx/>
                          <a:uFillTx/>
                          <a:latin typeface="メイリオ"/>
                          <a:ea typeface="メイリオ"/>
                          <a:cs typeface="+mn-cs"/>
                        </a:rPr>
                        <a:t>RHD</a:t>
                      </a:r>
                      <a:endParaRPr kumimoji="1" lang="ja-JP" altLang="en-US" sz="1050" b="0" i="0" u="none" strike="noStrike" kern="1200" cap="none" spc="0" normalizeH="0" baseline="0" noProof="0" dirty="0">
                        <a:ln>
                          <a:noFill/>
                        </a:ln>
                        <a:solidFill>
                          <a:srgbClr val="1C1C1C"/>
                        </a:solidFill>
                        <a:effectLst/>
                        <a:uLnTx/>
                        <a:uFillTx/>
                        <a:latin typeface="メイリオ"/>
                        <a:ea typeface="メイリオ"/>
                        <a:cs typeface="+mn-cs"/>
                      </a:endParaRPr>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r>
                        <a:rPr kumimoji="1" lang="ja-JP" altLang="en-US" sz="1050" b="0" dirty="0"/>
                        <a:t>オート</a:t>
                      </a:r>
                      <a:r>
                        <a:rPr kumimoji="1" lang="en-US" altLang="ja-JP" sz="1050" b="0" dirty="0"/>
                        <a:t>2</a:t>
                      </a:r>
                      <a:r>
                        <a:rPr kumimoji="1" lang="ja-JP" altLang="en-US" sz="1050" b="0" dirty="0"/>
                        <a:t>席</a:t>
                      </a:r>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944979670"/>
                  </a:ext>
                </a:extLst>
              </a:tr>
              <a:tr h="132431">
                <a:tc>
                  <a:txBody>
                    <a:bodyPr/>
                    <a:lstStyle/>
                    <a:p>
                      <a:pPr algn="l"/>
                      <a:r>
                        <a:rPr kumimoji="1" lang="en-US" altLang="ja-JP" sz="1050" b="1" dirty="0"/>
                        <a:t>02</a:t>
                      </a:r>
                      <a:endParaRPr kumimoji="1" lang="ja-JP" altLang="en-US" sz="1050" b="1" dirty="0"/>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dirty="0"/>
                        <a:t>JP_AUTO_4</a:t>
                      </a:r>
                      <a:endParaRPr kumimoji="1" lang="ja-JP" altLang="en-US" sz="1050" b="1" dirty="0"/>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ctr"/>
                      <a:r>
                        <a:rPr kumimoji="1" lang="ja-JP" altLang="en-US" sz="1050" b="0" dirty="0"/>
                        <a:t>日本</a:t>
                      </a:r>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r>
                        <a:rPr kumimoji="1" lang="en-US" altLang="ja-JP" sz="1050" b="0" dirty="0"/>
                        <a:t>K</a:t>
                      </a:r>
                      <a:endParaRPr kumimoji="1" lang="ja-JP" altLang="en-US" sz="1050" b="0" dirty="0"/>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rgbClr val="1C1C1C"/>
                          </a:solidFill>
                          <a:effectLst/>
                          <a:uLnTx/>
                          <a:uFillTx/>
                          <a:latin typeface="メイリオ"/>
                          <a:ea typeface="メイリオ"/>
                          <a:cs typeface="+mn-cs"/>
                        </a:rPr>
                        <a:t>RHD</a:t>
                      </a:r>
                      <a:endParaRPr kumimoji="1" lang="ja-JP" altLang="en-US" sz="1050" b="0" i="0" u="none" strike="noStrike" kern="1200" cap="none" spc="0" normalizeH="0" baseline="0" noProof="0" dirty="0">
                        <a:ln>
                          <a:noFill/>
                        </a:ln>
                        <a:solidFill>
                          <a:srgbClr val="1C1C1C"/>
                        </a:solidFill>
                        <a:effectLst/>
                        <a:uLnTx/>
                        <a:uFillTx/>
                        <a:latin typeface="メイリオ"/>
                        <a:ea typeface="メイリオ"/>
                        <a:cs typeface="+mn-cs"/>
                      </a:endParaRPr>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r>
                        <a:rPr kumimoji="1" lang="ja-JP" altLang="en-US" sz="1050" b="0" dirty="0"/>
                        <a:t>オート</a:t>
                      </a:r>
                      <a:r>
                        <a:rPr kumimoji="1" lang="en-US" altLang="ja-JP" sz="1050" b="0" dirty="0"/>
                        <a:t>4</a:t>
                      </a:r>
                      <a:r>
                        <a:rPr kumimoji="1" lang="ja-JP" altLang="en-US" sz="1050" b="0" dirty="0"/>
                        <a:t>席</a:t>
                      </a:r>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28432457"/>
                  </a:ext>
                </a:extLst>
              </a:tr>
              <a:tr h="132431">
                <a:tc>
                  <a:txBody>
                    <a:bodyPr/>
                    <a:lstStyle/>
                    <a:p>
                      <a:pPr algn="l"/>
                      <a:r>
                        <a:rPr kumimoji="1" lang="en-US" altLang="ja-JP" sz="1050" b="1" dirty="0"/>
                        <a:t>03</a:t>
                      </a:r>
                      <a:endParaRPr kumimoji="1" lang="ja-JP" altLang="en-US" sz="1050" b="1" dirty="0"/>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dirty="0"/>
                        <a:t>US_AUTO_2</a:t>
                      </a:r>
                      <a:endParaRPr kumimoji="1" lang="ja-JP" altLang="en-US" sz="1050" b="1" dirty="0"/>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ctr"/>
                      <a:r>
                        <a:rPr kumimoji="1" lang="ja-JP" altLang="en-US" sz="1050" b="0" dirty="0"/>
                        <a:t>北米</a:t>
                      </a:r>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rgbClr val="1C1C1C"/>
                          </a:solidFill>
                          <a:effectLst/>
                          <a:uLnTx/>
                          <a:uFillTx/>
                          <a:latin typeface="メイリオ"/>
                          <a:ea typeface="メイリオ"/>
                          <a:cs typeface="+mn-cs"/>
                        </a:rPr>
                        <a:t>K</a:t>
                      </a:r>
                      <a:endParaRPr kumimoji="1" lang="ja-JP" altLang="en-US" sz="1050" b="0" i="0" u="none" strike="noStrike" kern="1200" cap="none" spc="0" normalizeH="0" baseline="0" noProof="0" dirty="0">
                        <a:ln>
                          <a:noFill/>
                        </a:ln>
                        <a:solidFill>
                          <a:srgbClr val="1C1C1C"/>
                        </a:solidFill>
                        <a:effectLst/>
                        <a:uLnTx/>
                        <a:uFillTx/>
                        <a:latin typeface="メイリオ"/>
                        <a:ea typeface="メイリオ"/>
                        <a:cs typeface="+mn-cs"/>
                      </a:endParaRPr>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r>
                        <a:rPr kumimoji="1" lang="en-US" altLang="ja-JP" sz="1050" b="0" dirty="0"/>
                        <a:t>LHD</a:t>
                      </a:r>
                      <a:endParaRPr kumimoji="1" lang="ja-JP" altLang="en-US" sz="1050" b="0" dirty="0"/>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r>
                        <a:rPr kumimoji="1" lang="ja-JP" altLang="en-US" sz="1050" b="0" dirty="0"/>
                        <a:t>オート</a:t>
                      </a:r>
                      <a:r>
                        <a:rPr kumimoji="1" lang="en-US" altLang="ja-JP" sz="1050" b="0" dirty="0"/>
                        <a:t>2</a:t>
                      </a:r>
                      <a:r>
                        <a:rPr kumimoji="1" lang="ja-JP" altLang="en-US" sz="1050" b="0" dirty="0"/>
                        <a:t>席</a:t>
                      </a:r>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91762869"/>
                  </a:ext>
                </a:extLst>
              </a:tr>
              <a:tr h="132431">
                <a:tc>
                  <a:txBody>
                    <a:bodyPr/>
                    <a:lstStyle/>
                    <a:p>
                      <a:pPr algn="l"/>
                      <a:r>
                        <a:rPr kumimoji="1" lang="en-US" altLang="ja-JP" sz="1050" b="1" dirty="0"/>
                        <a:t>04</a:t>
                      </a:r>
                      <a:endParaRPr kumimoji="1" lang="ja-JP" altLang="en-US" sz="1050" b="1" dirty="0"/>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dirty="0"/>
                        <a:t>US_AUTO_4</a:t>
                      </a:r>
                      <a:endParaRPr kumimoji="1" lang="ja-JP" altLang="en-US" sz="1050" b="1" dirty="0"/>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b="0" dirty="0"/>
                        <a:t>北米</a:t>
                      </a:r>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rgbClr val="1C1C1C"/>
                          </a:solidFill>
                          <a:effectLst/>
                          <a:uLnTx/>
                          <a:uFillTx/>
                          <a:latin typeface="メイリオ"/>
                          <a:ea typeface="メイリオ"/>
                          <a:cs typeface="+mn-cs"/>
                        </a:rPr>
                        <a:t>K</a:t>
                      </a:r>
                      <a:endParaRPr kumimoji="1" lang="ja-JP" altLang="en-US" sz="1050" b="0" i="0" u="none" strike="noStrike" kern="1200" cap="none" spc="0" normalizeH="0" baseline="0" noProof="0" dirty="0">
                        <a:ln>
                          <a:noFill/>
                        </a:ln>
                        <a:solidFill>
                          <a:srgbClr val="1C1C1C"/>
                        </a:solidFill>
                        <a:effectLst/>
                        <a:uLnTx/>
                        <a:uFillTx/>
                        <a:latin typeface="メイリオ"/>
                        <a:ea typeface="メイリオ"/>
                        <a:cs typeface="+mn-cs"/>
                      </a:endParaRPr>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srgbClr val="1C1C1C"/>
                          </a:solidFill>
                          <a:effectLst/>
                          <a:uLnTx/>
                          <a:uFillTx/>
                          <a:latin typeface="メイリオ"/>
                          <a:ea typeface="メイリオ"/>
                          <a:cs typeface="+mn-cs"/>
                        </a:rPr>
                        <a:t>LHD</a:t>
                      </a:r>
                      <a:endParaRPr kumimoji="1" lang="ja-JP" altLang="en-US" sz="1050" b="0" i="0" u="none" strike="noStrike" kern="1200" cap="none" spc="0" normalizeH="0" baseline="0" noProof="0" dirty="0">
                        <a:ln>
                          <a:noFill/>
                        </a:ln>
                        <a:solidFill>
                          <a:srgbClr val="1C1C1C"/>
                        </a:solidFill>
                        <a:effectLst/>
                        <a:uLnTx/>
                        <a:uFillTx/>
                        <a:latin typeface="メイリオ"/>
                        <a:ea typeface="メイリオ"/>
                        <a:cs typeface="+mn-cs"/>
                      </a:endParaRPr>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r>
                        <a:rPr kumimoji="1" lang="ja-JP" altLang="en-US" sz="1050" b="0" dirty="0"/>
                        <a:t>オート</a:t>
                      </a:r>
                      <a:r>
                        <a:rPr kumimoji="1" lang="en-US" altLang="ja-JP" sz="1050" b="0" dirty="0"/>
                        <a:t>4</a:t>
                      </a:r>
                      <a:r>
                        <a:rPr kumimoji="1" lang="ja-JP" altLang="en-US" sz="1050" b="0" dirty="0"/>
                        <a:t>席</a:t>
                      </a:r>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15936091"/>
                  </a:ext>
                </a:extLst>
              </a:tr>
              <a:tr h="132431">
                <a:tc>
                  <a:txBody>
                    <a:bodyPr/>
                    <a:lstStyle/>
                    <a:p>
                      <a:pPr algn="l"/>
                      <a:r>
                        <a:rPr kumimoji="1" lang="en-US" altLang="ja-JP" sz="1050" b="1" dirty="0"/>
                        <a:t>05</a:t>
                      </a:r>
                      <a:endParaRPr kumimoji="1" lang="ja-JP" altLang="en-US" sz="1050" b="1" dirty="0"/>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50" b="1" dirty="0"/>
                        <a:t>CN_AUTO_2</a:t>
                      </a:r>
                      <a:endParaRPr kumimoji="1" lang="ja-JP" altLang="en-US" sz="1050" b="1" dirty="0"/>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b="0" dirty="0"/>
                        <a:t>中国</a:t>
                      </a:r>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rgbClr val="1C1C1C"/>
                          </a:solidFill>
                          <a:effectLst/>
                          <a:uLnTx/>
                          <a:uFillTx/>
                          <a:latin typeface="+mn-lt"/>
                          <a:ea typeface="+mn-ea"/>
                          <a:cs typeface="+mn-cs"/>
                        </a:rPr>
                        <a:t>K</a:t>
                      </a:r>
                      <a:endParaRPr kumimoji="1" lang="ja-JP" altLang="en-US" sz="1050" b="0" i="0" u="none" strike="noStrike" kern="1200" cap="none" spc="0" normalizeH="0" baseline="0" noProof="0" dirty="0">
                        <a:ln>
                          <a:noFill/>
                        </a:ln>
                        <a:solidFill>
                          <a:srgbClr val="1C1C1C"/>
                        </a:solidFill>
                        <a:effectLst/>
                        <a:uLnTx/>
                        <a:uFillTx/>
                        <a:latin typeface="メイリオ"/>
                        <a:ea typeface="メイリオ"/>
                        <a:cs typeface="+mn-cs"/>
                      </a:endParaRPr>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rgbClr val="1C1C1C"/>
                          </a:solidFill>
                          <a:effectLst/>
                          <a:uLnTx/>
                          <a:uFillTx/>
                          <a:latin typeface="メイリオ"/>
                          <a:ea typeface="メイリオ"/>
                          <a:cs typeface="+mn-cs"/>
                        </a:rPr>
                        <a:t>LHD</a:t>
                      </a:r>
                      <a:endParaRPr kumimoji="1" lang="ja-JP" altLang="en-US" sz="1050" b="0" i="0" u="none" strike="noStrike" kern="1200" cap="none" spc="0" normalizeH="0" baseline="0" noProof="0" dirty="0">
                        <a:ln>
                          <a:noFill/>
                        </a:ln>
                        <a:solidFill>
                          <a:srgbClr val="1C1C1C"/>
                        </a:solidFill>
                        <a:effectLst/>
                        <a:uLnTx/>
                        <a:uFillTx/>
                        <a:latin typeface="メイリオ"/>
                        <a:ea typeface="メイリオ"/>
                        <a:cs typeface="+mn-cs"/>
                      </a:endParaRPr>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b="0" dirty="0"/>
                        <a:t>オート</a:t>
                      </a:r>
                      <a:r>
                        <a:rPr kumimoji="1" lang="en-US" altLang="ja-JP" sz="1050" b="0" dirty="0"/>
                        <a:t>4</a:t>
                      </a:r>
                      <a:r>
                        <a:rPr kumimoji="1" lang="ja-JP" altLang="en-US" sz="1050" b="0" dirty="0"/>
                        <a:t>席</a:t>
                      </a:r>
                    </a:p>
                  </a:txBody>
                  <a:tcPr marL="72000" marR="72000" marT="36000" marB="18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881073811"/>
                  </a:ext>
                </a:extLst>
              </a:tr>
            </a:tbl>
          </a:graphicData>
        </a:graphic>
      </p:graphicFrame>
      <p:sp>
        <p:nvSpPr>
          <p:cNvPr id="13" name="テキスト ボックス 12">
            <a:extLst>
              <a:ext uri="{FF2B5EF4-FFF2-40B4-BE49-F238E27FC236}">
                <a16:creationId xmlns:a16="http://schemas.microsoft.com/office/drawing/2014/main" id="{59AA7A57-02FD-34B6-ECD0-86967AB52851}"/>
              </a:ext>
            </a:extLst>
          </p:cNvPr>
          <p:cNvSpPr txBox="1"/>
          <p:nvPr/>
        </p:nvSpPr>
        <p:spPr>
          <a:xfrm>
            <a:off x="2536545" y="1709101"/>
            <a:ext cx="3120003" cy="1269578"/>
          </a:xfrm>
          <a:prstGeom prst="rect">
            <a:avLst/>
          </a:prstGeom>
          <a:noFill/>
        </p:spPr>
        <p:txBody>
          <a:bodyPr wrap="square" rtlCol="0">
            <a:spAutoFit/>
          </a:bodyPr>
          <a:lstStyle/>
          <a:p>
            <a:pPr marL="180000" indent="-180000">
              <a:lnSpc>
                <a:spcPct val="120000"/>
              </a:lnSpc>
              <a:spcBef>
                <a:spcPts val="600"/>
              </a:spcBef>
              <a:buFont typeface="Arial" panose="020B0604020202020204" pitchFamily="34" charset="0"/>
              <a:buChar char="•"/>
            </a:pPr>
            <a:r>
              <a:rPr kumimoji="1" lang="ja-JP" altLang="en-US" sz="1400" dirty="0"/>
              <a:t>車両仕様の組み合わせを</a:t>
            </a:r>
            <a:br>
              <a:rPr kumimoji="1" lang="en-US" altLang="ja-JP" sz="1400" dirty="0"/>
            </a:br>
            <a:r>
              <a:rPr kumimoji="1" lang="ja-JP" altLang="en-US" sz="1400" dirty="0"/>
              <a:t>制約・補完することが目的</a:t>
            </a:r>
            <a:endParaRPr kumimoji="1" lang="en-US" altLang="ja-JP" sz="1400" dirty="0"/>
          </a:p>
          <a:p>
            <a:pPr marL="180000" indent="-180000">
              <a:lnSpc>
                <a:spcPct val="120000"/>
              </a:lnSpc>
              <a:spcBef>
                <a:spcPts val="600"/>
              </a:spcBef>
              <a:buFont typeface="Arial" panose="020B0604020202020204" pitchFamily="34" charset="0"/>
              <a:buChar char="•"/>
            </a:pPr>
            <a:r>
              <a:rPr kumimoji="1" lang="en-US" altLang="ja-JP" sz="1400" dirty="0"/>
              <a:t>OMUSVI</a:t>
            </a:r>
            <a:r>
              <a:rPr kumimoji="1" lang="ja-JP" altLang="en-US" sz="1400" dirty="0"/>
              <a:t>に実装済</a:t>
            </a:r>
            <a:endParaRPr kumimoji="1" lang="en-US" altLang="ja-JP" sz="1400" dirty="0"/>
          </a:p>
          <a:p>
            <a:pPr marL="180000" indent="-180000">
              <a:lnSpc>
                <a:spcPct val="120000"/>
              </a:lnSpc>
              <a:spcBef>
                <a:spcPts val="600"/>
              </a:spcBef>
              <a:buFont typeface="Arial" panose="020B0604020202020204" pitchFamily="34" charset="0"/>
              <a:buChar char="•"/>
            </a:pPr>
            <a:r>
              <a:rPr kumimoji="1" lang="ja-JP" altLang="en-US" sz="1400" b="1" dirty="0">
                <a:solidFill>
                  <a:schemeClr val="accent1"/>
                </a:solidFill>
              </a:rPr>
              <a:t>部品主査がメンテ</a:t>
            </a:r>
            <a:r>
              <a:rPr kumimoji="1" lang="ja-JP" altLang="en-US" sz="1400" dirty="0"/>
              <a:t>し</a:t>
            </a:r>
            <a:r>
              <a:rPr kumimoji="1" lang="en-US" altLang="ja-JP" sz="1400" dirty="0"/>
              <a:t>Z</a:t>
            </a:r>
            <a:r>
              <a:rPr kumimoji="1" lang="ja-JP" altLang="en-US" sz="1400" dirty="0"/>
              <a:t>が活用</a:t>
            </a:r>
          </a:p>
        </p:txBody>
      </p:sp>
      <p:sp>
        <p:nvSpPr>
          <p:cNvPr id="14" name="テキスト ボックス 13">
            <a:extLst>
              <a:ext uri="{FF2B5EF4-FFF2-40B4-BE49-F238E27FC236}">
                <a16:creationId xmlns:a16="http://schemas.microsoft.com/office/drawing/2014/main" id="{83DFEEA6-024C-A806-5982-55B22EA34766}"/>
              </a:ext>
            </a:extLst>
          </p:cNvPr>
          <p:cNvSpPr txBox="1"/>
          <p:nvPr/>
        </p:nvSpPr>
        <p:spPr>
          <a:xfrm>
            <a:off x="2536545" y="3321854"/>
            <a:ext cx="3120003" cy="1269578"/>
          </a:xfrm>
          <a:prstGeom prst="rect">
            <a:avLst/>
          </a:prstGeom>
          <a:noFill/>
        </p:spPr>
        <p:txBody>
          <a:bodyPr wrap="square" rtlCol="0">
            <a:spAutoFit/>
          </a:bodyPr>
          <a:lstStyle/>
          <a:p>
            <a:pPr marL="180000" indent="-180000">
              <a:lnSpc>
                <a:spcPct val="120000"/>
              </a:lnSpc>
              <a:spcBef>
                <a:spcPts val="600"/>
              </a:spcBef>
              <a:buFont typeface="Arial" panose="020B0604020202020204" pitchFamily="34" charset="0"/>
              <a:buChar char="•"/>
            </a:pPr>
            <a:r>
              <a:rPr kumimoji="1" lang="ja-JP" altLang="en-US" sz="1400" dirty="0"/>
              <a:t>車両仕様の組み合わせと標準部品を紐づけ</a:t>
            </a:r>
            <a:endParaRPr kumimoji="1" lang="en-US" altLang="ja-JP" sz="1400" dirty="0"/>
          </a:p>
          <a:p>
            <a:pPr marL="180000" indent="-180000">
              <a:lnSpc>
                <a:spcPct val="120000"/>
              </a:lnSpc>
              <a:spcBef>
                <a:spcPts val="600"/>
              </a:spcBef>
              <a:buFont typeface="Arial" panose="020B0604020202020204" pitchFamily="34" charset="0"/>
              <a:buChar char="•"/>
            </a:pPr>
            <a:r>
              <a:rPr kumimoji="1" lang="ja-JP" altLang="en-US" sz="1400" dirty="0"/>
              <a:t>設計の読替え作業削減が目的</a:t>
            </a:r>
            <a:endParaRPr kumimoji="1" lang="en-US" altLang="ja-JP" sz="1400" dirty="0"/>
          </a:p>
          <a:p>
            <a:pPr marL="180000" indent="-180000">
              <a:lnSpc>
                <a:spcPct val="120000"/>
              </a:lnSpc>
              <a:spcBef>
                <a:spcPts val="600"/>
              </a:spcBef>
              <a:buFont typeface="Arial" panose="020B0604020202020204" pitchFamily="34" charset="0"/>
              <a:buChar char="•"/>
            </a:pPr>
            <a:r>
              <a:rPr kumimoji="1" lang="ja-JP" altLang="en-US" sz="1400" b="1" dirty="0">
                <a:solidFill>
                  <a:schemeClr val="accent1"/>
                </a:solidFill>
              </a:rPr>
              <a:t>部品主査がメンテ</a:t>
            </a:r>
            <a:r>
              <a:rPr kumimoji="1" lang="ja-JP" altLang="en-US" sz="1400" dirty="0"/>
              <a:t>し設計が活用</a:t>
            </a:r>
          </a:p>
        </p:txBody>
      </p:sp>
      <p:sp>
        <p:nvSpPr>
          <p:cNvPr id="15" name="テキスト ボックス 14">
            <a:extLst>
              <a:ext uri="{FF2B5EF4-FFF2-40B4-BE49-F238E27FC236}">
                <a16:creationId xmlns:a16="http://schemas.microsoft.com/office/drawing/2014/main" id="{8D73457B-8437-367D-2441-96F3EC17AC76}"/>
              </a:ext>
            </a:extLst>
          </p:cNvPr>
          <p:cNvSpPr txBox="1"/>
          <p:nvPr/>
        </p:nvSpPr>
        <p:spPr>
          <a:xfrm>
            <a:off x="2536545" y="4920491"/>
            <a:ext cx="3120003" cy="1269578"/>
          </a:xfrm>
          <a:prstGeom prst="rect">
            <a:avLst/>
          </a:prstGeom>
          <a:noFill/>
        </p:spPr>
        <p:txBody>
          <a:bodyPr wrap="square" rtlCol="0">
            <a:spAutoFit/>
          </a:bodyPr>
          <a:lstStyle/>
          <a:p>
            <a:pPr marL="180000" indent="-180000">
              <a:lnSpc>
                <a:spcPct val="120000"/>
              </a:lnSpc>
              <a:spcBef>
                <a:spcPts val="600"/>
              </a:spcBef>
              <a:buFont typeface="Arial" panose="020B0604020202020204" pitchFamily="34" charset="0"/>
              <a:buChar char="•"/>
            </a:pPr>
            <a:r>
              <a:rPr kumimoji="1" lang="ja-JP" altLang="en-US" sz="1400" dirty="0"/>
              <a:t>車両仕様の組み合わせと</a:t>
            </a:r>
            <a:br>
              <a:rPr kumimoji="1" lang="en-US" altLang="ja-JP" sz="1400" dirty="0"/>
            </a:br>
            <a:r>
              <a:rPr kumimoji="1" lang="ja-JP" altLang="en-US" sz="1400" dirty="0"/>
              <a:t>部品表マト（標準）を紐づけ</a:t>
            </a:r>
            <a:endParaRPr kumimoji="1" lang="en-US" altLang="ja-JP" sz="1400" dirty="0"/>
          </a:p>
          <a:p>
            <a:pPr marL="180000" indent="-180000">
              <a:lnSpc>
                <a:spcPct val="120000"/>
              </a:lnSpc>
              <a:spcBef>
                <a:spcPts val="600"/>
              </a:spcBef>
              <a:buFont typeface="Arial" panose="020B0604020202020204" pitchFamily="34" charset="0"/>
              <a:buChar char="•"/>
            </a:pPr>
            <a:r>
              <a:rPr kumimoji="1" lang="ja-JP" altLang="en-US" sz="1400" dirty="0"/>
              <a:t>本格検討はこれから</a:t>
            </a:r>
            <a:endParaRPr kumimoji="1" lang="en-US" altLang="ja-JP" sz="1400" dirty="0"/>
          </a:p>
          <a:p>
            <a:pPr marL="180000" indent="-180000">
              <a:lnSpc>
                <a:spcPct val="120000"/>
              </a:lnSpc>
              <a:spcBef>
                <a:spcPts val="600"/>
              </a:spcBef>
              <a:buFont typeface="Arial" panose="020B0604020202020204" pitchFamily="34" charset="0"/>
              <a:buChar char="•"/>
            </a:pPr>
            <a:r>
              <a:rPr kumimoji="1" lang="ja-JP" altLang="en-US" sz="1400" dirty="0"/>
              <a:t>設計がメンテ？</a:t>
            </a:r>
          </a:p>
        </p:txBody>
      </p:sp>
      <p:sp>
        <p:nvSpPr>
          <p:cNvPr id="19" name="正方形/長方形 18">
            <a:extLst>
              <a:ext uri="{FF2B5EF4-FFF2-40B4-BE49-F238E27FC236}">
                <a16:creationId xmlns:a16="http://schemas.microsoft.com/office/drawing/2014/main" id="{F6BC50C5-9828-FFDA-D3CB-8E76013481C4}"/>
              </a:ext>
            </a:extLst>
          </p:cNvPr>
          <p:cNvSpPr/>
          <p:nvPr/>
        </p:nvSpPr>
        <p:spPr>
          <a:xfrm>
            <a:off x="845127" y="1716527"/>
            <a:ext cx="1615218" cy="1262147"/>
          </a:xfrm>
          <a:prstGeom prst="rect">
            <a:avLst/>
          </a:prstGeom>
          <a:solidFill>
            <a:schemeClr val="tx1"/>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lnSpc>
                <a:spcPct val="130000"/>
              </a:lnSpc>
            </a:pPr>
            <a:r>
              <a:rPr kumimoji="1" lang="ja-JP" altLang="en-US" b="1" dirty="0"/>
              <a:t>判定マト</a:t>
            </a:r>
          </a:p>
        </p:txBody>
      </p:sp>
      <p:sp>
        <p:nvSpPr>
          <p:cNvPr id="20" name="正方形/長方形 19">
            <a:extLst>
              <a:ext uri="{FF2B5EF4-FFF2-40B4-BE49-F238E27FC236}">
                <a16:creationId xmlns:a16="http://schemas.microsoft.com/office/drawing/2014/main" id="{F646271E-D533-02A9-CEC9-0980C7BE56C1}"/>
              </a:ext>
            </a:extLst>
          </p:cNvPr>
          <p:cNvSpPr/>
          <p:nvPr/>
        </p:nvSpPr>
        <p:spPr>
          <a:xfrm>
            <a:off x="845127" y="3317148"/>
            <a:ext cx="1615218" cy="1269575"/>
          </a:xfrm>
          <a:prstGeom prst="rect">
            <a:avLst/>
          </a:prstGeom>
          <a:solidFill>
            <a:schemeClr val="tx1"/>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lnSpc>
                <a:spcPct val="130000"/>
              </a:lnSpc>
            </a:pPr>
            <a:r>
              <a:rPr kumimoji="1" lang="ja-JP" altLang="en-US" b="1" dirty="0"/>
              <a:t>デジカケ</a:t>
            </a:r>
          </a:p>
        </p:txBody>
      </p:sp>
      <p:sp>
        <p:nvSpPr>
          <p:cNvPr id="21" name="正方形/長方形 20">
            <a:extLst>
              <a:ext uri="{FF2B5EF4-FFF2-40B4-BE49-F238E27FC236}">
                <a16:creationId xmlns:a16="http://schemas.microsoft.com/office/drawing/2014/main" id="{44551513-6BFD-F0B7-CAFE-4EC2189031C8}"/>
              </a:ext>
            </a:extLst>
          </p:cNvPr>
          <p:cNvSpPr/>
          <p:nvPr/>
        </p:nvSpPr>
        <p:spPr>
          <a:xfrm>
            <a:off x="845127" y="4925199"/>
            <a:ext cx="1615218" cy="1284120"/>
          </a:xfrm>
          <a:prstGeom prst="rect">
            <a:avLst/>
          </a:prstGeom>
          <a:solidFill>
            <a:schemeClr val="tx1"/>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lnSpc>
                <a:spcPct val="130000"/>
              </a:lnSpc>
            </a:pPr>
            <a:r>
              <a:rPr kumimoji="1" lang="ja-JP" altLang="en-US" b="1" dirty="0"/>
              <a:t>標準マト</a:t>
            </a:r>
            <a:endParaRPr kumimoji="1" lang="en-US" altLang="ja-JP" b="1" dirty="0"/>
          </a:p>
          <a:p>
            <a:pPr algn="ctr">
              <a:lnSpc>
                <a:spcPct val="130000"/>
              </a:lnSpc>
            </a:pPr>
            <a:r>
              <a:rPr kumimoji="1" lang="en-US" altLang="ja-JP" dirty="0">
                <a:solidFill>
                  <a:schemeClr val="bg2"/>
                </a:solidFill>
              </a:rPr>
              <a:t>(</a:t>
            </a:r>
            <a:r>
              <a:rPr kumimoji="1" lang="ja-JP" altLang="en-US" dirty="0">
                <a:solidFill>
                  <a:schemeClr val="bg2"/>
                </a:solidFill>
              </a:rPr>
              <a:t>想像</a:t>
            </a:r>
            <a:r>
              <a:rPr kumimoji="1" lang="en-US" altLang="ja-JP" dirty="0">
                <a:solidFill>
                  <a:schemeClr val="bg2"/>
                </a:solidFill>
              </a:rPr>
              <a:t>)</a:t>
            </a:r>
            <a:endParaRPr kumimoji="1" lang="ja-JP" altLang="en-US" dirty="0">
              <a:solidFill>
                <a:schemeClr val="bg2"/>
              </a:solidFill>
            </a:endParaRPr>
          </a:p>
        </p:txBody>
      </p:sp>
      <p:cxnSp>
        <p:nvCxnSpPr>
          <p:cNvPr id="23" name="直線コネクタ 22">
            <a:extLst>
              <a:ext uri="{FF2B5EF4-FFF2-40B4-BE49-F238E27FC236}">
                <a16:creationId xmlns:a16="http://schemas.microsoft.com/office/drawing/2014/main" id="{6C37EE16-FEFE-312A-B496-E646068AAAAF}"/>
              </a:ext>
            </a:extLst>
          </p:cNvPr>
          <p:cNvCxnSpPr>
            <a:cxnSpLocks/>
          </p:cNvCxnSpPr>
          <p:nvPr/>
        </p:nvCxnSpPr>
        <p:spPr>
          <a:xfrm>
            <a:off x="845127" y="3147911"/>
            <a:ext cx="10126374" cy="0"/>
          </a:xfrm>
          <a:prstGeom prst="line">
            <a:avLst/>
          </a:prstGeom>
          <a:ln w="1270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直線コネクタ 25">
            <a:extLst>
              <a:ext uri="{FF2B5EF4-FFF2-40B4-BE49-F238E27FC236}">
                <a16:creationId xmlns:a16="http://schemas.microsoft.com/office/drawing/2014/main" id="{EA2253EE-ED94-8C76-A072-EBC9C1D20DE0}"/>
              </a:ext>
            </a:extLst>
          </p:cNvPr>
          <p:cNvCxnSpPr>
            <a:cxnSpLocks/>
          </p:cNvCxnSpPr>
          <p:nvPr/>
        </p:nvCxnSpPr>
        <p:spPr>
          <a:xfrm>
            <a:off x="845127" y="4755961"/>
            <a:ext cx="10126374" cy="0"/>
          </a:xfrm>
          <a:prstGeom prst="line">
            <a:avLst/>
          </a:prstGeom>
          <a:ln w="1270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4" name="吹き出し: 角を丸めた四角形 3">
            <a:extLst>
              <a:ext uri="{FF2B5EF4-FFF2-40B4-BE49-F238E27FC236}">
                <a16:creationId xmlns:a16="http://schemas.microsoft.com/office/drawing/2014/main" id="{64851048-FF3F-6858-3B77-E8695ACCCF96}"/>
              </a:ext>
            </a:extLst>
          </p:cNvPr>
          <p:cNvSpPr/>
          <p:nvPr/>
        </p:nvSpPr>
        <p:spPr>
          <a:xfrm>
            <a:off x="10771243" y="2573141"/>
            <a:ext cx="941391" cy="289441"/>
          </a:xfrm>
          <a:prstGeom prst="wedgeRoundRectCallout">
            <a:avLst>
              <a:gd name="adj1" fmla="val -61731"/>
              <a:gd name="adj2" fmla="val -91111"/>
              <a:gd name="adj3" fmla="val 16667"/>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72000" rIns="72000" rtlCol="0" anchor="ctr">
            <a:spAutoFit/>
          </a:bodyPr>
          <a:lstStyle/>
          <a:p>
            <a:pPr algn="ctr">
              <a:lnSpc>
                <a:spcPct val="110000"/>
              </a:lnSpc>
            </a:pPr>
            <a:r>
              <a:rPr kumimoji="1" lang="ja-JP" altLang="en-US" sz="1000" dirty="0"/>
              <a:t>細目選択不可</a:t>
            </a:r>
          </a:p>
        </p:txBody>
      </p:sp>
      <p:sp>
        <p:nvSpPr>
          <p:cNvPr id="5" name="吹き出し: 角を丸めた四角形 4">
            <a:extLst>
              <a:ext uri="{FF2B5EF4-FFF2-40B4-BE49-F238E27FC236}">
                <a16:creationId xmlns:a16="http://schemas.microsoft.com/office/drawing/2014/main" id="{C7A915AC-FEB1-D16C-110B-6FE2BF038F22}"/>
              </a:ext>
            </a:extLst>
          </p:cNvPr>
          <p:cNvSpPr/>
          <p:nvPr/>
        </p:nvSpPr>
        <p:spPr>
          <a:xfrm>
            <a:off x="8830383" y="2831169"/>
            <a:ext cx="1216641" cy="476726"/>
          </a:xfrm>
          <a:prstGeom prst="wedgeRoundRectCallout">
            <a:avLst>
              <a:gd name="adj1" fmla="val -36279"/>
              <a:gd name="adj2" fmla="val -79358"/>
              <a:gd name="adj3" fmla="val 16667"/>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72000" rIns="72000" rtlCol="0" anchor="ctr">
            <a:spAutoFit/>
          </a:bodyPr>
          <a:lstStyle/>
          <a:p>
            <a:pPr algn="ctr">
              <a:lnSpc>
                <a:spcPct val="110000"/>
              </a:lnSpc>
            </a:pPr>
            <a:r>
              <a:rPr kumimoji="1" lang="ja-JP" altLang="en-US" sz="1000" dirty="0"/>
              <a:t>一意に決まるので</a:t>
            </a:r>
            <a:br>
              <a:rPr kumimoji="1" lang="en-US" altLang="ja-JP" sz="1000" dirty="0"/>
            </a:br>
            <a:r>
              <a:rPr kumimoji="1" lang="ja-JP" altLang="en-US" sz="1000" dirty="0"/>
              <a:t>自動セット</a:t>
            </a:r>
          </a:p>
        </p:txBody>
      </p:sp>
      <p:sp>
        <p:nvSpPr>
          <p:cNvPr id="6" name="吹き出し: 角を丸めた四角形 5">
            <a:extLst>
              <a:ext uri="{FF2B5EF4-FFF2-40B4-BE49-F238E27FC236}">
                <a16:creationId xmlns:a16="http://schemas.microsoft.com/office/drawing/2014/main" id="{13F548E5-407A-4B8C-ACCA-9C58793DB310}"/>
              </a:ext>
            </a:extLst>
          </p:cNvPr>
          <p:cNvSpPr/>
          <p:nvPr/>
        </p:nvSpPr>
        <p:spPr>
          <a:xfrm>
            <a:off x="10628186" y="1887767"/>
            <a:ext cx="1324705" cy="289441"/>
          </a:xfrm>
          <a:prstGeom prst="wedgeRoundRectCallout">
            <a:avLst>
              <a:gd name="adj1" fmla="val -47432"/>
              <a:gd name="adj2" fmla="val 86593"/>
              <a:gd name="adj3" fmla="val 16667"/>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72000" rIns="72000" rtlCol="0" anchor="ctr">
            <a:spAutoFit/>
          </a:bodyPr>
          <a:lstStyle/>
          <a:p>
            <a:pPr algn="ctr">
              <a:lnSpc>
                <a:spcPct val="110000"/>
              </a:lnSpc>
            </a:pPr>
            <a:r>
              <a:rPr kumimoji="1" lang="ja-JP" altLang="en-US" sz="1000" dirty="0"/>
              <a:t>白抜き細目から選択</a:t>
            </a:r>
          </a:p>
        </p:txBody>
      </p:sp>
      <p:sp>
        <p:nvSpPr>
          <p:cNvPr id="10" name="スライド番号プレースホルダー 9">
            <a:extLst>
              <a:ext uri="{FF2B5EF4-FFF2-40B4-BE49-F238E27FC236}">
                <a16:creationId xmlns:a16="http://schemas.microsoft.com/office/drawing/2014/main" id="{74314B74-0D41-2FB2-F979-EADCB72733B2}"/>
              </a:ext>
            </a:extLst>
          </p:cNvPr>
          <p:cNvSpPr>
            <a:spLocks noGrp="1"/>
          </p:cNvSpPr>
          <p:nvPr>
            <p:ph type="sldNum" sz="quarter" idx="12"/>
          </p:nvPr>
        </p:nvSpPr>
        <p:spPr/>
        <p:txBody>
          <a:bodyPr/>
          <a:lstStyle/>
          <a:p>
            <a:fld id="{C4296448-974C-4C21-9E7C-0A4FDBEBF0C2}" type="slidenum">
              <a:rPr kumimoji="1" lang="ja-JP" altLang="en-US" smtClean="0"/>
              <a:t>6</a:t>
            </a:fld>
            <a:endParaRPr kumimoji="1" lang="ja-JP" altLang="en-US"/>
          </a:p>
        </p:txBody>
      </p:sp>
    </p:spTree>
    <p:extLst>
      <p:ext uri="{BB962C8B-B14F-4D97-AF65-F5344CB8AC3E}">
        <p14:creationId xmlns:p14="http://schemas.microsoft.com/office/powerpoint/2010/main" val="22058790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5A7AC3C-6F52-74DF-C5DE-C50054A7DF57}"/>
              </a:ext>
            </a:extLst>
          </p:cNvPr>
          <p:cNvSpPr>
            <a:spLocks noGrp="1"/>
          </p:cNvSpPr>
          <p:nvPr>
            <p:ph type="title"/>
          </p:nvPr>
        </p:nvSpPr>
        <p:spPr/>
        <p:txBody>
          <a:bodyPr/>
          <a:lstStyle/>
          <a:p>
            <a:r>
              <a:rPr lang="ja-JP" altLang="en-US" dirty="0"/>
              <a:t>今後の動き</a:t>
            </a:r>
            <a:endParaRPr kumimoji="1" lang="ja-JP" altLang="en-US" dirty="0"/>
          </a:p>
        </p:txBody>
      </p:sp>
      <p:sp>
        <p:nvSpPr>
          <p:cNvPr id="3" name="コンテンツ プレースホルダー 2">
            <a:extLst>
              <a:ext uri="{FF2B5EF4-FFF2-40B4-BE49-F238E27FC236}">
                <a16:creationId xmlns:a16="http://schemas.microsoft.com/office/drawing/2014/main" id="{DD7AA927-1501-8F82-0A4D-078FF753246D}"/>
              </a:ext>
            </a:extLst>
          </p:cNvPr>
          <p:cNvSpPr>
            <a:spLocks noGrp="1"/>
          </p:cNvSpPr>
          <p:nvPr>
            <p:ph idx="1"/>
          </p:nvPr>
        </p:nvSpPr>
        <p:spPr/>
        <p:txBody>
          <a:bodyPr>
            <a:normAutofit/>
          </a:bodyPr>
          <a:lstStyle/>
          <a:p>
            <a:pPr algn="ctr"/>
            <a:r>
              <a:rPr kumimoji="1" lang="en-US" altLang="ja-JP" dirty="0"/>
              <a:t>VD(MS)</a:t>
            </a:r>
            <a:r>
              <a:rPr kumimoji="1" lang="ja-JP" altLang="en-US" dirty="0"/>
              <a:t>統括の小河原</a:t>
            </a:r>
            <a:r>
              <a:rPr kumimoji="1" lang="en-US" altLang="ja-JP" dirty="0"/>
              <a:t>SK, </a:t>
            </a:r>
            <a:r>
              <a:rPr kumimoji="1" lang="ja-JP" altLang="en-US" dirty="0"/>
              <a:t>白井</a:t>
            </a:r>
            <a:r>
              <a:rPr kumimoji="1" lang="en-US" altLang="ja-JP" dirty="0"/>
              <a:t>SK</a:t>
            </a:r>
            <a:r>
              <a:rPr kumimoji="1" lang="ja-JP" altLang="en-US" dirty="0"/>
              <a:t>と連携して今後のデジカケの構想具体化</a:t>
            </a:r>
            <a:endParaRPr kumimoji="1" lang="en-US" altLang="ja-JP" dirty="0"/>
          </a:p>
          <a:p>
            <a:pPr lvl="1"/>
            <a:r>
              <a:rPr lang="ja-JP" altLang="en-US" dirty="0"/>
              <a:t>スコープ整理、および部品標準化との運用・システム的な界面明確化が必要</a:t>
            </a:r>
            <a:endParaRPr lang="en-US" altLang="ja-JP" dirty="0"/>
          </a:p>
          <a:p>
            <a:pPr lvl="2"/>
            <a:r>
              <a:rPr lang="en-US" altLang="ja-JP" dirty="0"/>
              <a:t>MAVIS</a:t>
            </a:r>
            <a:r>
              <a:rPr lang="ja-JP" altLang="en-US" dirty="0"/>
              <a:t>車両仕様との連携の扱い</a:t>
            </a:r>
            <a:endParaRPr lang="en-US" altLang="ja-JP" dirty="0"/>
          </a:p>
          <a:p>
            <a:pPr lvl="3"/>
            <a:r>
              <a:rPr lang="ja-JP" altLang="en-US" dirty="0"/>
              <a:t>部品主査の負担を考えると共通言語</a:t>
            </a:r>
            <a:r>
              <a:rPr lang="en-US" altLang="ja-JP" dirty="0"/>
              <a:t>(OMUSVI)</a:t>
            </a:r>
            <a:r>
              <a:rPr lang="ja-JP" altLang="en-US" dirty="0"/>
              <a:t>に寄せた方が良さそう</a:t>
            </a:r>
            <a:endParaRPr lang="en-US" altLang="ja-JP" dirty="0"/>
          </a:p>
          <a:p>
            <a:pPr lvl="4"/>
            <a:r>
              <a:rPr lang="ja-JP" altLang="en-US" dirty="0">
                <a:solidFill>
                  <a:schemeClr val="tx2"/>
                </a:solidFill>
              </a:rPr>
              <a:t>和田</a:t>
            </a:r>
            <a:r>
              <a:rPr lang="en-US" altLang="ja-JP" dirty="0">
                <a:solidFill>
                  <a:schemeClr val="tx2"/>
                </a:solidFill>
              </a:rPr>
              <a:t>S</a:t>
            </a:r>
            <a:r>
              <a:rPr lang="ja-JP" altLang="en-US" dirty="0">
                <a:solidFill>
                  <a:schemeClr val="tx2"/>
                </a:solidFill>
              </a:rPr>
              <a:t>「</a:t>
            </a:r>
            <a:r>
              <a:rPr lang="en-US" altLang="ja-JP" dirty="0">
                <a:solidFill>
                  <a:schemeClr val="tx2"/>
                </a:solidFill>
              </a:rPr>
              <a:t>MAVIS</a:t>
            </a:r>
            <a:r>
              <a:rPr lang="ja-JP" altLang="en-US" dirty="0">
                <a:solidFill>
                  <a:schemeClr val="tx2"/>
                </a:solidFill>
              </a:rPr>
              <a:t>車両仕様での引当ては部品主査の負荷的に厳しい」</a:t>
            </a:r>
            <a:endParaRPr lang="en-US" altLang="ja-JP" dirty="0">
              <a:solidFill>
                <a:schemeClr val="tx2"/>
              </a:solidFill>
            </a:endParaRPr>
          </a:p>
          <a:p>
            <a:pPr lvl="3"/>
            <a:r>
              <a:rPr lang="ja-JP" altLang="en-US" dirty="0"/>
              <a:t>部品標準化は</a:t>
            </a:r>
            <a:r>
              <a:rPr lang="en-US" altLang="ja-JP" dirty="0"/>
              <a:t>OMUSVI</a:t>
            </a:r>
            <a:r>
              <a:rPr lang="ja-JP" altLang="en-US" dirty="0"/>
              <a:t>の車両開発プロセスには対応していないため、切り分けが必要</a:t>
            </a:r>
            <a:endParaRPr lang="en-US" altLang="ja-JP" dirty="0"/>
          </a:p>
          <a:p>
            <a:pPr lvl="1"/>
            <a:r>
              <a:rPr lang="en-US" altLang="ja-JP" dirty="0"/>
              <a:t>OMUSVI</a:t>
            </a:r>
            <a:r>
              <a:rPr lang="ja-JP" altLang="en-US" dirty="0"/>
              <a:t>、判定マト・標準マトの情報収集</a:t>
            </a:r>
            <a:endParaRPr lang="en-US" altLang="ja-JP" dirty="0"/>
          </a:p>
          <a:p>
            <a:pPr lvl="2"/>
            <a:r>
              <a:rPr lang="en-US" altLang="ja-JP" dirty="0"/>
              <a:t>OMUSVI</a:t>
            </a:r>
            <a:r>
              <a:rPr lang="ja-JP" altLang="en-US" dirty="0"/>
              <a:t>の進捗、計画</a:t>
            </a:r>
            <a:endParaRPr lang="en-US" altLang="ja-JP" dirty="0"/>
          </a:p>
          <a:p>
            <a:pPr lvl="2"/>
            <a:r>
              <a:rPr lang="ja-JP" altLang="en-US" dirty="0"/>
              <a:t>標準マトについては</a:t>
            </a:r>
            <a:r>
              <a:rPr lang="en-US" altLang="ja-JP" dirty="0"/>
              <a:t>MS</a:t>
            </a:r>
            <a:r>
              <a:rPr lang="ja-JP" altLang="en-US" dirty="0"/>
              <a:t>統括</a:t>
            </a:r>
            <a:r>
              <a:rPr lang="en-US" altLang="ja-JP" dirty="0"/>
              <a:t>-</a:t>
            </a:r>
            <a:r>
              <a:rPr lang="ja-JP" altLang="en-US" dirty="0"/>
              <a:t>三田</a:t>
            </a:r>
            <a:r>
              <a:rPr lang="en-US" altLang="ja-JP" dirty="0"/>
              <a:t>SK</a:t>
            </a:r>
            <a:r>
              <a:rPr lang="ja-JP" altLang="en-US" dirty="0"/>
              <a:t>に共有いただく予定</a:t>
            </a:r>
            <a:endParaRPr lang="en-US" altLang="ja-JP" dirty="0"/>
          </a:p>
          <a:p>
            <a:pPr lvl="2"/>
            <a:r>
              <a:rPr lang="ja-JP" altLang="en-US" dirty="0"/>
              <a:t>判定マトはデジカケの小河原</a:t>
            </a:r>
            <a:r>
              <a:rPr lang="en-US" altLang="ja-JP" dirty="0"/>
              <a:t>SK</a:t>
            </a:r>
            <a:r>
              <a:rPr lang="ja-JP" altLang="en-US" dirty="0"/>
              <a:t>が担当している</a:t>
            </a:r>
            <a:endParaRPr lang="en-US" altLang="ja-JP" dirty="0"/>
          </a:p>
          <a:p>
            <a:pPr lvl="3"/>
            <a:r>
              <a:rPr lang="ja-JP" altLang="en-US" dirty="0"/>
              <a:t>ロジック設計している</a:t>
            </a:r>
            <a:r>
              <a:rPr lang="en-US" altLang="ja-JP" dirty="0"/>
              <a:t>DIT-</a:t>
            </a:r>
            <a:r>
              <a:rPr lang="ja-JP" altLang="en-US" dirty="0"/>
              <a:t>斎藤</a:t>
            </a:r>
            <a:r>
              <a:rPr lang="en-US" altLang="ja-JP" dirty="0"/>
              <a:t>PP</a:t>
            </a:r>
            <a:r>
              <a:rPr lang="ja-JP" altLang="en-US" dirty="0"/>
              <a:t>とも連携予定</a:t>
            </a:r>
            <a:endParaRPr kumimoji="1" lang="ja-JP" altLang="en-US" dirty="0"/>
          </a:p>
        </p:txBody>
      </p:sp>
      <p:sp>
        <p:nvSpPr>
          <p:cNvPr id="4" name="スライド番号プレースホルダー 3">
            <a:extLst>
              <a:ext uri="{FF2B5EF4-FFF2-40B4-BE49-F238E27FC236}">
                <a16:creationId xmlns:a16="http://schemas.microsoft.com/office/drawing/2014/main" id="{DFA2F85C-55F5-FB9C-94B1-90A4F02AF8EE}"/>
              </a:ext>
            </a:extLst>
          </p:cNvPr>
          <p:cNvSpPr>
            <a:spLocks noGrp="1"/>
          </p:cNvSpPr>
          <p:nvPr>
            <p:ph type="sldNum" sz="quarter" idx="12"/>
          </p:nvPr>
        </p:nvSpPr>
        <p:spPr/>
        <p:txBody>
          <a:bodyPr/>
          <a:lstStyle/>
          <a:p>
            <a:fld id="{C4296448-974C-4C21-9E7C-0A4FDBEBF0C2}" type="slidenum">
              <a:rPr kumimoji="1" lang="ja-JP" altLang="en-US" smtClean="0"/>
              <a:t>7</a:t>
            </a:fld>
            <a:endParaRPr kumimoji="1" lang="ja-JP" altLang="en-US"/>
          </a:p>
        </p:txBody>
      </p:sp>
    </p:spTree>
    <p:extLst>
      <p:ext uri="{BB962C8B-B14F-4D97-AF65-F5344CB8AC3E}">
        <p14:creationId xmlns:p14="http://schemas.microsoft.com/office/powerpoint/2010/main" val="7629450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5A7AC3C-6F52-74DF-C5DE-C50054A7DF57}"/>
              </a:ext>
            </a:extLst>
          </p:cNvPr>
          <p:cNvSpPr>
            <a:spLocks noGrp="1"/>
          </p:cNvSpPr>
          <p:nvPr>
            <p:ph type="title"/>
          </p:nvPr>
        </p:nvSpPr>
        <p:spPr/>
        <p:txBody>
          <a:bodyPr/>
          <a:lstStyle/>
          <a:p>
            <a:r>
              <a:rPr lang="ja-JP" altLang="en-US" dirty="0"/>
              <a:t>課題</a:t>
            </a:r>
            <a:endParaRPr kumimoji="1" lang="ja-JP" altLang="en-US" dirty="0"/>
          </a:p>
        </p:txBody>
      </p:sp>
      <p:sp>
        <p:nvSpPr>
          <p:cNvPr id="3" name="コンテンツ プレースホルダー 2">
            <a:extLst>
              <a:ext uri="{FF2B5EF4-FFF2-40B4-BE49-F238E27FC236}">
                <a16:creationId xmlns:a16="http://schemas.microsoft.com/office/drawing/2014/main" id="{DD7AA927-1501-8F82-0A4D-078FF753246D}"/>
              </a:ext>
            </a:extLst>
          </p:cNvPr>
          <p:cNvSpPr>
            <a:spLocks noGrp="1"/>
          </p:cNvSpPr>
          <p:nvPr>
            <p:ph idx="1"/>
          </p:nvPr>
        </p:nvSpPr>
        <p:spPr/>
        <p:txBody>
          <a:bodyPr>
            <a:normAutofit/>
          </a:bodyPr>
          <a:lstStyle/>
          <a:p>
            <a:pPr algn="ctr"/>
            <a:r>
              <a:rPr kumimoji="1" lang="en-US" altLang="ja-JP" dirty="0"/>
              <a:t>OMSUVI</a:t>
            </a:r>
            <a:r>
              <a:rPr kumimoji="1" lang="ja-JP" altLang="en-US" dirty="0"/>
              <a:t>との連携ではこれまでよりリジッドな設計が必要だが</a:t>
            </a:r>
            <a:br>
              <a:rPr kumimoji="1" lang="en-US" altLang="ja-JP" dirty="0"/>
            </a:br>
            <a:r>
              <a:rPr kumimoji="1" lang="ja-JP" altLang="en-US" dirty="0"/>
              <a:t>既存メンバーではケイパビリティ不足の懸念</a:t>
            </a:r>
            <a:endParaRPr kumimoji="1" lang="en-US" altLang="ja-JP" dirty="0"/>
          </a:p>
          <a:p>
            <a:pPr lvl="1"/>
            <a:r>
              <a:rPr kumimoji="1" lang="ja-JP" altLang="en-US" dirty="0"/>
              <a:t>デジカケのディスカバリー（要件整理）部隊はユーザーやその業務の流れの理解・分析に</a:t>
            </a:r>
            <a:br>
              <a:rPr kumimoji="1" lang="en-US" altLang="ja-JP" dirty="0"/>
            </a:br>
            <a:r>
              <a:rPr kumimoji="1" lang="ja-JP" altLang="en-US" dirty="0"/>
              <a:t>重きを置いたメンバー構成</a:t>
            </a:r>
            <a:endParaRPr kumimoji="1" lang="en-US" altLang="ja-JP" dirty="0"/>
          </a:p>
          <a:p>
            <a:pPr lvl="1"/>
            <a:r>
              <a:rPr kumimoji="1" lang="ja-JP" altLang="en-US" dirty="0"/>
              <a:t>一方、</a:t>
            </a:r>
            <a:r>
              <a:rPr kumimoji="1" lang="en-US" altLang="ja-JP" dirty="0"/>
              <a:t>OMUSVI</a:t>
            </a:r>
            <a:r>
              <a:rPr kumimoji="1" lang="ja-JP" altLang="en-US" dirty="0"/>
              <a:t>の車両仕様や</a:t>
            </a:r>
            <a:r>
              <a:rPr lang="ja-JP" altLang="en-US" dirty="0"/>
              <a:t>判定マト・標準マトとの連携には、より</a:t>
            </a:r>
            <a:r>
              <a:rPr lang="en-US" altLang="ja-JP" dirty="0"/>
              <a:t>SE</a:t>
            </a:r>
            <a:r>
              <a:rPr lang="ja-JP" altLang="en-US" dirty="0"/>
              <a:t>的素養が求められる</a:t>
            </a:r>
            <a:endParaRPr lang="en-US" altLang="ja-JP" dirty="0"/>
          </a:p>
          <a:p>
            <a:pPr lvl="1"/>
            <a:r>
              <a:rPr kumimoji="1" lang="ja-JP" altLang="en-US" dirty="0"/>
              <a:t>髙綱</a:t>
            </a:r>
            <a:r>
              <a:rPr kumimoji="1" lang="en-US" altLang="ja-JP" dirty="0"/>
              <a:t>GM</a:t>
            </a:r>
            <a:r>
              <a:rPr kumimoji="1" lang="ja-JP" altLang="en-US" dirty="0"/>
              <a:t>にて</a:t>
            </a:r>
            <a:r>
              <a:rPr kumimoji="1" lang="en-US" altLang="ja-JP" dirty="0"/>
              <a:t>OMSUVI</a:t>
            </a:r>
            <a:r>
              <a:rPr kumimoji="1" lang="ja-JP" altLang="en-US" dirty="0"/>
              <a:t>の知見のある</a:t>
            </a:r>
            <a:r>
              <a:rPr lang="ja-JP" altLang="en-US" dirty="0"/>
              <a:t>ベンダーとの調整を進めていただいている</a:t>
            </a:r>
            <a:endParaRPr lang="en-US" altLang="ja-JP" dirty="0"/>
          </a:p>
          <a:p>
            <a:pPr algn="ctr">
              <a:spcBef>
                <a:spcPts val="3000"/>
              </a:spcBef>
            </a:pPr>
            <a:r>
              <a:rPr kumimoji="1" lang="en-US" altLang="ja-JP" dirty="0"/>
              <a:t>EDC</a:t>
            </a:r>
            <a:r>
              <a:rPr kumimoji="1" lang="ja-JP" altLang="en-US" dirty="0"/>
              <a:t>分の開発も並行する場合、現状リソースでは対応が難しい</a:t>
            </a:r>
            <a:endParaRPr kumimoji="1" lang="en-US" altLang="ja-JP" dirty="0"/>
          </a:p>
          <a:p>
            <a:pPr lvl="1"/>
            <a:r>
              <a:rPr lang="ja-JP" altLang="en-US" dirty="0"/>
              <a:t>そもそも</a:t>
            </a:r>
            <a:r>
              <a:rPr lang="en-US" altLang="ja-JP" dirty="0"/>
              <a:t>EDC</a:t>
            </a:r>
            <a:r>
              <a:rPr lang="ja-JP" altLang="en-US" dirty="0"/>
              <a:t>が起案できるか、起案してもすぐに開発となるか、不透明ではあるが</a:t>
            </a:r>
            <a:endParaRPr lang="en-US" altLang="ja-JP" dirty="0"/>
          </a:p>
          <a:p>
            <a:pPr lvl="1"/>
            <a:r>
              <a:rPr kumimoji="1" lang="ja-JP" altLang="en-US" dirty="0"/>
              <a:t>既存資産（デジカケ）を活用するため、開発の主体はデジカケ側になる想定</a:t>
            </a:r>
          </a:p>
        </p:txBody>
      </p:sp>
      <p:sp>
        <p:nvSpPr>
          <p:cNvPr id="4" name="スライド番号プレースホルダー 3">
            <a:extLst>
              <a:ext uri="{FF2B5EF4-FFF2-40B4-BE49-F238E27FC236}">
                <a16:creationId xmlns:a16="http://schemas.microsoft.com/office/drawing/2014/main" id="{2828A45A-4DEE-9728-E11B-526CC7B6C57D}"/>
              </a:ext>
            </a:extLst>
          </p:cNvPr>
          <p:cNvSpPr>
            <a:spLocks noGrp="1"/>
          </p:cNvSpPr>
          <p:nvPr>
            <p:ph type="sldNum" sz="quarter" idx="12"/>
          </p:nvPr>
        </p:nvSpPr>
        <p:spPr/>
        <p:txBody>
          <a:bodyPr/>
          <a:lstStyle/>
          <a:p>
            <a:fld id="{C4296448-974C-4C21-9E7C-0A4FDBEBF0C2}" type="slidenum">
              <a:rPr kumimoji="1" lang="ja-JP" altLang="en-US" smtClean="0"/>
              <a:t>8</a:t>
            </a:fld>
            <a:endParaRPr kumimoji="1" lang="ja-JP" altLang="en-US"/>
          </a:p>
        </p:txBody>
      </p:sp>
    </p:spTree>
    <p:extLst>
      <p:ext uri="{BB962C8B-B14F-4D97-AF65-F5344CB8AC3E}">
        <p14:creationId xmlns:p14="http://schemas.microsoft.com/office/powerpoint/2010/main" val="4540698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CF025898-5781-A130-A3B4-1903F3FF91E2}"/>
              </a:ext>
            </a:extLst>
          </p:cNvPr>
          <p:cNvSpPr>
            <a:spLocks noGrp="1"/>
          </p:cNvSpPr>
          <p:nvPr>
            <p:ph type="body" sz="quarter" idx="13"/>
          </p:nvPr>
        </p:nvSpPr>
        <p:spPr>
          <a:xfrm>
            <a:off x="4567376" y="3081216"/>
            <a:ext cx="3057247" cy="695575"/>
          </a:xfrm>
        </p:spPr>
        <p:txBody>
          <a:bodyPr/>
          <a:lstStyle/>
          <a:p>
            <a:r>
              <a:rPr lang="ja-JP" altLang="en-US" dirty="0"/>
              <a:t>以上となります</a:t>
            </a:r>
          </a:p>
        </p:txBody>
      </p:sp>
      <p:sp>
        <p:nvSpPr>
          <p:cNvPr id="2" name="スライド番号プレースホルダー 1">
            <a:extLst>
              <a:ext uri="{FF2B5EF4-FFF2-40B4-BE49-F238E27FC236}">
                <a16:creationId xmlns:a16="http://schemas.microsoft.com/office/drawing/2014/main" id="{15B0EDFD-8B48-8F8A-6DEC-8F83E04812FF}"/>
              </a:ext>
            </a:extLst>
          </p:cNvPr>
          <p:cNvSpPr>
            <a:spLocks noGrp="1"/>
          </p:cNvSpPr>
          <p:nvPr>
            <p:ph type="sldNum" sz="quarter" idx="12"/>
          </p:nvPr>
        </p:nvSpPr>
        <p:spPr/>
        <p:txBody>
          <a:bodyPr/>
          <a:lstStyle/>
          <a:p>
            <a:fld id="{C4296448-974C-4C21-9E7C-0A4FDBEBF0C2}" type="slidenum">
              <a:rPr kumimoji="1" lang="ja-JP" altLang="en-US" smtClean="0"/>
              <a:t>9</a:t>
            </a:fld>
            <a:endParaRPr kumimoji="1" lang="ja-JP" altLang="en-US"/>
          </a:p>
        </p:txBody>
      </p:sp>
    </p:spTree>
    <p:extLst>
      <p:ext uri="{BB962C8B-B14F-4D97-AF65-F5344CB8AC3E}">
        <p14:creationId xmlns:p14="http://schemas.microsoft.com/office/powerpoint/2010/main" val="94952092"/>
      </p:ext>
    </p:extLst>
  </p:cSld>
  <p:clrMapOvr>
    <a:masterClrMapping/>
  </p:clrMapOvr>
</p:sld>
</file>

<file path=ppt/theme/theme1.xml><?xml version="1.0" encoding="utf-8"?>
<a:theme xmlns:a="http://schemas.openxmlformats.org/drawingml/2006/main" name="シンプル">
  <a:themeElements>
    <a:clrScheme name="ユーザー定義 2">
      <a:dk1>
        <a:srgbClr val="1C1C1C"/>
      </a:dk1>
      <a:lt1>
        <a:sysClr val="window" lastClr="FFFFFF"/>
      </a:lt1>
      <a:dk2>
        <a:srgbClr val="777777"/>
      </a:dk2>
      <a:lt2>
        <a:srgbClr val="E7E6E6"/>
      </a:lt2>
      <a:accent1>
        <a:srgbClr val="E06A3B"/>
      </a:accent1>
      <a:accent2>
        <a:srgbClr val="0086AB"/>
      </a:accent2>
      <a:accent3>
        <a:srgbClr val="B3261E"/>
      </a:accent3>
      <a:accent4>
        <a:srgbClr val="EDAD0B"/>
      </a:accent4>
      <a:accent5>
        <a:srgbClr val="3261AB"/>
      </a:accent5>
      <a:accent6>
        <a:srgbClr val="009250"/>
      </a:accent6>
      <a:hlink>
        <a:srgbClr val="0563C1"/>
      </a:hlink>
      <a:folHlink>
        <a:srgbClr val="954F72"/>
      </a:folHlink>
    </a:clrScheme>
    <a:fontScheme name="メイリオ">
      <a:majorFont>
        <a:latin typeface="メイリオ"/>
        <a:ea typeface="メイリオ"/>
        <a:cs typeface=""/>
      </a:majorFont>
      <a:minorFont>
        <a:latin typeface="メイリオ"/>
        <a:ea typeface="メイリオ"/>
        <a:cs typeface=""/>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シンプル" id="{1F0DCCC2-5F17-4B3C-8382-10EB2DA9B45A}" vid="{0E639E84-A0ED-4345-96F9-FE5596937A90}"/>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92e7d18-4867-4b99-8692-27845fd3fde2">
      <Terms xmlns="http://schemas.microsoft.com/office/infopath/2007/PartnerControls"/>
    </lcf76f155ced4ddcb4097134ff3c332f>
    <TaxCatchAll xmlns="a1ebcb03-1241-4a17-8970-a21c81be15bd"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B8ED8A1214FEF642906783F3A789F102" ma:contentTypeVersion="18" ma:contentTypeDescription="新しいドキュメントを作成します。" ma:contentTypeScope="" ma:versionID="364c2f0b78a7f19625bdd3a40b7fc9d4">
  <xsd:schema xmlns:xsd="http://www.w3.org/2001/XMLSchema" xmlns:xs="http://www.w3.org/2001/XMLSchema" xmlns:p="http://schemas.microsoft.com/office/2006/metadata/properties" xmlns:ns2="e92e7d18-4867-4b99-8692-27845fd3fde2" xmlns:ns3="a1ebcb03-1241-4a17-8970-a21c81be15bd" targetNamespace="http://schemas.microsoft.com/office/2006/metadata/properties" ma:root="true" ma:fieldsID="606ddf3c503e31446946fea4a9f9940e" ns2:_="" ns3:_="">
    <xsd:import namespace="e92e7d18-4867-4b99-8692-27845fd3fde2"/>
    <xsd:import namespace="a1ebcb03-1241-4a17-8970-a21c81be15bd"/>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MediaServiceAutoKeyPoints" minOccurs="0"/>
                <xsd:element ref="ns2:MediaServiceKeyPoints"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92e7d18-4867-4b99-8692-27845fd3fde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画像タグ" ma:readOnly="false" ma:fieldId="{5cf76f15-5ced-4ddc-b409-7134ff3c332f}" ma:taxonomyMulti="true" ma:sspId="12ff8844-7f78-48cf-b5c5-6eb2e72d678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1ebcb03-1241-4a17-8970-a21c81be15bd" elementFormDefault="qualified">
    <xsd:import namespace="http://schemas.microsoft.com/office/2006/documentManagement/types"/>
    <xsd:import namespace="http://schemas.microsoft.com/office/infopath/2007/PartnerControls"/>
    <xsd:element name="SharedWithUsers" ma:index="18"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共有相手の詳細情報" ma:internalName="SharedWithDetails" ma:readOnly="true">
      <xsd:simpleType>
        <xsd:restriction base="dms:Note">
          <xsd:maxLength value="255"/>
        </xsd:restriction>
      </xsd:simpleType>
    </xsd:element>
    <xsd:element name="TaxCatchAll" ma:index="23" nillable="true" ma:displayName="Taxonomy Catch All Column" ma:hidden="true" ma:list="{8b825b40-9d67-42b8-bce7-df8eff999c39}" ma:internalName="TaxCatchAll" ma:showField="CatchAllData" ma:web="a1ebcb03-1241-4a17-8970-a21c81be15b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59517C2-4B1C-4A31-8E08-821D854B0FF4}">
  <ds:schemaRefs>
    <ds:schemaRef ds:uri="http://purl.org/dc/terms/"/>
    <ds:schemaRef ds:uri="http://schemas.microsoft.com/office/2006/documentManagement/types"/>
    <ds:schemaRef ds:uri="http://www.w3.org/XML/1998/namespace"/>
    <ds:schemaRef ds:uri="http://purl.org/dc/dcmitype/"/>
    <ds:schemaRef ds:uri="http://schemas.microsoft.com/office/infopath/2007/PartnerControls"/>
    <ds:schemaRef ds:uri="http://schemas.microsoft.com/office/2006/metadata/properties"/>
    <ds:schemaRef ds:uri="http://schemas.openxmlformats.org/package/2006/metadata/core-properties"/>
    <ds:schemaRef ds:uri="a1ebcb03-1241-4a17-8970-a21c81be15bd"/>
    <ds:schemaRef ds:uri="e92e7d18-4867-4b99-8692-27845fd3fde2"/>
    <ds:schemaRef ds:uri="http://purl.org/dc/elements/1.1/"/>
  </ds:schemaRefs>
</ds:datastoreItem>
</file>

<file path=customXml/itemProps2.xml><?xml version="1.0" encoding="utf-8"?>
<ds:datastoreItem xmlns:ds="http://schemas.openxmlformats.org/officeDocument/2006/customXml" ds:itemID="{4A7B0168-3E7F-459A-9171-281898EC8699}">
  <ds:schemaRefs>
    <ds:schemaRef ds:uri="http://schemas.microsoft.com/sharepoint/v3/contenttype/forms"/>
  </ds:schemaRefs>
</ds:datastoreItem>
</file>

<file path=customXml/itemProps3.xml><?xml version="1.0" encoding="utf-8"?>
<ds:datastoreItem xmlns:ds="http://schemas.openxmlformats.org/officeDocument/2006/customXml" ds:itemID="{162CD67D-AE4B-4262-BD46-BF8A8DD0BD3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92e7d18-4867-4b99-8692-27845fd3fde2"/>
    <ds:schemaRef ds:uri="a1ebcb03-1241-4a17-8970-a21c81be15b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d4c93307-c3b3-4337-9766-0ef0b5644b19}" enabled="1" method="Standard" siteId="{02b02150-dbc8-4a3b-be71-e3eba060a817}" removed="0"/>
</clbl:labelList>
</file>

<file path=docProps/app.xml><?xml version="1.0" encoding="utf-8"?>
<Properties xmlns="http://schemas.openxmlformats.org/officeDocument/2006/extended-properties" xmlns:vt="http://schemas.openxmlformats.org/officeDocument/2006/docPropsVTypes">
  <Template>シンプル</Template>
  <TotalTime>1251</TotalTime>
  <Words>1074</Words>
  <Application>Microsoft Office PowerPoint</Application>
  <PresentationFormat>ワイド画面</PresentationFormat>
  <Paragraphs>172</Paragraphs>
  <Slides>10</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10</vt:i4>
      </vt:variant>
    </vt:vector>
  </HeadingPairs>
  <TitlesOfParts>
    <vt:vector size="15" baseType="lpstr">
      <vt:lpstr>メイリオ</vt:lpstr>
      <vt:lpstr>游ゴシック</vt:lpstr>
      <vt:lpstr>Arial</vt:lpstr>
      <vt:lpstr>Wingdings 2</vt:lpstr>
      <vt:lpstr>シンプル</vt:lpstr>
      <vt:lpstr>品番設計支援(デジタル家系図)状況</vt:lpstr>
      <vt:lpstr>報告内容</vt:lpstr>
      <vt:lpstr>前回報告のリマインド</vt:lpstr>
      <vt:lpstr>4Qのプロジェクトの活動状況</vt:lpstr>
      <vt:lpstr>25年度EDC範囲の活動検討状況</vt:lpstr>
      <vt:lpstr>25年度VD(MS)統括範囲の活動検討状況</vt:lpstr>
      <vt:lpstr>OMUSVI（特に判定マト・標準マト）との分担・連携</vt:lpstr>
      <vt:lpstr>今後の動き</vt:lpstr>
      <vt:lpstr>課題</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Yokoyama, Kazuki/横山 一樹</dc:creator>
  <cp:lastModifiedBy>Yokoyama, Kazuki/横山 一樹</cp:lastModifiedBy>
  <cp:revision>2</cp:revision>
  <dcterms:created xsi:type="dcterms:W3CDTF">2025-01-10T02:12:13Z</dcterms:created>
  <dcterms:modified xsi:type="dcterms:W3CDTF">2025-01-24T07:56:39Z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0x010100B8ED8A1214FEF642906783F3A789F102</vt:lpwstr>
  </property>
  <property fmtid="{D5CDD505-2E9C-101B-9397-08002B2CF9AE}" pid="3" name="MediaServiceImageTags">
    <vt:lpwstr/>
  </property>
</Properties>
</file>