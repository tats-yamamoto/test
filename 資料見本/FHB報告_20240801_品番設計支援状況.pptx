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59" r:id="rId4"/>
    <p:sldId id="264" r:id="rId5"/>
    <p:sldId id="258" r:id="rId6"/>
    <p:sldId id="263" r:id="rId7"/>
    <p:sldId id="260" r:id="rId8"/>
    <p:sldId id="261" r:id="rId9"/>
    <p:sldId id="265"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32C1C3-E9B7-4B49-B2ED-1F529A224E0B}" v="28" dt="2024-07-31T10:22:27.6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94" autoAdjust="0"/>
    <p:restoredTop sz="94660"/>
  </p:normalViewPr>
  <p:slideViewPr>
    <p:cSldViewPr snapToGrid="0">
      <p:cViewPr varScale="1">
        <p:scale>
          <a:sx n="75" d="100"/>
          <a:sy n="75" d="100"/>
        </p:scale>
        <p:origin x="84" y="4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1.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koyama, Kazuki/横山 一樹" userId="eebd3b26-963b-49b8-bece-d035e86ca04e" providerId="ADAL" clId="{1C32C1C3-E9B7-4B49-B2ED-1F529A224E0B}"/>
    <pc:docChg chg="undo custSel addSld delSld modSld sldOrd">
      <pc:chgData name="Yokoyama, Kazuki/横山 一樹" userId="eebd3b26-963b-49b8-bece-d035e86ca04e" providerId="ADAL" clId="{1C32C1C3-E9B7-4B49-B2ED-1F529A224E0B}" dt="2024-07-31T10:36:00.257" v="3800" actId="6549"/>
      <pc:docMkLst>
        <pc:docMk/>
      </pc:docMkLst>
      <pc:sldChg chg="modSp mod">
        <pc:chgData name="Yokoyama, Kazuki/横山 一樹" userId="eebd3b26-963b-49b8-bece-d035e86ca04e" providerId="ADAL" clId="{1C32C1C3-E9B7-4B49-B2ED-1F529A224E0B}" dt="2024-07-31T10:35:35.927" v="3782" actId="20577"/>
        <pc:sldMkLst>
          <pc:docMk/>
          <pc:sldMk cId="485984923" sldId="256"/>
        </pc:sldMkLst>
        <pc:spChg chg="mod">
          <ac:chgData name="Yokoyama, Kazuki/横山 一樹" userId="eebd3b26-963b-49b8-bece-d035e86ca04e" providerId="ADAL" clId="{1C32C1C3-E9B7-4B49-B2ED-1F529A224E0B}" dt="2024-07-31T10:35:11.094" v="3752" actId="20577"/>
          <ac:spMkLst>
            <pc:docMk/>
            <pc:sldMk cId="485984923" sldId="256"/>
            <ac:spMk id="2" creationId="{E45DDB47-8AAF-D5A6-B226-D63279986AC1}"/>
          </ac:spMkLst>
        </pc:spChg>
        <pc:spChg chg="mod">
          <ac:chgData name="Yokoyama, Kazuki/横山 一樹" userId="eebd3b26-963b-49b8-bece-d035e86ca04e" providerId="ADAL" clId="{1C32C1C3-E9B7-4B49-B2ED-1F529A224E0B}" dt="2024-07-31T10:35:35.927" v="3782" actId="20577"/>
          <ac:spMkLst>
            <pc:docMk/>
            <pc:sldMk cId="485984923" sldId="256"/>
            <ac:spMk id="3" creationId="{F42A76EE-BBB4-9EE1-A9A8-CC6655770E79}"/>
          </ac:spMkLst>
        </pc:spChg>
      </pc:sldChg>
      <pc:sldChg chg="modSp mod">
        <pc:chgData name="Yokoyama, Kazuki/横山 一樹" userId="eebd3b26-963b-49b8-bece-d035e86ca04e" providerId="ADAL" clId="{1C32C1C3-E9B7-4B49-B2ED-1F529A224E0B}" dt="2024-07-31T10:33:30.345" v="3710" actId="242"/>
        <pc:sldMkLst>
          <pc:docMk/>
          <pc:sldMk cId="2129577613" sldId="259"/>
        </pc:sldMkLst>
        <pc:spChg chg="mod">
          <ac:chgData name="Yokoyama, Kazuki/横山 一樹" userId="eebd3b26-963b-49b8-bece-d035e86ca04e" providerId="ADAL" clId="{1C32C1C3-E9B7-4B49-B2ED-1F529A224E0B}" dt="2024-07-31T10:33:30.345" v="3710" actId="242"/>
          <ac:spMkLst>
            <pc:docMk/>
            <pc:sldMk cId="2129577613" sldId="259"/>
            <ac:spMk id="3" creationId="{CC56FC97-47AD-6E97-BC57-0D52AF3DC1B6}"/>
          </ac:spMkLst>
        </pc:spChg>
      </pc:sldChg>
      <pc:sldChg chg="modSp mod">
        <pc:chgData name="Yokoyama, Kazuki/横山 一樹" userId="eebd3b26-963b-49b8-bece-d035e86ca04e" providerId="ADAL" clId="{1C32C1C3-E9B7-4B49-B2ED-1F529A224E0B}" dt="2024-07-31T10:33:38.937" v="3711" actId="242"/>
        <pc:sldMkLst>
          <pc:docMk/>
          <pc:sldMk cId="3542081969" sldId="261"/>
        </pc:sldMkLst>
        <pc:spChg chg="mod">
          <ac:chgData name="Yokoyama, Kazuki/横山 一樹" userId="eebd3b26-963b-49b8-bece-d035e86ca04e" providerId="ADAL" clId="{1C32C1C3-E9B7-4B49-B2ED-1F529A224E0B}" dt="2024-07-31T10:33:38.937" v="3711" actId="242"/>
          <ac:spMkLst>
            <pc:docMk/>
            <pc:sldMk cId="3542081969" sldId="261"/>
            <ac:spMk id="3" creationId="{11078314-746E-8373-7413-44C49270DA9E}"/>
          </ac:spMkLst>
        </pc:spChg>
      </pc:sldChg>
      <pc:sldChg chg="modSp del mod">
        <pc:chgData name="Yokoyama, Kazuki/横山 一樹" userId="eebd3b26-963b-49b8-bece-d035e86ca04e" providerId="ADAL" clId="{1C32C1C3-E9B7-4B49-B2ED-1F529A224E0B}" dt="2024-07-31T10:33:21.063" v="3709" actId="47"/>
        <pc:sldMkLst>
          <pc:docMk/>
          <pc:sldMk cId="2046305324" sldId="262"/>
        </pc:sldMkLst>
        <pc:spChg chg="mod">
          <ac:chgData name="Yokoyama, Kazuki/横山 一樹" userId="eebd3b26-963b-49b8-bece-d035e86ca04e" providerId="ADAL" clId="{1C32C1C3-E9B7-4B49-B2ED-1F529A224E0B}" dt="2024-07-31T07:01:13.689" v="1932" actId="15"/>
          <ac:spMkLst>
            <pc:docMk/>
            <pc:sldMk cId="2046305324" sldId="262"/>
            <ac:spMk id="3" creationId="{21CF28F6-5260-9FBB-1E6F-34CB9576119A}"/>
          </ac:spMkLst>
        </pc:spChg>
      </pc:sldChg>
      <pc:sldChg chg="addSp modSp mod ord modShow">
        <pc:chgData name="Yokoyama, Kazuki/横山 一樹" userId="eebd3b26-963b-49b8-bece-d035e86ca04e" providerId="ADAL" clId="{1C32C1C3-E9B7-4B49-B2ED-1F529A224E0B}" dt="2024-07-31T10:34:09.093" v="3713" actId="207"/>
        <pc:sldMkLst>
          <pc:docMk/>
          <pc:sldMk cId="1909541782" sldId="263"/>
        </pc:sldMkLst>
        <pc:spChg chg="add mod">
          <ac:chgData name="Yokoyama, Kazuki/横山 一樹" userId="eebd3b26-963b-49b8-bece-d035e86ca04e" providerId="ADAL" clId="{1C32C1C3-E9B7-4B49-B2ED-1F529A224E0B}" dt="2024-07-30T11:24:40.333" v="1642" actId="1076"/>
          <ac:spMkLst>
            <pc:docMk/>
            <pc:sldMk cId="1909541782" sldId="263"/>
            <ac:spMk id="2" creationId="{31AEF71F-FF37-4D8C-807F-AD55FED30145}"/>
          </ac:spMkLst>
        </pc:spChg>
        <pc:spChg chg="add mod">
          <ac:chgData name="Yokoyama, Kazuki/横山 一樹" userId="eebd3b26-963b-49b8-bece-d035e86ca04e" providerId="ADAL" clId="{1C32C1C3-E9B7-4B49-B2ED-1F529A224E0B}" dt="2024-07-30T11:24:40.333" v="1642" actId="1076"/>
          <ac:spMkLst>
            <pc:docMk/>
            <pc:sldMk cId="1909541782" sldId="263"/>
            <ac:spMk id="3" creationId="{1E79D32A-3914-C090-ABAF-DCF1188874E6}"/>
          </ac:spMkLst>
        </pc:spChg>
        <pc:spChg chg="mod">
          <ac:chgData name="Yokoyama, Kazuki/横山 一樹" userId="eebd3b26-963b-49b8-bece-d035e86ca04e" providerId="ADAL" clId="{1C32C1C3-E9B7-4B49-B2ED-1F529A224E0B}" dt="2024-07-30T11:19:13.364" v="1200" actId="20577"/>
          <ac:spMkLst>
            <pc:docMk/>
            <pc:sldMk cId="1909541782" sldId="263"/>
            <ac:spMk id="4" creationId="{4517D918-5592-4FD6-C0E3-D6F87A1F9DC2}"/>
          </ac:spMkLst>
        </pc:spChg>
        <pc:spChg chg="add mod">
          <ac:chgData name="Yokoyama, Kazuki/横山 一樹" userId="eebd3b26-963b-49b8-bece-d035e86ca04e" providerId="ADAL" clId="{1C32C1C3-E9B7-4B49-B2ED-1F529A224E0B}" dt="2024-07-30T11:24:40.333" v="1642" actId="1076"/>
          <ac:spMkLst>
            <pc:docMk/>
            <pc:sldMk cId="1909541782" sldId="263"/>
            <ac:spMk id="5" creationId="{44863D3A-BAAF-05C6-BAFE-71FD5E991460}"/>
          </ac:spMkLst>
        </pc:spChg>
        <pc:spChg chg="add mod">
          <ac:chgData name="Yokoyama, Kazuki/横山 一樹" userId="eebd3b26-963b-49b8-bece-d035e86ca04e" providerId="ADAL" clId="{1C32C1C3-E9B7-4B49-B2ED-1F529A224E0B}" dt="2024-07-30T11:24:40.333" v="1642" actId="1076"/>
          <ac:spMkLst>
            <pc:docMk/>
            <pc:sldMk cId="1909541782" sldId="263"/>
            <ac:spMk id="7" creationId="{76F1692A-B6C4-1F04-8EE3-E3A80D3FF36D}"/>
          </ac:spMkLst>
        </pc:spChg>
        <pc:spChg chg="add mod">
          <ac:chgData name="Yokoyama, Kazuki/横山 一樹" userId="eebd3b26-963b-49b8-bece-d035e86ca04e" providerId="ADAL" clId="{1C32C1C3-E9B7-4B49-B2ED-1F529A224E0B}" dt="2024-07-31T10:34:09.093" v="3713" actId="207"/>
          <ac:spMkLst>
            <pc:docMk/>
            <pc:sldMk cId="1909541782" sldId="263"/>
            <ac:spMk id="8" creationId="{2724381C-9C46-A135-83B9-6A0ADAD0CF65}"/>
          </ac:spMkLst>
        </pc:spChg>
        <pc:picChg chg="mod">
          <ac:chgData name="Yokoyama, Kazuki/横山 一樹" userId="eebd3b26-963b-49b8-bece-d035e86ca04e" providerId="ADAL" clId="{1C32C1C3-E9B7-4B49-B2ED-1F529A224E0B}" dt="2024-07-30T11:24:40.333" v="1642" actId="1076"/>
          <ac:picMkLst>
            <pc:docMk/>
            <pc:sldMk cId="1909541782" sldId="263"/>
            <ac:picMk id="6" creationId="{66443D19-0B3D-080E-2BE8-C08FC2021629}"/>
          </ac:picMkLst>
        </pc:picChg>
        <pc:picChg chg="mod">
          <ac:chgData name="Yokoyama, Kazuki/横山 一樹" userId="eebd3b26-963b-49b8-bece-d035e86ca04e" providerId="ADAL" clId="{1C32C1C3-E9B7-4B49-B2ED-1F529A224E0B}" dt="2024-07-30T11:24:40.333" v="1642" actId="1076"/>
          <ac:picMkLst>
            <pc:docMk/>
            <pc:sldMk cId="1909541782" sldId="263"/>
            <ac:picMk id="10" creationId="{A4754294-72D5-851B-EC7E-3126C06D7D2A}"/>
          </ac:picMkLst>
        </pc:picChg>
        <pc:picChg chg="mod">
          <ac:chgData name="Yokoyama, Kazuki/横山 一樹" userId="eebd3b26-963b-49b8-bece-d035e86ca04e" providerId="ADAL" clId="{1C32C1C3-E9B7-4B49-B2ED-1F529A224E0B}" dt="2024-07-30T11:24:40.333" v="1642" actId="1076"/>
          <ac:picMkLst>
            <pc:docMk/>
            <pc:sldMk cId="1909541782" sldId="263"/>
            <ac:picMk id="12" creationId="{C0818296-8FEE-36F3-CA96-F05A4E54977E}"/>
          </ac:picMkLst>
        </pc:picChg>
        <pc:cxnChg chg="mod">
          <ac:chgData name="Yokoyama, Kazuki/横山 一樹" userId="eebd3b26-963b-49b8-bece-d035e86ca04e" providerId="ADAL" clId="{1C32C1C3-E9B7-4B49-B2ED-1F529A224E0B}" dt="2024-07-30T11:24:40.333" v="1642" actId="1076"/>
          <ac:cxnSpMkLst>
            <pc:docMk/>
            <pc:sldMk cId="1909541782" sldId="263"/>
            <ac:cxnSpMk id="14" creationId="{A318EA88-617E-3214-0373-085C74157B2A}"/>
          </ac:cxnSpMkLst>
        </pc:cxnChg>
      </pc:sldChg>
      <pc:sldChg chg="addSp delSp modSp new mod modClrScheme chgLayout">
        <pc:chgData name="Yokoyama, Kazuki/横山 一樹" userId="eebd3b26-963b-49b8-bece-d035e86ca04e" providerId="ADAL" clId="{1C32C1C3-E9B7-4B49-B2ED-1F529A224E0B}" dt="2024-07-31T10:16:53.969" v="2759" actId="1076"/>
        <pc:sldMkLst>
          <pc:docMk/>
          <pc:sldMk cId="406224459" sldId="264"/>
        </pc:sldMkLst>
        <pc:spChg chg="del mod ord">
          <ac:chgData name="Yokoyama, Kazuki/横山 一樹" userId="eebd3b26-963b-49b8-bece-d035e86ca04e" providerId="ADAL" clId="{1C32C1C3-E9B7-4B49-B2ED-1F529A224E0B}" dt="2024-07-30T10:32:10.626" v="1" actId="700"/>
          <ac:spMkLst>
            <pc:docMk/>
            <pc:sldMk cId="406224459" sldId="264"/>
            <ac:spMk id="2" creationId="{61DE4FFA-0E18-E94C-AF71-4B4884D27FDF}"/>
          </ac:spMkLst>
        </pc:spChg>
        <pc:spChg chg="add mod">
          <ac:chgData name="Yokoyama, Kazuki/横山 一樹" userId="eebd3b26-963b-49b8-bece-d035e86ca04e" providerId="ADAL" clId="{1C32C1C3-E9B7-4B49-B2ED-1F529A224E0B}" dt="2024-07-31T10:16:53.969" v="2759" actId="1076"/>
          <ac:spMkLst>
            <pc:docMk/>
            <pc:sldMk cId="406224459" sldId="264"/>
            <ac:spMk id="2" creationId="{7173315A-85FF-5FBE-2EB8-93FD815183FF}"/>
          </ac:spMkLst>
        </pc:spChg>
        <pc:spChg chg="del">
          <ac:chgData name="Yokoyama, Kazuki/横山 一樹" userId="eebd3b26-963b-49b8-bece-d035e86ca04e" providerId="ADAL" clId="{1C32C1C3-E9B7-4B49-B2ED-1F529A224E0B}" dt="2024-07-30T10:32:10.626" v="1" actId="700"/>
          <ac:spMkLst>
            <pc:docMk/>
            <pc:sldMk cId="406224459" sldId="264"/>
            <ac:spMk id="3" creationId="{435F9D54-FB01-92F2-7B13-234C1118F009}"/>
          </ac:spMkLst>
        </pc:spChg>
        <pc:spChg chg="add mod ord">
          <ac:chgData name="Yokoyama, Kazuki/横山 一樹" userId="eebd3b26-963b-49b8-bece-d035e86ca04e" providerId="ADAL" clId="{1C32C1C3-E9B7-4B49-B2ED-1F529A224E0B}" dt="2024-07-30T10:47:25.819" v="397" actId="20577"/>
          <ac:spMkLst>
            <pc:docMk/>
            <pc:sldMk cId="406224459" sldId="264"/>
            <ac:spMk id="4" creationId="{99757BBE-1122-C7F3-E08D-437368EE9FC1}"/>
          </ac:spMkLst>
        </pc:spChg>
        <pc:spChg chg="add mod">
          <ac:chgData name="Yokoyama, Kazuki/横山 一樹" userId="eebd3b26-963b-49b8-bece-d035e86ca04e" providerId="ADAL" clId="{1C32C1C3-E9B7-4B49-B2ED-1F529A224E0B}" dt="2024-07-31T10:16:53.969" v="2759" actId="1076"/>
          <ac:spMkLst>
            <pc:docMk/>
            <pc:sldMk cId="406224459" sldId="264"/>
            <ac:spMk id="5" creationId="{9C5588DC-19B6-A4E2-209E-E2940701C3BE}"/>
          </ac:spMkLst>
        </pc:spChg>
        <pc:spChg chg="add del mod">
          <ac:chgData name="Yokoyama, Kazuki/横山 一樹" userId="eebd3b26-963b-49b8-bece-d035e86ca04e" providerId="ADAL" clId="{1C32C1C3-E9B7-4B49-B2ED-1F529A224E0B}" dt="2024-07-30T10:35:33.993" v="17" actId="478"/>
          <ac:spMkLst>
            <pc:docMk/>
            <pc:sldMk cId="406224459" sldId="264"/>
            <ac:spMk id="6" creationId="{2F91B636-F67D-5AA7-C4AA-C038194EA6A7}"/>
          </ac:spMkLst>
        </pc:spChg>
        <pc:spChg chg="add mod">
          <ac:chgData name="Yokoyama, Kazuki/横山 一樹" userId="eebd3b26-963b-49b8-bece-d035e86ca04e" providerId="ADAL" clId="{1C32C1C3-E9B7-4B49-B2ED-1F529A224E0B}" dt="2024-07-31T10:16:53.969" v="2759" actId="1076"/>
          <ac:spMkLst>
            <pc:docMk/>
            <pc:sldMk cId="406224459" sldId="264"/>
            <ac:spMk id="7" creationId="{BE06AFB1-320D-1E2D-E053-E00F84CCE7DC}"/>
          </ac:spMkLst>
        </pc:spChg>
        <pc:spChg chg="add mod">
          <ac:chgData name="Yokoyama, Kazuki/横山 一樹" userId="eebd3b26-963b-49b8-bece-d035e86ca04e" providerId="ADAL" clId="{1C32C1C3-E9B7-4B49-B2ED-1F529A224E0B}" dt="2024-07-31T10:16:53.969" v="2759" actId="1076"/>
          <ac:spMkLst>
            <pc:docMk/>
            <pc:sldMk cId="406224459" sldId="264"/>
            <ac:spMk id="8" creationId="{56A8D53A-CDC9-4FCE-4D08-77DC517C1F52}"/>
          </ac:spMkLst>
        </pc:spChg>
        <pc:spChg chg="add mod">
          <ac:chgData name="Yokoyama, Kazuki/横山 一樹" userId="eebd3b26-963b-49b8-bece-d035e86ca04e" providerId="ADAL" clId="{1C32C1C3-E9B7-4B49-B2ED-1F529A224E0B}" dt="2024-07-31T10:16:53.969" v="2759" actId="1076"/>
          <ac:spMkLst>
            <pc:docMk/>
            <pc:sldMk cId="406224459" sldId="264"/>
            <ac:spMk id="9" creationId="{44CABD82-63E4-9A87-3EAE-4F8FAA6DDDCD}"/>
          </ac:spMkLst>
        </pc:spChg>
        <pc:spChg chg="add mod">
          <ac:chgData name="Yokoyama, Kazuki/横山 一樹" userId="eebd3b26-963b-49b8-bece-d035e86ca04e" providerId="ADAL" clId="{1C32C1C3-E9B7-4B49-B2ED-1F529A224E0B}" dt="2024-07-31T10:16:53.969" v="2759" actId="1076"/>
          <ac:spMkLst>
            <pc:docMk/>
            <pc:sldMk cId="406224459" sldId="264"/>
            <ac:spMk id="10" creationId="{8114E2EB-393E-0B69-5BB4-CACF67B401CF}"/>
          </ac:spMkLst>
        </pc:spChg>
        <pc:spChg chg="add mod">
          <ac:chgData name="Yokoyama, Kazuki/横山 一樹" userId="eebd3b26-963b-49b8-bece-d035e86ca04e" providerId="ADAL" clId="{1C32C1C3-E9B7-4B49-B2ED-1F529A224E0B}" dt="2024-07-31T10:16:53.969" v="2759" actId="1076"/>
          <ac:spMkLst>
            <pc:docMk/>
            <pc:sldMk cId="406224459" sldId="264"/>
            <ac:spMk id="11" creationId="{EDD0226E-538D-7F52-627B-8D42678A8425}"/>
          </ac:spMkLst>
        </pc:spChg>
        <pc:spChg chg="add mod">
          <ac:chgData name="Yokoyama, Kazuki/横山 一樹" userId="eebd3b26-963b-49b8-bece-d035e86ca04e" providerId="ADAL" clId="{1C32C1C3-E9B7-4B49-B2ED-1F529A224E0B}" dt="2024-07-31T10:16:53.969" v="2759" actId="1076"/>
          <ac:spMkLst>
            <pc:docMk/>
            <pc:sldMk cId="406224459" sldId="264"/>
            <ac:spMk id="12" creationId="{504B1ACF-CEE9-9688-D280-E6077F896327}"/>
          </ac:spMkLst>
        </pc:spChg>
        <pc:spChg chg="add mod">
          <ac:chgData name="Yokoyama, Kazuki/横山 一樹" userId="eebd3b26-963b-49b8-bece-d035e86ca04e" providerId="ADAL" clId="{1C32C1C3-E9B7-4B49-B2ED-1F529A224E0B}" dt="2024-07-31T10:16:53.969" v="2759" actId="1076"/>
          <ac:spMkLst>
            <pc:docMk/>
            <pc:sldMk cId="406224459" sldId="264"/>
            <ac:spMk id="13" creationId="{F07D85DB-F969-383B-0C5D-594CCC53E2DE}"/>
          </ac:spMkLst>
        </pc:spChg>
        <pc:spChg chg="add del mod">
          <ac:chgData name="Yokoyama, Kazuki/横山 一樹" userId="eebd3b26-963b-49b8-bece-d035e86ca04e" providerId="ADAL" clId="{1C32C1C3-E9B7-4B49-B2ED-1F529A224E0B}" dt="2024-07-30T10:38:25.722" v="121" actId="478"/>
          <ac:spMkLst>
            <pc:docMk/>
            <pc:sldMk cId="406224459" sldId="264"/>
            <ac:spMk id="14" creationId="{C80D8F9E-A7C2-03E6-885C-3C4D79301F3C}"/>
          </ac:spMkLst>
        </pc:spChg>
        <pc:spChg chg="add mod">
          <ac:chgData name="Yokoyama, Kazuki/横山 一樹" userId="eebd3b26-963b-49b8-bece-d035e86ca04e" providerId="ADAL" clId="{1C32C1C3-E9B7-4B49-B2ED-1F529A224E0B}" dt="2024-07-31T10:16:53.969" v="2759" actId="1076"/>
          <ac:spMkLst>
            <pc:docMk/>
            <pc:sldMk cId="406224459" sldId="264"/>
            <ac:spMk id="15" creationId="{A4723D91-44B7-E4B1-A11E-05C6B57A2078}"/>
          </ac:spMkLst>
        </pc:spChg>
        <pc:spChg chg="add mod">
          <ac:chgData name="Yokoyama, Kazuki/横山 一樹" userId="eebd3b26-963b-49b8-bece-d035e86ca04e" providerId="ADAL" clId="{1C32C1C3-E9B7-4B49-B2ED-1F529A224E0B}" dt="2024-07-31T10:16:53.969" v="2759" actId="1076"/>
          <ac:spMkLst>
            <pc:docMk/>
            <pc:sldMk cId="406224459" sldId="264"/>
            <ac:spMk id="16" creationId="{790C1E9A-31D7-580D-5B26-F21FC8624B61}"/>
          </ac:spMkLst>
        </pc:spChg>
        <pc:spChg chg="add mod">
          <ac:chgData name="Yokoyama, Kazuki/横山 一樹" userId="eebd3b26-963b-49b8-bece-d035e86ca04e" providerId="ADAL" clId="{1C32C1C3-E9B7-4B49-B2ED-1F529A224E0B}" dt="2024-07-31T10:16:53.969" v="2759" actId="1076"/>
          <ac:spMkLst>
            <pc:docMk/>
            <pc:sldMk cId="406224459" sldId="264"/>
            <ac:spMk id="17" creationId="{97A08177-4E5B-0059-81B9-71E850746AE0}"/>
          </ac:spMkLst>
        </pc:spChg>
        <pc:spChg chg="add mod">
          <ac:chgData name="Yokoyama, Kazuki/横山 一樹" userId="eebd3b26-963b-49b8-bece-d035e86ca04e" providerId="ADAL" clId="{1C32C1C3-E9B7-4B49-B2ED-1F529A224E0B}" dt="2024-07-31T10:16:53.969" v="2759" actId="1076"/>
          <ac:spMkLst>
            <pc:docMk/>
            <pc:sldMk cId="406224459" sldId="264"/>
            <ac:spMk id="18" creationId="{A51EDFFA-F668-30E2-8316-76587F731229}"/>
          </ac:spMkLst>
        </pc:spChg>
        <pc:spChg chg="add del mod">
          <ac:chgData name="Yokoyama, Kazuki/横山 一樹" userId="eebd3b26-963b-49b8-bece-d035e86ca04e" providerId="ADAL" clId="{1C32C1C3-E9B7-4B49-B2ED-1F529A224E0B}" dt="2024-07-30T10:40:21.915" v="211" actId="478"/>
          <ac:spMkLst>
            <pc:docMk/>
            <pc:sldMk cId="406224459" sldId="264"/>
            <ac:spMk id="19" creationId="{C5476435-2F3F-14F8-E8B8-B394D9590BDA}"/>
          </ac:spMkLst>
        </pc:spChg>
        <pc:spChg chg="add mod">
          <ac:chgData name="Yokoyama, Kazuki/横山 一樹" userId="eebd3b26-963b-49b8-bece-d035e86ca04e" providerId="ADAL" clId="{1C32C1C3-E9B7-4B49-B2ED-1F529A224E0B}" dt="2024-07-31T10:16:53.969" v="2759" actId="1076"/>
          <ac:spMkLst>
            <pc:docMk/>
            <pc:sldMk cId="406224459" sldId="264"/>
            <ac:spMk id="20" creationId="{8203A2F2-FF7F-0E8D-DE22-98CBDB352FD0}"/>
          </ac:spMkLst>
        </pc:spChg>
        <pc:spChg chg="add mod">
          <ac:chgData name="Yokoyama, Kazuki/横山 一樹" userId="eebd3b26-963b-49b8-bece-d035e86ca04e" providerId="ADAL" clId="{1C32C1C3-E9B7-4B49-B2ED-1F529A224E0B}" dt="2024-07-31T10:16:53.969" v="2759" actId="1076"/>
          <ac:spMkLst>
            <pc:docMk/>
            <pc:sldMk cId="406224459" sldId="264"/>
            <ac:spMk id="21" creationId="{A13DD81E-83C3-6F74-E22F-F5952477E2E3}"/>
          </ac:spMkLst>
        </pc:spChg>
        <pc:spChg chg="add mod">
          <ac:chgData name="Yokoyama, Kazuki/横山 一樹" userId="eebd3b26-963b-49b8-bece-d035e86ca04e" providerId="ADAL" clId="{1C32C1C3-E9B7-4B49-B2ED-1F529A224E0B}" dt="2024-07-31T10:16:53.969" v="2759" actId="1076"/>
          <ac:spMkLst>
            <pc:docMk/>
            <pc:sldMk cId="406224459" sldId="264"/>
            <ac:spMk id="22" creationId="{1BC879C6-1E25-D28B-EF54-E049B8F8C5B4}"/>
          </ac:spMkLst>
        </pc:spChg>
        <pc:spChg chg="add mod">
          <ac:chgData name="Yokoyama, Kazuki/横山 一樹" userId="eebd3b26-963b-49b8-bece-d035e86ca04e" providerId="ADAL" clId="{1C32C1C3-E9B7-4B49-B2ED-1F529A224E0B}" dt="2024-07-31T10:16:53.969" v="2759" actId="1076"/>
          <ac:spMkLst>
            <pc:docMk/>
            <pc:sldMk cId="406224459" sldId="264"/>
            <ac:spMk id="23" creationId="{97659248-D1D1-CF7E-46BD-D31AFEB10997}"/>
          </ac:spMkLst>
        </pc:spChg>
        <pc:spChg chg="add mod">
          <ac:chgData name="Yokoyama, Kazuki/横山 一樹" userId="eebd3b26-963b-49b8-bece-d035e86ca04e" providerId="ADAL" clId="{1C32C1C3-E9B7-4B49-B2ED-1F529A224E0B}" dt="2024-07-31T10:16:53.969" v="2759" actId="1076"/>
          <ac:spMkLst>
            <pc:docMk/>
            <pc:sldMk cId="406224459" sldId="264"/>
            <ac:spMk id="24" creationId="{3C7E7166-8335-A765-F5EF-EC66D4A43D02}"/>
          </ac:spMkLst>
        </pc:spChg>
        <pc:spChg chg="add mod">
          <ac:chgData name="Yokoyama, Kazuki/横山 一樹" userId="eebd3b26-963b-49b8-bece-d035e86ca04e" providerId="ADAL" clId="{1C32C1C3-E9B7-4B49-B2ED-1F529A224E0B}" dt="2024-07-31T10:16:53.969" v="2759" actId="1076"/>
          <ac:spMkLst>
            <pc:docMk/>
            <pc:sldMk cId="406224459" sldId="264"/>
            <ac:spMk id="25" creationId="{13EB4E26-43A8-B3A2-2048-05369B123687}"/>
          </ac:spMkLst>
        </pc:spChg>
        <pc:spChg chg="add del mod">
          <ac:chgData name="Yokoyama, Kazuki/横山 一樹" userId="eebd3b26-963b-49b8-bece-d035e86ca04e" providerId="ADAL" clId="{1C32C1C3-E9B7-4B49-B2ED-1F529A224E0B}" dt="2024-07-30T11:09:29.721" v="948" actId="478"/>
          <ac:spMkLst>
            <pc:docMk/>
            <pc:sldMk cId="406224459" sldId="264"/>
            <ac:spMk id="30" creationId="{DCF33A54-B5BA-5169-9050-98600699E059}"/>
          </ac:spMkLst>
        </pc:spChg>
        <pc:spChg chg="add mod">
          <ac:chgData name="Yokoyama, Kazuki/横山 一樹" userId="eebd3b26-963b-49b8-bece-d035e86ca04e" providerId="ADAL" clId="{1C32C1C3-E9B7-4B49-B2ED-1F529A224E0B}" dt="2024-07-31T10:16:53.969" v="2759" actId="1076"/>
          <ac:spMkLst>
            <pc:docMk/>
            <pc:sldMk cId="406224459" sldId="264"/>
            <ac:spMk id="35" creationId="{49E6E50C-3970-D069-5925-B03A54BD089B}"/>
          </ac:spMkLst>
        </pc:spChg>
        <pc:spChg chg="add mod">
          <ac:chgData name="Yokoyama, Kazuki/横山 一樹" userId="eebd3b26-963b-49b8-bece-d035e86ca04e" providerId="ADAL" clId="{1C32C1C3-E9B7-4B49-B2ED-1F529A224E0B}" dt="2024-07-31T10:16:53.969" v="2759" actId="1076"/>
          <ac:spMkLst>
            <pc:docMk/>
            <pc:sldMk cId="406224459" sldId="264"/>
            <ac:spMk id="36" creationId="{594626E5-713E-F2F8-859F-B545F08454C4}"/>
          </ac:spMkLst>
        </pc:spChg>
        <pc:spChg chg="add mod">
          <ac:chgData name="Yokoyama, Kazuki/横山 一樹" userId="eebd3b26-963b-49b8-bece-d035e86ca04e" providerId="ADAL" clId="{1C32C1C3-E9B7-4B49-B2ED-1F529A224E0B}" dt="2024-07-31T10:16:53.969" v="2759" actId="1076"/>
          <ac:spMkLst>
            <pc:docMk/>
            <pc:sldMk cId="406224459" sldId="264"/>
            <ac:spMk id="40" creationId="{CF574D1E-8562-FA39-7C41-4C96BAAFDE8E}"/>
          </ac:spMkLst>
        </pc:spChg>
        <pc:spChg chg="add mod">
          <ac:chgData name="Yokoyama, Kazuki/横山 一樹" userId="eebd3b26-963b-49b8-bece-d035e86ca04e" providerId="ADAL" clId="{1C32C1C3-E9B7-4B49-B2ED-1F529A224E0B}" dt="2024-07-31T10:16:53.969" v="2759" actId="1076"/>
          <ac:spMkLst>
            <pc:docMk/>
            <pc:sldMk cId="406224459" sldId="264"/>
            <ac:spMk id="43" creationId="{CE3B6EB6-6E7C-44C2-9D31-76142E376519}"/>
          </ac:spMkLst>
        </pc:spChg>
        <pc:spChg chg="add mod">
          <ac:chgData name="Yokoyama, Kazuki/横山 一樹" userId="eebd3b26-963b-49b8-bece-d035e86ca04e" providerId="ADAL" clId="{1C32C1C3-E9B7-4B49-B2ED-1F529A224E0B}" dt="2024-07-31T10:16:53.969" v="2759" actId="1076"/>
          <ac:spMkLst>
            <pc:docMk/>
            <pc:sldMk cId="406224459" sldId="264"/>
            <ac:spMk id="58" creationId="{F6E5D0AA-2A2C-5C85-18B6-A1B3A156E863}"/>
          </ac:spMkLst>
        </pc:spChg>
        <pc:spChg chg="add del">
          <ac:chgData name="Yokoyama, Kazuki/横山 一樹" userId="eebd3b26-963b-49b8-bece-d035e86ca04e" providerId="ADAL" clId="{1C32C1C3-E9B7-4B49-B2ED-1F529A224E0B}" dt="2024-07-30T11:12:02.563" v="997" actId="478"/>
          <ac:spMkLst>
            <pc:docMk/>
            <pc:sldMk cId="406224459" sldId="264"/>
            <ac:spMk id="59" creationId="{494009BA-4465-CF33-3AE1-E8C254B6175D}"/>
          </ac:spMkLst>
        </pc:spChg>
        <pc:spChg chg="add del mod">
          <ac:chgData name="Yokoyama, Kazuki/横山 一樹" userId="eebd3b26-963b-49b8-bece-d035e86ca04e" providerId="ADAL" clId="{1C32C1C3-E9B7-4B49-B2ED-1F529A224E0B}" dt="2024-07-30T11:16:34.904" v="1166" actId="478"/>
          <ac:spMkLst>
            <pc:docMk/>
            <pc:sldMk cId="406224459" sldId="264"/>
            <ac:spMk id="60" creationId="{69957B4B-AADA-09F2-0E7B-F574D973288F}"/>
          </ac:spMkLst>
        </pc:spChg>
        <pc:cxnChg chg="add del mod">
          <ac:chgData name="Yokoyama, Kazuki/横山 一樹" userId="eebd3b26-963b-49b8-bece-d035e86ca04e" providerId="ADAL" clId="{1C32C1C3-E9B7-4B49-B2ED-1F529A224E0B}" dt="2024-07-30T10:50:01.583" v="460" actId="478"/>
          <ac:cxnSpMkLst>
            <pc:docMk/>
            <pc:sldMk cId="406224459" sldId="264"/>
            <ac:cxnSpMk id="27" creationId="{AD2CEB1E-9687-6D62-1151-67218EB351DE}"/>
          </ac:cxnSpMkLst>
        </pc:cxnChg>
        <pc:cxnChg chg="add del mod">
          <ac:chgData name="Yokoyama, Kazuki/横山 一樹" userId="eebd3b26-963b-49b8-bece-d035e86ca04e" providerId="ADAL" clId="{1C32C1C3-E9B7-4B49-B2ED-1F529A224E0B}" dt="2024-07-30T11:09:29.721" v="948" actId="478"/>
          <ac:cxnSpMkLst>
            <pc:docMk/>
            <pc:sldMk cId="406224459" sldId="264"/>
            <ac:cxnSpMk id="32" creationId="{C9055A78-6678-222E-E393-C42552EEB8A9}"/>
          </ac:cxnSpMkLst>
        </pc:cxnChg>
        <pc:cxnChg chg="add mod">
          <ac:chgData name="Yokoyama, Kazuki/横山 一樹" userId="eebd3b26-963b-49b8-bece-d035e86ca04e" providerId="ADAL" clId="{1C32C1C3-E9B7-4B49-B2ED-1F529A224E0B}" dt="2024-07-31T10:16:53.969" v="2759" actId="1076"/>
          <ac:cxnSpMkLst>
            <pc:docMk/>
            <pc:sldMk cId="406224459" sldId="264"/>
            <ac:cxnSpMk id="34" creationId="{373D39D7-569E-1094-47B0-7B261BDAAE09}"/>
          </ac:cxnSpMkLst>
        </pc:cxnChg>
        <pc:cxnChg chg="add mod">
          <ac:chgData name="Yokoyama, Kazuki/横山 一樹" userId="eebd3b26-963b-49b8-bece-d035e86ca04e" providerId="ADAL" clId="{1C32C1C3-E9B7-4B49-B2ED-1F529A224E0B}" dt="2024-07-31T10:16:53.969" v="2759" actId="1076"/>
          <ac:cxnSpMkLst>
            <pc:docMk/>
            <pc:sldMk cId="406224459" sldId="264"/>
            <ac:cxnSpMk id="37" creationId="{D3077D06-DABB-0F73-F6DB-9E366F745C38}"/>
          </ac:cxnSpMkLst>
        </pc:cxnChg>
        <pc:cxnChg chg="add mod">
          <ac:chgData name="Yokoyama, Kazuki/横山 一樹" userId="eebd3b26-963b-49b8-bece-d035e86ca04e" providerId="ADAL" clId="{1C32C1C3-E9B7-4B49-B2ED-1F529A224E0B}" dt="2024-07-31T10:16:53.969" v="2759" actId="1076"/>
          <ac:cxnSpMkLst>
            <pc:docMk/>
            <pc:sldMk cId="406224459" sldId="264"/>
            <ac:cxnSpMk id="39" creationId="{A035CC16-9FF7-39CA-8F13-75B28774158D}"/>
          </ac:cxnSpMkLst>
        </pc:cxnChg>
      </pc:sldChg>
      <pc:sldChg chg="modSp new mod">
        <pc:chgData name="Yokoyama, Kazuki/横山 一樹" userId="eebd3b26-963b-49b8-bece-d035e86ca04e" providerId="ADAL" clId="{1C32C1C3-E9B7-4B49-B2ED-1F529A224E0B}" dt="2024-07-31T10:33:43.615" v="3712" actId="242"/>
        <pc:sldMkLst>
          <pc:docMk/>
          <pc:sldMk cId="1039392029" sldId="265"/>
        </pc:sldMkLst>
        <pc:spChg chg="mod">
          <ac:chgData name="Yokoyama, Kazuki/横山 一樹" userId="eebd3b26-963b-49b8-bece-d035e86ca04e" providerId="ADAL" clId="{1C32C1C3-E9B7-4B49-B2ED-1F529A224E0B}" dt="2024-07-31T10:08:46.330" v="2337" actId="20577"/>
          <ac:spMkLst>
            <pc:docMk/>
            <pc:sldMk cId="1039392029" sldId="265"/>
            <ac:spMk id="2" creationId="{47EB317D-A8F8-59D7-8181-6DB623DED342}"/>
          </ac:spMkLst>
        </pc:spChg>
        <pc:spChg chg="mod">
          <ac:chgData name="Yokoyama, Kazuki/横山 一樹" userId="eebd3b26-963b-49b8-bece-d035e86ca04e" providerId="ADAL" clId="{1C32C1C3-E9B7-4B49-B2ED-1F529A224E0B}" dt="2024-07-31T10:33:43.615" v="3712" actId="242"/>
          <ac:spMkLst>
            <pc:docMk/>
            <pc:sldMk cId="1039392029" sldId="265"/>
            <ac:spMk id="3" creationId="{15FEEF0C-93F0-A45A-1F3B-1612E24929EC}"/>
          </ac:spMkLst>
        </pc:spChg>
      </pc:sldChg>
      <pc:sldChg chg="addSp delSp modSp new del mod modClrScheme chgLayout">
        <pc:chgData name="Yokoyama, Kazuki/横山 一樹" userId="eebd3b26-963b-49b8-bece-d035e86ca04e" providerId="ADAL" clId="{1C32C1C3-E9B7-4B49-B2ED-1F529A224E0B}" dt="2024-07-30T11:17:17.253" v="1168" actId="47"/>
        <pc:sldMkLst>
          <pc:docMk/>
          <pc:sldMk cId="2062334735" sldId="265"/>
        </pc:sldMkLst>
        <pc:spChg chg="del mod ord">
          <ac:chgData name="Yokoyama, Kazuki/横山 一樹" userId="eebd3b26-963b-49b8-bece-d035e86ca04e" providerId="ADAL" clId="{1C32C1C3-E9B7-4B49-B2ED-1F529A224E0B}" dt="2024-07-30T10:58:58.266" v="653" actId="700"/>
          <ac:spMkLst>
            <pc:docMk/>
            <pc:sldMk cId="2062334735" sldId="265"/>
            <ac:spMk id="2" creationId="{5A22181D-A6FE-4E08-4D99-151ECBC43D4A}"/>
          </ac:spMkLst>
        </pc:spChg>
        <pc:spChg chg="add mod ord">
          <ac:chgData name="Yokoyama, Kazuki/横山 一樹" userId="eebd3b26-963b-49b8-bece-d035e86ca04e" providerId="ADAL" clId="{1C32C1C3-E9B7-4B49-B2ED-1F529A224E0B}" dt="2024-07-30T10:59:21.281" v="699" actId="20577"/>
          <ac:spMkLst>
            <pc:docMk/>
            <pc:sldMk cId="2062334735" sldId="265"/>
            <ac:spMk id="3" creationId="{BCA364A8-47C6-D7D6-9A3C-0A6FCC118962}"/>
          </ac:spMkLst>
        </pc:spChg>
        <pc:spChg chg="add mod ord">
          <ac:chgData name="Yokoyama, Kazuki/横山 一樹" userId="eebd3b26-963b-49b8-bece-d035e86ca04e" providerId="ADAL" clId="{1C32C1C3-E9B7-4B49-B2ED-1F529A224E0B}" dt="2024-07-30T11:01:41.829" v="899" actId="15"/>
          <ac:spMkLst>
            <pc:docMk/>
            <pc:sldMk cId="2062334735" sldId="265"/>
            <ac:spMk id="4" creationId="{2A7ED790-D0B4-9F50-722D-AEC427CB6182}"/>
          </ac:spMkLst>
        </pc:spChg>
      </pc:sldChg>
      <pc:sldChg chg="addSp delSp modSp new del mod modClrScheme chgLayout">
        <pc:chgData name="Yokoyama, Kazuki/横山 一樹" userId="eebd3b26-963b-49b8-bece-d035e86ca04e" providerId="ADAL" clId="{1C32C1C3-E9B7-4B49-B2ED-1F529A224E0B}" dt="2024-07-31T09:53:16.298" v="2088" actId="47"/>
        <pc:sldMkLst>
          <pc:docMk/>
          <pc:sldMk cId="1045418762" sldId="266"/>
        </pc:sldMkLst>
        <pc:spChg chg="del mod ord">
          <ac:chgData name="Yokoyama, Kazuki/横山 一樹" userId="eebd3b26-963b-49b8-bece-d035e86ca04e" providerId="ADAL" clId="{1C32C1C3-E9B7-4B49-B2ED-1F529A224E0B}" dt="2024-07-31T07:02:24.240" v="1934" actId="700"/>
          <ac:spMkLst>
            <pc:docMk/>
            <pc:sldMk cId="1045418762" sldId="266"/>
            <ac:spMk id="2" creationId="{84589546-76D1-C72E-8DCF-D655B012211C}"/>
          </ac:spMkLst>
        </pc:spChg>
        <pc:spChg chg="del">
          <ac:chgData name="Yokoyama, Kazuki/横山 一樹" userId="eebd3b26-963b-49b8-bece-d035e86ca04e" providerId="ADAL" clId="{1C32C1C3-E9B7-4B49-B2ED-1F529A224E0B}" dt="2024-07-31T07:02:24.240" v="1934" actId="700"/>
          <ac:spMkLst>
            <pc:docMk/>
            <pc:sldMk cId="1045418762" sldId="266"/>
            <ac:spMk id="3" creationId="{B89FC07F-C8EB-8398-2974-B8D8C3B663D1}"/>
          </ac:spMkLst>
        </pc:spChg>
        <pc:spChg chg="add mod ord">
          <ac:chgData name="Yokoyama, Kazuki/横山 一樹" userId="eebd3b26-963b-49b8-bece-d035e86ca04e" providerId="ADAL" clId="{1C32C1C3-E9B7-4B49-B2ED-1F529A224E0B}" dt="2024-07-31T07:02:24.240" v="1934" actId="700"/>
          <ac:spMkLst>
            <pc:docMk/>
            <pc:sldMk cId="1045418762" sldId="266"/>
            <ac:spMk id="4" creationId="{E3CDEE3A-9EA4-4642-1C43-72CB638C0C1A}"/>
          </ac:spMkLst>
        </pc:spChg>
        <pc:spChg chg="add mod">
          <ac:chgData name="Yokoyama, Kazuki/横山 一樹" userId="eebd3b26-963b-49b8-bece-d035e86ca04e" providerId="ADAL" clId="{1C32C1C3-E9B7-4B49-B2ED-1F529A224E0B}" dt="2024-07-31T07:05:06.562" v="2083" actId="1076"/>
          <ac:spMkLst>
            <pc:docMk/>
            <pc:sldMk cId="1045418762" sldId="266"/>
            <ac:spMk id="5" creationId="{2BD0F819-0C31-9D4F-1F4B-F320BDE8D9C9}"/>
          </ac:spMkLst>
        </pc:spChg>
        <pc:spChg chg="add mod">
          <ac:chgData name="Yokoyama, Kazuki/横山 一樹" userId="eebd3b26-963b-49b8-bece-d035e86ca04e" providerId="ADAL" clId="{1C32C1C3-E9B7-4B49-B2ED-1F529A224E0B}" dt="2024-07-31T07:05:06.562" v="2083" actId="1076"/>
          <ac:spMkLst>
            <pc:docMk/>
            <pc:sldMk cId="1045418762" sldId="266"/>
            <ac:spMk id="6" creationId="{0ADED019-4DEB-60AF-56F5-100331C463C9}"/>
          </ac:spMkLst>
        </pc:spChg>
        <pc:spChg chg="add mod">
          <ac:chgData name="Yokoyama, Kazuki/横山 一樹" userId="eebd3b26-963b-49b8-bece-d035e86ca04e" providerId="ADAL" clId="{1C32C1C3-E9B7-4B49-B2ED-1F529A224E0B}" dt="2024-07-31T07:05:06.562" v="2083" actId="1076"/>
          <ac:spMkLst>
            <pc:docMk/>
            <pc:sldMk cId="1045418762" sldId="266"/>
            <ac:spMk id="7" creationId="{D87BF3CF-966E-EAC5-5B89-BB3B587541F3}"/>
          </ac:spMkLst>
        </pc:spChg>
        <pc:spChg chg="add mod">
          <ac:chgData name="Yokoyama, Kazuki/横山 一樹" userId="eebd3b26-963b-49b8-bece-d035e86ca04e" providerId="ADAL" clId="{1C32C1C3-E9B7-4B49-B2ED-1F529A224E0B}" dt="2024-07-31T07:05:06.562" v="2083" actId="1076"/>
          <ac:spMkLst>
            <pc:docMk/>
            <pc:sldMk cId="1045418762" sldId="266"/>
            <ac:spMk id="8" creationId="{94F9D8BC-F764-FD89-918B-F26702C9DCF7}"/>
          </ac:spMkLst>
        </pc:spChg>
        <pc:spChg chg="add mod">
          <ac:chgData name="Yokoyama, Kazuki/横山 一樹" userId="eebd3b26-963b-49b8-bece-d035e86ca04e" providerId="ADAL" clId="{1C32C1C3-E9B7-4B49-B2ED-1F529A224E0B}" dt="2024-07-31T07:05:06.562" v="2083" actId="1076"/>
          <ac:spMkLst>
            <pc:docMk/>
            <pc:sldMk cId="1045418762" sldId="266"/>
            <ac:spMk id="9" creationId="{FCED010C-5CA9-0222-C33E-A0C62DEBEE6F}"/>
          </ac:spMkLst>
        </pc:spChg>
        <pc:spChg chg="add mod">
          <ac:chgData name="Yokoyama, Kazuki/横山 一樹" userId="eebd3b26-963b-49b8-bece-d035e86ca04e" providerId="ADAL" clId="{1C32C1C3-E9B7-4B49-B2ED-1F529A224E0B}" dt="2024-07-31T07:05:06.562" v="2083" actId="1076"/>
          <ac:spMkLst>
            <pc:docMk/>
            <pc:sldMk cId="1045418762" sldId="266"/>
            <ac:spMk id="10" creationId="{D753957B-A4AF-95C4-63D5-91FB7D010811}"/>
          </ac:spMkLst>
        </pc:spChg>
        <pc:spChg chg="add mod">
          <ac:chgData name="Yokoyama, Kazuki/横山 一樹" userId="eebd3b26-963b-49b8-bece-d035e86ca04e" providerId="ADAL" clId="{1C32C1C3-E9B7-4B49-B2ED-1F529A224E0B}" dt="2024-07-31T07:05:06.562" v="2083" actId="1076"/>
          <ac:spMkLst>
            <pc:docMk/>
            <pc:sldMk cId="1045418762" sldId="266"/>
            <ac:spMk id="11" creationId="{398E6920-2581-1CE9-4CD7-E514FA844AA4}"/>
          </ac:spMkLst>
        </pc:spChg>
        <pc:spChg chg="add mod">
          <ac:chgData name="Yokoyama, Kazuki/横山 一樹" userId="eebd3b26-963b-49b8-bece-d035e86ca04e" providerId="ADAL" clId="{1C32C1C3-E9B7-4B49-B2ED-1F529A224E0B}" dt="2024-07-31T07:05:06.562" v="2083" actId="1076"/>
          <ac:spMkLst>
            <pc:docMk/>
            <pc:sldMk cId="1045418762" sldId="266"/>
            <ac:spMk id="12" creationId="{1018BB97-851C-5CD7-8BFA-B9A15B6741CD}"/>
          </ac:spMkLst>
        </pc:spChg>
      </pc:sldChg>
      <pc:sldChg chg="delSp modSp add mod">
        <pc:chgData name="Yokoyama, Kazuki/横山 一樹" userId="eebd3b26-963b-49b8-bece-d035e86ca04e" providerId="ADAL" clId="{1C32C1C3-E9B7-4B49-B2ED-1F529A224E0B}" dt="2024-07-31T10:36:00.257" v="3800" actId="6549"/>
        <pc:sldMkLst>
          <pc:docMk/>
          <pc:sldMk cId="625519417" sldId="270"/>
        </pc:sldMkLst>
        <pc:spChg chg="mod">
          <ac:chgData name="Yokoyama, Kazuki/横山 一樹" userId="eebd3b26-963b-49b8-bece-d035e86ca04e" providerId="ADAL" clId="{1C32C1C3-E9B7-4B49-B2ED-1F529A224E0B}" dt="2024-07-31T10:36:00.257" v="3800" actId="6549"/>
          <ac:spMkLst>
            <pc:docMk/>
            <pc:sldMk cId="625519417" sldId="270"/>
            <ac:spMk id="2" creationId="{22F0F62A-1D40-B62D-245C-7584B220D6BB}"/>
          </ac:spMkLst>
        </pc:spChg>
        <pc:spChg chg="del">
          <ac:chgData name="Yokoyama, Kazuki/横山 一樹" userId="eebd3b26-963b-49b8-bece-d035e86ca04e" providerId="ADAL" clId="{1C32C1C3-E9B7-4B49-B2ED-1F529A224E0B}" dt="2024-07-31T07:53:11.519" v="2085" actId="478"/>
          <ac:spMkLst>
            <pc:docMk/>
            <pc:sldMk cId="625519417" sldId="270"/>
            <ac:spMk id="28" creationId="{0DB20D31-64A4-E7A9-D243-8E74C7CADB03}"/>
          </ac:spMkLst>
        </pc:spChg>
        <pc:spChg chg="del">
          <ac:chgData name="Yokoyama, Kazuki/横山 一樹" userId="eebd3b26-963b-49b8-bece-d035e86ca04e" providerId="ADAL" clId="{1C32C1C3-E9B7-4B49-B2ED-1F529A224E0B}" dt="2024-07-31T07:53:11.519" v="2085" actId="478"/>
          <ac:spMkLst>
            <pc:docMk/>
            <pc:sldMk cId="625519417" sldId="270"/>
            <ac:spMk id="31" creationId="{FFF3A5C7-4F7B-78D0-2434-6F8EA1ECDE6E}"/>
          </ac:spMkLst>
        </pc:spChg>
        <pc:spChg chg="del">
          <ac:chgData name="Yokoyama, Kazuki/横山 一樹" userId="eebd3b26-963b-49b8-bece-d035e86ca04e" providerId="ADAL" clId="{1C32C1C3-E9B7-4B49-B2ED-1F529A224E0B}" dt="2024-07-31T07:53:11.519" v="2085" actId="478"/>
          <ac:spMkLst>
            <pc:docMk/>
            <pc:sldMk cId="625519417" sldId="270"/>
            <ac:spMk id="41" creationId="{65FC12CE-F7DB-7863-869B-7EE0E5B91872}"/>
          </ac:spMkLst>
        </pc:spChg>
        <pc:spChg chg="del">
          <ac:chgData name="Yokoyama, Kazuki/横山 一樹" userId="eebd3b26-963b-49b8-bece-d035e86ca04e" providerId="ADAL" clId="{1C32C1C3-E9B7-4B49-B2ED-1F529A224E0B}" dt="2024-07-31T07:53:11.519" v="2085" actId="478"/>
          <ac:spMkLst>
            <pc:docMk/>
            <pc:sldMk cId="625519417" sldId="270"/>
            <ac:spMk id="43" creationId="{CBCA5BC9-86AE-615D-BB93-E7B366AD5303}"/>
          </ac:spMkLst>
        </pc:spChg>
        <pc:cxnChg chg="del mod">
          <ac:chgData name="Yokoyama, Kazuki/横山 一樹" userId="eebd3b26-963b-49b8-bece-d035e86ca04e" providerId="ADAL" clId="{1C32C1C3-E9B7-4B49-B2ED-1F529A224E0B}" dt="2024-07-31T07:53:12.328" v="2086" actId="478"/>
          <ac:cxnSpMkLst>
            <pc:docMk/>
            <pc:sldMk cId="625519417" sldId="270"/>
            <ac:cxnSpMk id="30" creationId="{02014F42-04DE-B112-76B9-EC82C46D550F}"/>
          </ac:cxnSpMkLst>
        </pc:cxn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309349" y="3166278"/>
            <a:ext cx="5381767" cy="540000"/>
          </a:xfrm>
        </p:spPr>
        <p:txBody>
          <a:bodyPr anchor="ctr">
            <a:normAutofit/>
          </a:bodyPr>
          <a:lstStyle>
            <a:lvl1pPr algn="ctr">
              <a:defRPr sz="2800" b="1">
                <a:solidFill>
                  <a:srgbClr val="ED7D31"/>
                </a:solidFill>
                <a:latin typeface="Segoe UI" panose="020B0502040204020203" pitchFamily="34" charset="0"/>
                <a:ea typeface="Meiryo UI" panose="020B0604030504040204" pitchFamily="50" charset="-128"/>
                <a:cs typeface="Segoe UI" panose="020B0502040204020203" pitchFamily="34" charset="0"/>
              </a:defRPr>
            </a:lvl1pPr>
          </a:lstStyle>
          <a:p>
            <a:r>
              <a:rPr kumimoji="1" lang="ja-JP" altLang="en-US" dirty="0"/>
              <a:t>プレゼンテーションタイトル</a:t>
            </a:r>
          </a:p>
        </p:txBody>
      </p:sp>
      <p:sp>
        <p:nvSpPr>
          <p:cNvPr id="3" name="サブタイトル 2"/>
          <p:cNvSpPr>
            <a:spLocks noGrp="1"/>
          </p:cNvSpPr>
          <p:nvPr>
            <p:ph type="subTitle" idx="1" hasCustomPrompt="1"/>
          </p:nvPr>
        </p:nvSpPr>
        <p:spPr>
          <a:xfrm>
            <a:off x="309349" y="3733574"/>
            <a:ext cx="5381767" cy="478643"/>
          </a:xfrm>
        </p:spPr>
        <p:txBody>
          <a:bodyPr>
            <a:normAutofit/>
          </a:bodyPr>
          <a:lstStyle>
            <a:lvl1pPr marL="0" indent="0" algn="ctr">
              <a:buNone/>
              <a:defRPr sz="1400" b="1">
                <a:latin typeface="Segoe UI" panose="020B0502040204020203" pitchFamily="34" charset="0"/>
                <a:ea typeface="Meiryo UI" panose="020B0604030504040204" pitchFamily="50" charset="-128"/>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サブタイトル</a:t>
            </a:r>
            <a:r>
              <a:rPr kumimoji="1" lang="en-US" altLang="ja-JP" dirty="0"/>
              <a:t>(</a:t>
            </a:r>
            <a:r>
              <a:rPr kumimoji="1" lang="ja-JP" altLang="en-US" dirty="0"/>
              <a:t>削除可</a:t>
            </a:r>
            <a:r>
              <a:rPr kumimoji="1" lang="en-US" altLang="ja-JP" dirty="0"/>
              <a:t>)</a:t>
            </a:r>
            <a:endParaRPr kumimoji="1" lang="ja-JP" altLang="en-US" dirty="0"/>
          </a:p>
        </p:txBody>
      </p:sp>
      <p:sp>
        <p:nvSpPr>
          <p:cNvPr id="4" name="正方形/長方形 3"/>
          <p:cNvSpPr/>
          <p:nvPr/>
        </p:nvSpPr>
        <p:spPr>
          <a:xfrm>
            <a:off x="282052" y="2715904"/>
            <a:ext cx="1191906" cy="4230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4334441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68240"/>
            <a:ext cx="5400000" cy="720000"/>
          </a:xfrm>
        </p:spPr>
        <p:txBody>
          <a:bodyPr>
            <a:normAutofit/>
          </a:bodyPr>
          <a:lstStyle>
            <a:lvl1pPr>
              <a:defRPr sz="2000" b="1">
                <a:solidFill>
                  <a:srgbClr val="ED7D31"/>
                </a:solidFill>
                <a:latin typeface="Segoe UI" panose="020B0502040204020203" pitchFamily="34" charset="0"/>
                <a:ea typeface="Meiryo UI" panose="020B0604030504040204" pitchFamily="50" charset="-128"/>
                <a:cs typeface="Segoe UI" panose="020B0502040204020203" pitchFamily="34" charset="0"/>
              </a:defRPr>
            </a:lvl1pPr>
          </a:lstStyle>
          <a:p>
            <a:r>
              <a:rPr kumimoji="1" lang="ja-JP" altLang="en-US"/>
              <a:t>マスター タイトルの書式設定</a:t>
            </a:r>
            <a:endParaRPr kumimoji="1" lang="ja-JP" altLang="en-US" dirty="0"/>
          </a:p>
        </p:txBody>
      </p:sp>
      <p:sp>
        <p:nvSpPr>
          <p:cNvPr id="3" name="コンテンツ プレースホルダー 2"/>
          <p:cNvSpPr>
            <a:spLocks noGrp="1"/>
          </p:cNvSpPr>
          <p:nvPr>
            <p:ph idx="1"/>
          </p:nvPr>
        </p:nvSpPr>
        <p:spPr>
          <a:xfrm>
            <a:off x="838200" y="1076342"/>
            <a:ext cx="10515600" cy="5100621"/>
          </a:xfrm>
        </p:spPr>
        <p:txBody>
          <a:bodyPr>
            <a:normAutofit/>
          </a:bodyPr>
          <a:lstStyle>
            <a:lvl1pPr>
              <a:defRPr sz="2000">
                <a:latin typeface="Segoe UI" panose="020B0502040204020203" pitchFamily="34" charset="0"/>
                <a:ea typeface="Meiryo UI" panose="020B0604030504040204" pitchFamily="50" charset="-128"/>
                <a:cs typeface="Segoe UI" panose="020B0502040204020203" pitchFamily="34" charset="0"/>
              </a:defRPr>
            </a:lvl1pPr>
            <a:lvl2pPr>
              <a:defRPr sz="1600">
                <a:latin typeface="Segoe UI" panose="020B0502040204020203" pitchFamily="34" charset="0"/>
                <a:ea typeface="Meiryo UI" panose="020B0604030504040204" pitchFamily="50" charset="-128"/>
                <a:cs typeface="Segoe UI" panose="020B0502040204020203" pitchFamily="34" charset="0"/>
              </a:defRPr>
            </a:lvl2pPr>
            <a:lvl3pPr>
              <a:defRPr sz="1400">
                <a:latin typeface="Segoe UI" panose="020B0502040204020203" pitchFamily="34" charset="0"/>
                <a:ea typeface="Meiryo UI" panose="020B0604030504040204" pitchFamily="50" charset="-128"/>
                <a:cs typeface="Segoe UI" panose="020B0502040204020203" pitchFamily="34" charset="0"/>
              </a:defRPr>
            </a:lvl3pPr>
            <a:lvl4pPr>
              <a:defRPr sz="1200">
                <a:latin typeface="Segoe UI" panose="020B0502040204020203" pitchFamily="34" charset="0"/>
                <a:ea typeface="Meiryo UI" panose="020B0604030504040204" pitchFamily="50" charset="-128"/>
                <a:cs typeface="Segoe UI" panose="020B0502040204020203" pitchFamily="34" charset="0"/>
              </a:defRPr>
            </a:lvl4pPr>
            <a:lvl5pPr>
              <a:defRPr sz="1200">
                <a:latin typeface="Segoe UI" panose="020B0502040204020203" pitchFamily="34" charset="0"/>
                <a:ea typeface="Meiryo UI" panose="020B0604030504040204" pitchFamily="50" charset="-128"/>
                <a:cs typeface="Segoe UI" panose="020B0502040204020203" pitchFamily="34" charset="0"/>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正方形/長方形 6"/>
          <p:cNvSpPr/>
          <p:nvPr/>
        </p:nvSpPr>
        <p:spPr>
          <a:xfrm>
            <a:off x="11660510" y="6551921"/>
            <a:ext cx="53149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600" b="1" smtClean="0">
                <a:solidFill>
                  <a:schemeClr val="tx1"/>
                </a:solidFill>
                <a:latin typeface="Segoe UI" panose="020B0502040204020203" pitchFamily="34" charset="0"/>
                <a:ea typeface="Meiryo UI" panose="020B0604030504040204" pitchFamily="50" charset="-128"/>
                <a:cs typeface="Segoe UI" panose="020B0502040204020203" pitchFamily="34" charset="0"/>
              </a:rPr>
              <a:pPr algn="ctr"/>
              <a:t>‹#›</a:t>
            </a:fld>
            <a:endParaRPr kumimoji="1" lang="ja-JP" altLang="en-US" sz="1600" b="1" dirty="0">
              <a:solidFill>
                <a:schemeClr val="tx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5" name="正方形/長方形 4"/>
          <p:cNvSpPr/>
          <p:nvPr/>
        </p:nvSpPr>
        <p:spPr>
          <a:xfrm>
            <a:off x="11655189" y="6305266"/>
            <a:ext cx="528850" cy="225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914096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11">
          <p15:clr>
            <a:srgbClr val="FBAE40"/>
          </p15:clr>
        </p15:guide>
        <p15:guide id="4" pos="7469">
          <p15:clr>
            <a:srgbClr val="FBAE40"/>
          </p15:clr>
        </p15:guide>
        <p15:guide id="5" orient="horz" pos="618">
          <p15:clr>
            <a:srgbClr val="FBAE40"/>
          </p15:clr>
        </p15:guide>
        <p15:guide id="6" orient="horz" pos="411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831850" y="1709738"/>
            <a:ext cx="10515600" cy="2852737"/>
          </a:xfrm>
        </p:spPr>
        <p:txBody>
          <a:bodyPr anchor="ctr">
            <a:normAutofit/>
          </a:bodyPr>
          <a:lstStyle>
            <a:lvl1pPr algn="ctr">
              <a:defRPr kumimoji="1" lang="ja-JP" altLang="en-US" sz="4400" b="1" kern="1200" smtClean="0">
                <a:solidFill>
                  <a:srgbClr val="ED7D31"/>
                </a:solidFill>
                <a:latin typeface="Segoe UI" panose="020B0502040204020203" pitchFamily="34" charset="0"/>
                <a:ea typeface="Meiryo UI" panose="020B0604030504040204" pitchFamily="50" charset="-128"/>
                <a:cs typeface="Segoe UI" panose="020B0502040204020203" pitchFamily="34" charset="0"/>
              </a:defRPr>
            </a:lvl1pPr>
          </a:lstStyle>
          <a:p>
            <a:r>
              <a:rPr kumimoji="1" lang="ja-JP" altLang="en-US" dirty="0"/>
              <a:t>予告タイトル</a:t>
            </a:r>
          </a:p>
        </p:txBody>
      </p:sp>
      <p:sp>
        <p:nvSpPr>
          <p:cNvPr id="4" name="正方形/長方形 3"/>
          <p:cNvSpPr/>
          <p:nvPr/>
        </p:nvSpPr>
        <p:spPr>
          <a:xfrm>
            <a:off x="11660510" y="6551921"/>
            <a:ext cx="53149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600" b="1" smtClean="0">
                <a:solidFill>
                  <a:schemeClr val="tx1"/>
                </a:solidFill>
                <a:latin typeface="Segoe UI" panose="020B0502040204020203" pitchFamily="34" charset="0"/>
                <a:ea typeface="Meiryo UI" panose="020B0604030504040204" pitchFamily="50" charset="-128"/>
                <a:cs typeface="Segoe UI" panose="020B0502040204020203" pitchFamily="34" charset="0"/>
              </a:rPr>
              <a:pPr algn="ctr"/>
              <a:t>‹#›</a:t>
            </a:fld>
            <a:endParaRPr kumimoji="1" lang="ja-JP" altLang="en-US" sz="1600" b="1" dirty="0">
              <a:solidFill>
                <a:schemeClr val="tx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5" name="正方形/長方形 4"/>
          <p:cNvSpPr/>
          <p:nvPr/>
        </p:nvSpPr>
        <p:spPr>
          <a:xfrm>
            <a:off x="11627893" y="6305266"/>
            <a:ext cx="528850" cy="225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692439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68240"/>
            <a:ext cx="5400000" cy="720000"/>
          </a:xfrm>
        </p:spPr>
        <p:txBody>
          <a:bodyPr>
            <a:normAutofit/>
          </a:bodyPr>
          <a:lstStyle>
            <a:lvl1pPr>
              <a:defRPr kumimoji="1" lang="ja-JP" altLang="en-US" sz="2000" b="1" kern="1200" smtClean="0">
                <a:solidFill>
                  <a:srgbClr val="ED7D31"/>
                </a:solidFill>
                <a:latin typeface="Segoe UI" panose="020B0502040204020203" pitchFamily="34" charset="0"/>
                <a:ea typeface="Meiryo UI" panose="020B0604030504040204" pitchFamily="50" charset="-128"/>
                <a:cs typeface="Segoe UI" panose="020B0502040204020203" pitchFamily="34" charset="0"/>
              </a:defRPr>
            </a:lvl1pPr>
          </a:lstStyle>
          <a:p>
            <a:r>
              <a:rPr kumimoji="1" lang="ja-JP" altLang="en-US"/>
              <a:t>マスター タイトルの書式設定</a:t>
            </a:r>
            <a:endParaRPr kumimoji="1" lang="ja-JP" altLang="en-US" dirty="0"/>
          </a:p>
        </p:txBody>
      </p:sp>
      <p:sp>
        <p:nvSpPr>
          <p:cNvPr id="3" name="コンテンツ プレースホルダー 2"/>
          <p:cNvSpPr>
            <a:spLocks noGrp="1"/>
          </p:cNvSpPr>
          <p:nvPr>
            <p:ph sz="half" idx="1"/>
          </p:nvPr>
        </p:nvSpPr>
        <p:spPr>
          <a:xfrm>
            <a:off x="838200" y="1103638"/>
            <a:ext cx="5181600" cy="5073325"/>
          </a:xfrm>
        </p:spPr>
        <p:txBody>
          <a:bodyPr>
            <a:normAutofit/>
          </a:bodyPr>
          <a:lstStyle>
            <a:lvl1pPr>
              <a:defRPr sz="2000">
                <a:latin typeface="Segoe UI" panose="020B0502040204020203" pitchFamily="34" charset="0"/>
                <a:ea typeface="Meiryo UI" panose="020B0604030504040204" pitchFamily="50" charset="-128"/>
                <a:cs typeface="Segoe UI" panose="020B0502040204020203" pitchFamily="34" charset="0"/>
              </a:defRPr>
            </a:lvl1pPr>
            <a:lvl2pPr>
              <a:defRPr sz="1800">
                <a:latin typeface="Segoe UI" panose="020B0502040204020203" pitchFamily="34" charset="0"/>
                <a:ea typeface="Meiryo UI" panose="020B0604030504040204" pitchFamily="50" charset="-128"/>
                <a:cs typeface="Segoe UI" panose="020B0502040204020203" pitchFamily="34" charset="0"/>
              </a:defRPr>
            </a:lvl2pPr>
            <a:lvl3pPr>
              <a:defRPr sz="1600">
                <a:latin typeface="Segoe UI" panose="020B0502040204020203" pitchFamily="34" charset="0"/>
                <a:ea typeface="Meiryo UI" panose="020B0604030504040204" pitchFamily="50" charset="-128"/>
                <a:cs typeface="Segoe UI" panose="020B0502040204020203" pitchFamily="34" charset="0"/>
              </a:defRPr>
            </a:lvl3pPr>
            <a:lvl4pPr>
              <a:defRPr sz="1400">
                <a:latin typeface="Segoe UI" panose="020B0502040204020203" pitchFamily="34" charset="0"/>
                <a:ea typeface="Meiryo UI" panose="020B0604030504040204" pitchFamily="50" charset="-128"/>
                <a:cs typeface="Segoe UI" panose="020B0502040204020203" pitchFamily="34" charset="0"/>
              </a:defRPr>
            </a:lvl4pPr>
            <a:lvl5pPr>
              <a:defRPr sz="1400">
                <a:latin typeface="Segoe UI" panose="020B0502040204020203" pitchFamily="34" charset="0"/>
                <a:ea typeface="Meiryo UI" panose="020B0604030504040204" pitchFamily="50" charset="-128"/>
                <a:cs typeface="Segoe UI" panose="020B0502040204020203"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コンテンツ プレースホルダー 3"/>
          <p:cNvSpPr>
            <a:spLocks noGrp="1"/>
          </p:cNvSpPr>
          <p:nvPr>
            <p:ph sz="half" idx="2"/>
          </p:nvPr>
        </p:nvSpPr>
        <p:spPr>
          <a:xfrm>
            <a:off x="6172200" y="1103638"/>
            <a:ext cx="5181600" cy="5073325"/>
          </a:xfrm>
        </p:spPr>
        <p:txBody>
          <a:bodyPr>
            <a:normAutofit/>
          </a:bodyPr>
          <a:lstStyle>
            <a:lvl1pPr>
              <a:defRPr sz="2000">
                <a:latin typeface="Segoe UI" panose="020B0502040204020203" pitchFamily="34" charset="0"/>
                <a:ea typeface="Meiryo UI" panose="020B0604030504040204" pitchFamily="50" charset="-128"/>
                <a:cs typeface="Segoe UI" panose="020B0502040204020203" pitchFamily="34" charset="0"/>
              </a:defRPr>
            </a:lvl1pPr>
            <a:lvl2pPr>
              <a:defRPr sz="1800">
                <a:latin typeface="Segoe UI" panose="020B0502040204020203" pitchFamily="34" charset="0"/>
                <a:ea typeface="Meiryo UI" panose="020B0604030504040204" pitchFamily="50" charset="-128"/>
                <a:cs typeface="Segoe UI" panose="020B0502040204020203" pitchFamily="34" charset="0"/>
              </a:defRPr>
            </a:lvl2pPr>
            <a:lvl3pPr>
              <a:defRPr sz="1600">
                <a:latin typeface="Segoe UI" panose="020B0502040204020203" pitchFamily="34" charset="0"/>
                <a:ea typeface="Meiryo UI" panose="020B0604030504040204" pitchFamily="50" charset="-128"/>
                <a:cs typeface="Segoe UI" panose="020B0502040204020203" pitchFamily="34" charset="0"/>
              </a:defRPr>
            </a:lvl3pPr>
            <a:lvl4pPr>
              <a:defRPr sz="1400">
                <a:latin typeface="Segoe UI" panose="020B0502040204020203" pitchFamily="34" charset="0"/>
                <a:ea typeface="Meiryo UI" panose="020B0604030504040204" pitchFamily="50" charset="-128"/>
                <a:cs typeface="Segoe UI" panose="020B0502040204020203" pitchFamily="34" charset="0"/>
              </a:defRPr>
            </a:lvl4pPr>
            <a:lvl5pPr>
              <a:defRPr sz="1400">
                <a:latin typeface="Segoe UI" panose="020B0502040204020203" pitchFamily="34" charset="0"/>
                <a:ea typeface="Meiryo UI" panose="020B0604030504040204" pitchFamily="50" charset="-128"/>
                <a:cs typeface="Segoe UI" panose="020B0502040204020203"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正方形/長方形 8"/>
          <p:cNvSpPr/>
          <p:nvPr/>
        </p:nvSpPr>
        <p:spPr>
          <a:xfrm>
            <a:off x="11660510" y="6551921"/>
            <a:ext cx="53149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600" b="1" smtClean="0">
                <a:solidFill>
                  <a:schemeClr val="tx1"/>
                </a:solidFill>
                <a:latin typeface="Segoe UI" panose="020B0502040204020203" pitchFamily="34" charset="0"/>
                <a:ea typeface="Meiryo UI" panose="020B0604030504040204" pitchFamily="50" charset="-128"/>
                <a:cs typeface="Segoe UI" panose="020B0502040204020203" pitchFamily="34" charset="0"/>
              </a:rPr>
              <a:pPr algn="ctr"/>
              <a:t>‹#›</a:t>
            </a:fld>
            <a:endParaRPr kumimoji="1" lang="ja-JP" altLang="en-US" sz="1600" b="1" dirty="0">
              <a:solidFill>
                <a:schemeClr val="tx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0" name="正方形/長方形 9"/>
          <p:cNvSpPr/>
          <p:nvPr/>
        </p:nvSpPr>
        <p:spPr>
          <a:xfrm>
            <a:off x="11655189" y="6305266"/>
            <a:ext cx="528850" cy="225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5191066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18">
          <p15:clr>
            <a:srgbClr val="FBAE40"/>
          </p15:clr>
        </p15:guide>
        <p15:guide id="3" orient="horz" pos="4088">
          <p15:clr>
            <a:srgbClr val="FBAE40"/>
          </p15:clr>
        </p15:guide>
        <p15:guide id="4" pos="3840">
          <p15:clr>
            <a:srgbClr val="FBAE40"/>
          </p15:clr>
        </p15:guide>
        <p15:guide id="5" pos="211">
          <p15:clr>
            <a:srgbClr val="FBAE40"/>
          </p15:clr>
        </p15:guide>
        <p15:guide id="6" pos="746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68240"/>
            <a:ext cx="5400000" cy="720000"/>
          </a:xfrm>
        </p:spPr>
        <p:txBody>
          <a:bodyPr>
            <a:normAutofit/>
          </a:bodyPr>
          <a:lstStyle>
            <a:lvl1pPr>
              <a:defRPr kumimoji="1" lang="ja-JP" altLang="en-US" sz="2000" b="1" kern="1200" smtClean="0">
                <a:solidFill>
                  <a:srgbClr val="ED7D31"/>
                </a:solidFill>
                <a:latin typeface="Segoe UI" panose="020B0502040204020203" pitchFamily="34" charset="0"/>
                <a:ea typeface="Meiryo UI" panose="020B0604030504040204" pitchFamily="50" charset="-128"/>
                <a:cs typeface="Segoe UI" panose="020B0502040204020203" pitchFamily="34" charset="0"/>
              </a:defRPr>
            </a:lvl1p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839788" y="1094309"/>
            <a:ext cx="5157787" cy="823912"/>
          </a:xfrm>
        </p:spPr>
        <p:txBody>
          <a:bodyPr anchor="b">
            <a:normAutofit/>
          </a:bodyPr>
          <a:lstStyle>
            <a:lvl1pPr marL="0" indent="0">
              <a:buNone/>
              <a:defRPr sz="2000" b="1">
                <a:latin typeface="Segoe UI" panose="020B0502040204020203" pitchFamily="34" charset="0"/>
                <a:ea typeface="Meiryo UI" panose="020B0604030504040204" pitchFamily="50" charset="-128"/>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026347"/>
            <a:ext cx="5157787" cy="4163316"/>
          </a:xfrm>
        </p:spPr>
        <p:txBody>
          <a:bodyPr>
            <a:normAutofit/>
          </a:bodyPr>
          <a:lstStyle>
            <a:lvl1pPr>
              <a:defRPr sz="2000">
                <a:latin typeface="Segoe UI" panose="020B0502040204020203" pitchFamily="34" charset="0"/>
                <a:ea typeface="Meiryo UI" panose="020B0604030504040204" pitchFamily="50" charset="-128"/>
                <a:cs typeface="Segoe UI" panose="020B0502040204020203" pitchFamily="34" charset="0"/>
              </a:defRPr>
            </a:lvl1pPr>
            <a:lvl2pPr>
              <a:defRPr sz="1800">
                <a:latin typeface="Segoe UI" panose="020B0502040204020203" pitchFamily="34" charset="0"/>
                <a:ea typeface="Meiryo UI" panose="020B0604030504040204" pitchFamily="50" charset="-128"/>
                <a:cs typeface="Segoe UI" panose="020B0502040204020203" pitchFamily="34" charset="0"/>
              </a:defRPr>
            </a:lvl2pPr>
            <a:lvl3pPr>
              <a:defRPr sz="1600">
                <a:latin typeface="Segoe UI" panose="020B0502040204020203" pitchFamily="34" charset="0"/>
                <a:ea typeface="Meiryo UI" panose="020B0604030504040204" pitchFamily="50" charset="-128"/>
                <a:cs typeface="Segoe UI" panose="020B0502040204020203" pitchFamily="34" charset="0"/>
              </a:defRPr>
            </a:lvl3pPr>
            <a:lvl4pPr>
              <a:defRPr sz="1400">
                <a:latin typeface="Segoe UI" panose="020B0502040204020203" pitchFamily="34" charset="0"/>
                <a:ea typeface="Meiryo UI" panose="020B0604030504040204" pitchFamily="50" charset="-128"/>
                <a:cs typeface="Segoe UI" panose="020B0502040204020203" pitchFamily="34" charset="0"/>
              </a:defRPr>
            </a:lvl4pPr>
            <a:lvl5pPr>
              <a:defRPr sz="1400">
                <a:latin typeface="Segoe UI" panose="020B0502040204020203" pitchFamily="34" charset="0"/>
                <a:ea typeface="Meiryo UI" panose="020B0604030504040204" pitchFamily="50" charset="-128"/>
                <a:cs typeface="Segoe UI" panose="020B0502040204020203"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p:cNvSpPr>
            <a:spLocks noGrp="1"/>
          </p:cNvSpPr>
          <p:nvPr>
            <p:ph type="body" sz="quarter" idx="3"/>
          </p:nvPr>
        </p:nvSpPr>
        <p:spPr>
          <a:xfrm>
            <a:off x="6172200" y="1094309"/>
            <a:ext cx="5183188" cy="823912"/>
          </a:xfrm>
        </p:spPr>
        <p:txBody>
          <a:bodyPr anchor="b">
            <a:normAutofit/>
          </a:bodyPr>
          <a:lstStyle>
            <a:lvl1pPr marL="0" indent="0">
              <a:buNone/>
              <a:defRPr sz="2000" b="1">
                <a:latin typeface="Segoe UI" panose="020B0502040204020203" pitchFamily="34" charset="0"/>
                <a:ea typeface="Meiryo UI" panose="020B0604030504040204" pitchFamily="50" charset="-128"/>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026347"/>
            <a:ext cx="5183188" cy="4163316"/>
          </a:xfrm>
        </p:spPr>
        <p:txBody>
          <a:bodyPr>
            <a:normAutofit/>
          </a:bodyPr>
          <a:lstStyle>
            <a:lvl1pPr>
              <a:defRPr sz="2000">
                <a:latin typeface="Segoe UI" panose="020B0502040204020203" pitchFamily="34" charset="0"/>
                <a:ea typeface="Meiryo UI" panose="020B0604030504040204" pitchFamily="50" charset="-128"/>
                <a:cs typeface="Segoe UI" panose="020B0502040204020203" pitchFamily="34" charset="0"/>
              </a:defRPr>
            </a:lvl1pPr>
            <a:lvl2pPr>
              <a:defRPr sz="1800">
                <a:latin typeface="Segoe UI" panose="020B0502040204020203" pitchFamily="34" charset="0"/>
                <a:ea typeface="Meiryo UI" panose="020B0604030504040204" pitchFamily="50" charset="-128"/>
                <a:cs typeface="Segoe UI" panose="020B0502040204020203" pitchFamily="34" charset="0"/>
              </a:defRPr>
            </a:lvl2pPr>
            <a:lvl3pPr>
              <a:defRPr sz="1600">
                <a:latin typeface="Segoe UI" panose="020B0502040204020203" pitchFamily="34" charset="0"/>
                <a:ea typeface="Meiryo UI" panose="020B0604030504040204" pitchFamily="50" charset="-128"/>
                <a:cs typeface="Segoe UI" panose="020B0502040204020203" pitchFamily="34" charset="0"/>
              </a:defRPr>
            </a:lvl3pPr>
            <a:lvl4pPr>
              <a:defRPr sz="1400">
                <a:latin typeface="Segoe UI" panose="020B0502040204020203" pitchFamily="34" charset="0"/>
                <a:ea typeface="Meiryo UI" panose="020B0604030504040204" pitchFamily="50" charset="-128"/>
                <a:cs typeface="Segoe UI" panose="020B0502040204020203" pitchFamily="34" charset="0"/>
              </a:defRPr>
            </a:lvl4pPr>
            <a:lvl5pPr>
              <a:defRPr sz="1400">
                <a:latin typeface="Segoe UI" panose="020B0502040204020203" pitchFamily="34" charset="0"/>
                <a:ea typeface="Meiryo UI" panose="020B0604030504040204" pitchFamily="50" charset="-128"/>
                <a:cs typeface="Segoe UI" panose="020B0502040204020203"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1" name="正方形/長方形 10"/>
          <p:cNvSpPr/>
          <p:nvPr/>
        </p:nvSpPr>
        <p:spPr>
          <a:xfrm>
            <a:off x="11660510" y="6551921"/>
            <a:ext cx="53149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600" b="1" smtClean="0">
                <a:solidFill>
                  <a:schemeClr val="tx1"/>
                </a:solidFill>
                <a:latin typeface="Segoe UI" panose="020B0502040204020203" pitchFamily="34" charset="0"/>
                <a:ea typeface="Meiryo UI" panose="020B0604030504040204" pitchFamily="50" charset="-128"/>
                <a:cs typeface="Segoe UI" panose="020B0502040204020203" pitchFamily="34" charset="0"/>
              </a:rPr>
              <a:pPr algn="ctr"/>
              <a:t>‹#›</a:t>
            </a:fld>
            <a:endParaRPr kumimoji="1" lang="ja-JP" altLang="en-US" sz="1600" b="1" dirty="0">
              <a:solidFill>
                <a:schemeClr val="tx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2" name="正方形/長方形 11"/>
          <p:cNvSpPr/>
          <p:nvPr/>
        </p:nvSpPr>
        <p:spPr>
          <a:xfrm>
            <a:off x="11655189" y="6305266"/>
            <a:ext cx="528850" cy="225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54874098"/>
      </p:ext>
    </p:extLst>
  </p:cSld>
  <p:clrMapOvr>
    <a:masterClrMapping/>
  </p:clrMapOvr>
  <p:extLst>
    <p:ext uri="{DCECCB84-F9BA-43D5-87BE-67443E8EF086}">
      <p15:sldGuideLst xmlns:p15="http://schemas.microsoft.com/office/powerpoint/2012/main">
        <p15:guide id="1" pos="3840">
          <p15:clr>
            <a:srgbClr val="FBAE40"/>
          </p15:clr>
        </p15:guide>
        <p15:guide id="2" pos="211">
          <p15:clr>
            <a:srgbClr val="FBAE40"/>
          </p15:clr>
        </p15:guide>
        <p15:guide id="3" pos="7469">
          <p15:clr>
            <a:srgbClr val="FBAE40"/>
          </p15:clr>
        </p15:guide>
        <p15:guide id="4" orient="horz" pos="2160">
          <p15:clr>
            <a:srgbClr val="FBAE40"/>
          </p15:clr>
        </p15:guide>
        <p15:guide id="5" orient="horz" pos="618">
          <p15:clr>
            <a:srgbClr val="FBAE40"/>
          </p15:clr>
        </p15:guide>
        <p15:guide id="6" orient="horz" pos="408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1" y="68240"/>
            <a:ext cx="5400000" cy="720000"/>
          </a:xfrm>
        </p:spPr>
        <p:txBody>
          <a:bodyPr>
            <a:normAutofit/>
          </a:bodyPr>
          <a:lstStyle>
            <a:lvl1pPr>
              <a:defRPr kumimoji="1" lang="ja-JP" altLang="en-US" sz="2000" b="1" kern="1200" smtClean="0">
                <a:solidFill>
                  <a:srgbClr val="ED7D31"/>
                </a:solidFill>
                <a:latin typeface="Segoe UI" panose="020B0502040204020203" pitchFamily="34" charset="0"/>
                <a:ea typeface="Meiryo UI" panose="020B0604030504040204" pitchFamily="50" charset="-128"/>
                <a:cs typeface="Segoe UI" panose="020B0502040204020203" pitchFamily="34" charset="0"/>
              </a:defRPr>
            </a:lvl1pPr>
          </a:lstStyle>
          <a:p>
            <a:r>
              <a:rPr kumimoji="1" lang="ja-JP" altLang="en-US"/>
              <a:t>マスター タイトルの書式設定</a:t>
            </a:r>
            <a:endParaRPr kumimoji="1" lang="ja-JP" altLang="en-US" dirty="0"/>
          </a:p>
        </p:txBody>
      </p:sp>
      <p:sp>
        <p:nvSpPr>
          <p:cNvPr id="7" name="正方形/長方形 6"/>
          <p:cNvSpPr/>
          <p:nvPr/>
        </p:nvSpPr>
        <p:spPr>
          <a:xfrm>
            <a:off x="11660510" y="6551921"/>
            <a:ext cx="53149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600" b="1" smtClean="0">
                <a:solidFill>
                  <a:schemeClr val="tx1"/>
                </a:solidFill>
                <a:latin typeface="Segoe UI" panose="020B0502040204020203" pitchFamily="34" charset="0"/>
                <a:ea typeface="Meiryo UI" panose="020B0604030504040204" pitchFamily="50" charset="-128"/>
                <a:cs typeface="Segoe UI" panose="020B0502040204020203" pitchFamily="34" charset="0"/>
              </a:rPr>
              <a:pPr algn="ctr"/>
              <a:t>‹#›</a:t>
            </a:fld>
            <a:endParaRPr kumimoji="1" lang="ja-JP" altLang="en-US" sz="1600" b="1" dirty="0">
              <a:solidFill>
                <a:schemeClr val="tx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8" name="正方形/長方形 7"/>
          <p:cNvSpPr/>
          <p:nvPr/>
        </p:nvSpPr>
        <p:spPr>
          <a:xfrm>
            <a:off x="11655189" y="6305266"/>
            <a:ext cx="528850" cy="225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49840349"/>
      </p:ext>
    </p:extLst>
  </p:cSld>
  <p:clrMapOvr>
    <a:masterClrMapping/>
  </p:clrMapOvr>
  <p:extLst>
    <p:ext uri="{DCECCB84-F9BA-43D5-87BE-67443E8EF086}">
      <p15:sldGuideLst xmlns:p15="http://schemas.microsoft.com/office/powerpoint/2012/main">
        <p15:guide id="1" pos="3840">
          <p15:clr>
            <a:srgbClr val="FBAE40"/>
          </p15:clr>
        </p15:guide>
        <p15:guide id="2" pos="211">
          <p15:clr>
            <a:srgbClr val="FBAE40"/>
          </p15:clr>
        </p15:guide>
        <p15:guide id="3" pos="7469">
          <p15:clr>
            <a:srgbClr val="FBAE40"/>
          </p15:clr>
        </p15:guide>
        <p15:guide id="4" orient="horz" pos="2160">
          <p15:clr>
            <a:srgbClr val="FBAE40"/>
          </p15:clr>
        </p15:guide>
        <p15:guide id="5" orient="horz" pos="618">
          <p15:clr>
            <a:srgbClr val="FBAE40"/>
          </p15:clr>
        </p15:guide>
        <p15:guide id="6" orient="horz" pos="40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正方形/長方形 5"/>
          <p:cNvSpPr/>
          <p:nvPr/>
        </p:nvSpPr>
        <p:spPr>
          <a:xfrm>
            <a:off x="11660510" y="6551921"/>
            <a:ext cx="53149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600" b="1" smtClean="0">
                <a:solidFill>
                  <a:schemeClr val="tx1"/>
                </a:solidFill>
                <a:latin typeface="Segoe UI" panose="020B0502040204020203" pitchFamily="34" charset="0"/>
                <a:ea typeface="Meiryo UI" panose="020B0604030504040204" pitchFamily="50" charset="-128"/>
                <a:cs typeface="Segoe UI" panose="020B0502040204020203" pitchFamily="34" charset="0"/>
              </a:rPr>
              <a:pPr algn="ctr"/>
              <a:t>‹#›</a:t>
            </a:fld>
            <a:endParaRPr kumimoji="1" lang="ja-JP" altLang="en-US" sz="1600" b="1" dirty="0">
              <a:solidFill>
                <a:schemeClr val="tx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7" name="正方形/長方形 6"/>
          <p:cNvSpPr/>
          <p:nvPr/>
        </p:nvSpPr>
        <p:spPr>
          <a:xfrm>
            <a:off x="11655189" y="6305266"/>
            <a:ext cx="528850" cy="225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409199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18">
          <p15:clr>
            <a:srgbClr val="FBAE40"/>
          </p15:clr>
        </p15:guide>
        <p15:guide id="3" orient="horz" pos="4088">
          <p15:clr>
            <a:srgbClr val="FBAE40"/>
          </p15:clr>
        </p15:guide>
        <p15:guide id="4" pos="3840">
          <p15:clr>
            <a:srgbClr val="FBAE40"/>
          </p15:clr>
        </p15:guide>
        <p15:guide id="5" pos="211">
          <p15:clr>
            <a:srgbClr val="FBAE40"/>
          </p15:clr>
        </p15:guide>
        <p15:guide id="6" pos="746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68240"/>
            <a:ext cx="5400000" cy="720000"/>
          </a:xfrm>
        </p:spPr>
        <p:txBody>
          <a:bodyPr anchor="ctr">
            <a:normAutofit/>
          </a:bodyPr>
          <a:lstStyle>
            <a:lvl1pPr algn="l">
              <a:defRPr kumimoji="1" lang="ja-JP" altLang="en-US" sz="2000" b="1" kern="1200" smtClean="0">
                <a:solidFill>
                  <a:srgbClr val="ED7D31"/>
                </a:solidFill>
                <a:latin typeface="Segoe UI" panose="020B0502040204020203" pitchFamily="34" charset="0"/>
                <a:ea typeface="Meiryo UI" panose="020B0604030504040204" pitchFamily="50" charset="-128"/>
                <a:cs typeface="Segoe UI" panose="020B0502040204020203" pitchFamily="34" charset="0"/>
              </a:defRPr>
            </a:lvl1pPr>
          </a:lstStyle>
          <a:p>
            <a:r>
              <a:rPr kumimoji="1" lang="ja-JP" altLang="en-US"/>
              <a:t>マスター タイトルの書式設定</a:t>
            </a:r>
            <a:endParaRPr kumimoji="1" lang="ja-JP" altLang="en-US" dirty="0"/>
          </a:p>
        </p:txBody>
      </p:sp>
      <p:sp>
        <p:nvSpPr>
          <p:cNvPr id="3" name="コンテンツ プレースホルダー 2"/>
          <p:cNvSpPr>
            <a:spLocks noGrp="1"/>
          </p:cNvSpPr>
          <p:nvPr>
            <p:ph idx="1"/>
          </p:nvPr>
        </p:nvSpPr>
        <p:spPr>
          <a:xfrm>
            <a:off x="5183188" y="1103638"/>
            <a:ext cx="6172200" cy="4757412"/>
          </a:xfrm>
        </p:spPr>
        <p:txBody>
          <a:bodyPr>
            <a:normAutofit/>
          </a:bodyPr>
          <a:lstStyle>
            <a:lvl1pPr>
              <a:defRPr sz="2000">
                <a:latin typeface="Segoe UI" panose="020B0502040204020203" pitchFamily="34" charset="0"/>
                <a:ea typeface="Meiryo UI" panose="020B0604030504040204" pitchFamily="50" charset="-128"/>
                <a:cs typeface="Segoe UI" panose="020B0502040204020203" pitchFamily="34" charset="0"/>
              </a:defRPr>
            </a:lvl1pPr>
            <a:lvl2pPr>
              <a:defRPr sz="1800">
                <a:latin typeface="Segoe UI" panose="020B0502040204020203" pitchFamily="34" charset="0"/>
                <a:ea typeface="Meiryo UI" panose="020B0604030504040204" pitchFamily="50" charset="-128"/>
                <a:cs typeface="Segoe UI" panose="020B0502040204020203" pitchFamily="34" charset="0"/>
              </a:defRPr>
            </a:lvl2pPr>
            <a:lvl3pPr>
              <a:defRPr sz="1600">
                <a:latin typeface="Segoe UI" panose="020B0502040204020203" pitchFamily="34" charset="0"/>
                <a:ea typeface="Meiryo UI" panose="020B0604030504040204" pitchFamily="50" charset="-128"/>
                <a:cs typeface="Segoe UI" panose="020B0502040204020203" pitchFamily="34" charset="0"/>
              </a:defRPr>
            </a:lvl3pPr>
            <a:lvl4pPr>
              <a:defRPr sz="1400">
                <a:latin typeface="Segoe UI" panose="020B0502040204020203" pitchFamily="34" charset="0"/>
                <a:ea typeface="Meiryo UI" panose="020B0604030504040204" pitchFamily="50" charset="-128"/>
                <a:cs typeface="Segoe UI" panose="020B0502040204020203" pitchFamily="34" charset="0"/>
              </a:defRPr>
            </a:lvl4pPr>
            <a:lvl5pPr>
              <a:defRPr sz="1400">
                <a:latin typeface="Segoe UI" panose="020B0502040204020203" pitchFamily="34" charset="0"/>
                <a:ea typeface="Meiryo UI" panose="020B0604030504040204" pitchFamily="50" charset="-128"/>
                <a:cs typeface="Segoe UI" panose="020B0502040204020203" pitchFamily="34" charset="0"/>
              </a:defRPr>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テキスト プレースホルダー 3"/>
          <p:cNvSpPr>
            <a:spLocks noGrp="1"/>
          </p:cNvSpPr>
          <p:nvPr>
            <p:ph type="body" sz="half" idx="2"/>
          </p:nvPr>
        </p:nvSpPr>
        <p:spPr>
          <a:xfrm>
            <a:off x="839788" y="1103827"/>
            <a:ext cx="3932237" cy="4765161"/>
          </a:xfrm>
        </p:spPr>
        <p:txBody>
          <a:bodyPr>
            <a:normAutofit/>
          </a:bodyPr>
          <a:lstStyle>
            <a:lvl1pPr marL="0" indent="0">
              <a:buNone/>
              <a:defRPr sz="2000">
                <a:latin typeface="Segoe UI" panose="020B0502040204020203" pitchFamily="34" charset="0"/>
                <a:ea typeface="Meiryo UI" panose="020B0604030504040204" pitchFamily="50" charset="-128"/>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9" name="正方形/長方形 8"/>
          <p:cNvSpPr/>
          <p:nvPr/>
        </p:nvSpPr>
        <p:spPr>
          <a:xfrm>
            <a:off x="11660510" y="6551921"/>
            <a:ext cx="53149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600" b="1" smtClean="0">
                <a:solidFill>
                  <a:schemeClr val="tx1"/>
                </a:solidFill>
                <a:latin typeface="Segoe UI" panose="020B0502040204020203" pitchFamily="34" charset="0"/>
                <a:ea typeface="Meiryo UI" panose="020B0604030504040204" pitchFamily="50" charset="-128"/>
                <a:cs typeface="Segoe UI" panose="020B0502040204020203" pitchFamily="34" charset="0"/>
              </a:rPr>
              <a:pPr algn="ctr"/>
              <a:t>‹#›</a:t>
            </a:fld>
            <a:endParaRPr kumimoji="1" lang="ja-JP" altLang="en-US" sz="1600" b="1" dirty="0">
              <a:solidFill>
                <a:schemeClr val="tx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0" name="正方形/長方形 9"/>
          <p:cNvSpPr/>
          <p:nvPr/>
        </p:nvSpPr>
        <p:spPr>
          <a:xfrm>
            <a:off x="11655189" y="6305266"/>
            <a:ext cx="528850" cy="225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8245373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18">
          <p15:clr>
            <a:srgbClr val="FBAE40"/>
          </p15:clr>
        </p15:guide>
        <p15:guide id="3" orient="horz" pos="4088">
          <p15:clr>
            <a:srgbClr val="FBAE40"/>
          </p15:clr>
        </p15:guide>
        <p15:guide id="4" pos="3840">
          <p15:clr>
            <a:srgbClr val="FBAE40"/>
          </p15:clr>
        </p15:guide>
        <p15:guide id="5" pos="211">
          <p15:clr>
            <a:srgbClr val="FBAE40"/>
          </p15:clr>
        </p15:guide>
        <p15:guide id="6" pos="746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68240"/>
            <a:ext cx="5400000" cy="720000"/>
          </a:xfrm>
        </p:spPr>
        <p:txBody>
          <a:bodyPr anchor="ctr"/>
          <a:lstStyle>
            <a:lvl1pPr>
              <a:defRPr kumimoji="1" lang="ja-JP" altLang="en-US" sz="2000" b="1" kern="1200" dirty="0" smtClean="0">
                <a:solidFill>
                  <a:srgbClr val="ED7D31"/>
                </a:solidFill>
                <a:latin typeface="Segoe UI" panose="020B0502040204020203" pitchFamily="34" charset="0"/>
                <a:ea typeface="Meiryo UI" panose="020B0604030504040204" pitchFamily="50" charset="-128"/>
                <a:cs typeface="Segoe UI" panose="020B0502040204020203" pitchFamily="34" charset="0"/>
              </a:defRPr>
            </a:lvl1pPr>
          </a:lstStyle>
          <a:p>
            <a:r>
              <a:rPr kumimoji="1" lang="ja-JP" altLang="en-US"/>
              <a:t>マスター タイトルの書式設定</a:t>
            </a:r>
            <a:endParaRPr kumimoji="1" lang="ja-JP" altLang="en-US" dirty="0"/>
          </a:p>
        </p:txBody>
      </p:sp>
      <p:sp>
        <p:nvSpPr>
          <p:cNvPr id="3" name="図プレースホルダー 2"/>
          <p:cNvSpPr>
            <a:spLocks noGrp="1"/>
          </p:cNvSpPr>
          <p:nvPr>
            <p:ph type="pic" idx="1"/>
          </p:nvPr>
        </p:nvSpPr>
        <p:spPr>
          <a:xfrm>
            <a:off x="5183188" y="1103638"/>
            <a:ext cx="6172200" cy="4757412"/>
          </a:xfrm>
        </p:spPr>
        <p:txBody>
          <a:bodyPr>
            <a:normAutofit/>
          </a:bodyPr>
          <a:lstStyle>
            <a:lvl1pPr marL="0" indent="0">
              <a:buNone/>
              <a:defRPr sz="2000">
                <a:latin typeface="Segoe UI" panose="020B0502040204020203" pitchFamily="34" charset="0"/>
                <a:ea typeface="Meiryo UI" panose="020B0604030504040204" pitchFamily="50" charset="-128"/>
                <a:cs typeface="Segoe UI" panose="020B050204020402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839788" y="1103827"/>
            <a:ext cx="3932237" cy="4765161"/>
          </a:xfrm>
        </p:spPr>
        <p:txBody>
          <a:bodyPr/>
          <a:lstStyle>
            <a:lvl1pPr marL="0" indent="0">
              <a:buNone/>
              <a:defRPr sz="2000">
                <a:latin typeface="Segoe UI" panose="020B0502040204020203" pitchFamily="34" charset="0"/>
                <a:ea typeface="Meiryo UI" panose="020B0604030504040204" pitchFamily="50" charset="-128"/>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9" name="正方形/長方形 8"/>
          <p:cNvSpPr/>
          <p:nvPr/>
        </p:nvSpPr>
        <p:spPr>
          <a:xfrm>
            <a:off x="11660510" y="6551921"/>
            <a:ext cx="53149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600" b="1" smtClean="0">
                <a:solidFill>
                  <a:schemeClr val="tx1"/>
                </a:solidFill>
                <a:latin typeface="Segoe UI" panose="020B0502040204020203" pitchFamily="34" charset="0"/>
                <a:ea typeface="Meiryo UI" panose="020B0604030504040204" pitchFamily="50" charset="-128"/>
                <a:cs typeface="Segoe UI" panose="020B0502040204020203" pitchFamily="34" charset="0"/>
              </a:rPr>
              <a:pPr algn="ctr"/>
              <a:t>‹#›</a:t>
            </a:fld>
            <a:endParaRPr kumimoji="1" lang="ja-JP" altLang="en-US" sz="1600" b="1" dirty="0">
              <a:solidFill>
                <a:schemeClr val="tx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0" name="正方形/長方形 9"/>
          <p:cNvSpPr/>
          <p:nvPr/>
        </p:nvSpPr>
        <p:spPr>
          <a:xfrm>
            <a:off x="11655189" y="6305266"/>
            <a:ext cx="528850" cy="225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7191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18">
          <p15:clr>
            <a:srgbClr val="FBAE40"/>
          </p15:clr>
        </p15:guide>
        <p15:guide id="3" orient="horz" pos="4088">
          <p15:clr>
            <a:srgbClr val="FBAE40"/>
          </p15:clr>
        </p15:guide>
        <p15:guide id="4" pos="3840">
          <p15:clr>
            <a:srgbClr val="FBAE40"/>
          </p15:clr>
        </p15:guide>
        <p15:guide id="5" pos="211">
          <p15:clr>
            <a:srgbClr val="FBAE40"/>
          </p15:clr>
        </p15:guide>
        <p15:guide id="6" pos="746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2_タイトル スライド">
    <p:spTree>
      <p:nvGrpSpPr>
        <p:cNvPr id="1" name=""/>
        <p:cNvGrpSpPr/>
        <p:nvPr/>
      </p:nvGrpSpPr>
      <p:grpSpPr>
        <a:xfrm>
          <a:off x="0" y="0"/>
          <a:ext cx="0" cy="0"/>
          <a:chOff x="0" y="0"/>
          <a:chExt cx="0" cy="0"/>
        </a:xfrm>
      </p:grpSpPr>
      <p:sp>
        <p:nvSpPr>
          <p:cNvPr id="8" name="正方形/長方形 7"/>
          <p:cNvSpPr/>
          <p:nvPr/>
        </p:nvSpPr>
        <p:spPr>
          <a:xfrm>
            <a:off x="53818" y="691693"/>
            <a:ext cx="12084364" cy="80818"/>
          </a:xfrm>
          <a:prstGeom prst="rect">
            <a:avLst/>
          </a:prstGeom>
          <a:gradFill flip="none" rotWithShape="1">
            <a:gsLst>
              <a:gs pos="0">
                <a:srgbClr val="FF0000"/>
              </a:gs>
              <a:gs pos="50000">
                <a:schemeClr val="bg1"/>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 name="図 2" descr="文字が書かれている&#10;&#10;中程度の精度で自動的に生成された説明">
            <a:extLst>
              <a:ext uri="{FF2B5EF4-FFF2-40B4-BE49-F238E27FC236}">
                <a16:creationId xmlns:a16="http://schemas.microsoft.com/office/drawing/2014/main" id="{E15AE039-B136-464A-8498-4847B54207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818" y="59250"/>
            <a:ext cx="1109703" cy="618668"/>
          </a:xfrm>
          <a:prstGeom prst="rect">
            <a:avLst/>
          </a:prstGeom>
        </p:spPr>
      </p:pic>
      <p:pic>
        <p:nvPicPr>
          <p:cNvPr id="5" name="Picture 2">
            <a:extLst>
              <a:ext uri="{FF2B5EF4-FFF2-40B4-BE49-F238E27FC236}">
                <a16:creationId xmlns:a16="http://schemas.microsoft.com/office/drawing/2014/main" id="{B1CB130A-AF8D-40D3-A266-BF2AE4EF064F}"/>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tretch/>
        </p:blipFill>
        <p:spPr bwMode="auto">
          <a:xfrm>
            <a:off x="11740337" y="0"/>
            <a:ext cx="451663" cy="310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付プレースホルダー 1">
            <a:extLst>
              <a:ext uri="{FF2B5EF4-FFF2-40B4-BE49-F238E27FC236}">
                <a16:creationId xmlns:a16="http://schemas.microsoft.com/office/drawing/2014/main" id="{82722BF0-7452-6F03-992B-44D24C8A8E99}"/>
              </a:ext>
            </a:extLst>
          </p:cNvPr>
          <p:cNvSpPr>
            <a:spLocks noGrp="1"/>
          </p:cNvSpPr>
          <p:nvPr>
            <p:ph type="dt" sz="half" idx="10"/>
          </p:nvPr>
        </p:nvSpPr>
        <p:spPr/>
        <p:txBody>
          <a:bodyPr/>
          <a:lstStyle/>
          <a:p>
            <a:fld id="{F72A8091-903E-405A-8EDD-D66C4E8B5B99}" type="datetimeFigureOut">
              <a:rPr kumimoji="1" lang="ja-JP" altLang="en-US" smtClean="0"/>
              <a:t>2024/8/1</a:t>
            </a:fld>
            <a:endParaRPr kumimoji="1" lang="ja-JP" altLang="en-US"/>
          </a:p>
        </p:txBody>
      </p:sp>
      <p:sp>
        <p:nvSpPr>
          <p:cNvPr id="4" name="フッター プレースホルダー 3">
            <a:extLst>
              <a:ext uri="{FF2B5EF4-FFF2-40B4-BE49-F238E27FC236}">
                <a16:creationId xmlns:a16="http://schemas.microsoft.com/office/drawing/2014/main" id="{103C4FE7-6B6B-0276-ECA6-315B99E6FC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04F77C-46C7-A256-13CA-481209B4906C}"/>
              </a:ext>
            </a:extLst>
          </p:cNvPr>
          <p:cNvSpPr>
            <a:spLocks noGrp="1"/>
          </p:cNvSpPr>
          <p:nvPr>
            <p:ph type="sldNum" sz="quarter" idx="12"/>
          </p:nvPr>
        </p:nvSpPr>
        <p:spPr>
          <a:xfrm>
            <a:off x="11519337" y="305091"/>
            <a:ext cx="659173" cy="365125"/>
          </a:xfrm>
        </p:spPr>
        <p:txBody>
          <a:bodyPr/>
          <a:lstStyle/>
          <a:p>
            <a:fld id="{4A5B6454-B528-4DF4-AEA8-B20FC254EAE8}" type="slidenum">
              <a:rPr kumimoji="1" lang="ja-JP" altLang="en-US" smtClean="0"/>
              <a:t>‹#›</a:t>
            </a:fld>
            <a:endParaRPr kumimoji="1" lang="ja-JP" altLang="en-US"/>
          </a:p>
        </p:txBody>
      </p:sp>
    </p:spTree>
    <p:extLst>
      <p:ext uri="{BB962C8B-B14F-4D97-AF65-F5344CB8AC3E}">
        <p14:creationId xmlns:p14="http://schemas.microsoft.com/office/powerpoint/2010/main" val="2012174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531895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kumimoji="1"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130000"/>
        </a:lnSpc>
        <a:spcBef>
          <a:spcPts val="18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130000"/>
        </a:lnSpc>
        <a:spcBef>
          <a:spcPts val="600"/>
        </a:spcBef>
        <a:buFont typeface="Meiryo UI" panose="020B0604030504040204" pitchFamily="50" charset="-128"/>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6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6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5DDB47-8AAF-D5A6-B226-D63279986AC1}"/>
              </a:ext>
            </a:extLst>
          </p:cNvPr>
          <p:cNvSpPr>
            <a:spLocks noGrp="1"/>
          </p:cNvSpPr>
          <p:nvPr>
            <p:ph type="ctrTitle"/>
          </p:nvPr>
        </p:nvSpPr>
        <p:spPr/>
        <p:txBody>
          <a:bodyPr>
            <a:normAutofit/>
          </a:bodyPr>
          <a:lstStyle/>
          <a:p>
            <a:r>
              <a:rPr kumimoji="1" lang="ja-JP" altLang="en-US" dirty="0"/>
              <a:t>品番設計支援状況</a:t>
            </a:r>
          </a:p>
        </p:txBody>
      </p:sp>
      <p:sp>
        <p:nvSpPr>
          <p:cNvPr id="3" name="字幕 2">
            <a:extLst>
              <a:ext uri="{FF2B5EF4-FFF2-40B4-BE49-F238E27FC236}">
                <a16:creationId xmlns:a16="http://schemas.microsoft.com/office/drawing/2014/main" id="{F42A76EE-BBB4-9EE1-A9A8-CC6655770E79}"/>
              </a:ext>
            </a:extLst>
          </p:cNvPr>
          <p:cNvSpPr>
            <a:spLocks noGrp="1"/>
          </p:cNvSpPr>
          <p:nvPr>
            <p:ph type="subTitle" idx="1"/>
          </p:nvPr>
        </p:nvSpPr>
        <p:spPr/>
        <p:txBody>
          <a:bodyPr/>
          <a:lstStyle/>
          <a:p>
            <a:r>
              <a:rPr kumimoji="1" lang="ja-JP" altLang="en-US" dirty="0"/>
              <a:t>デジタル家系図</a:t>
            </a:r>
            <a:r>
              <a:rPr kumimoji="1" lang="en-US" altLang="ja-JP" dirty="0" err="1"/>
              <a:t>Prj</a:t>
            </a:r>
            <a:r>
              <a:rPr kumimoji="1" lang="ja-JP" altLang="en-US" dirty="0"/>
              <a:t>における</a:t>
            </a:r>
            <a:r>
              <a:rPr kumimoji="1" lang="en-US" altLang="ja-JP" dirty="0"/>
              <a:t>EDC</a:t>
            </a:r>
            <a:r>
              <a:rPr kumimoji="1" lang="ja-JP" altLang="en-US" dirty="0"/>
              <a:t>との要件調整状況</a:t>
            </a:r>
          </a:p>
        </p:txBody>
      </p:sp>
    </p:spTree>
    <p:extLst>
      <p:ext uri="{BB962C8B-B14F-4D97-AF65-F5344CB8AC3E}">
        <p14:creationId xmlns:p14="http://schemas.microsoft.com/office/powerpoint/2010/main" val="485984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F0F62A-1D40-B62D-245C-7584B220D6BB}"/>
              </a:ext>
            </a:extLst>
          </p:cNvPr>
          <p:cNvSpPr>
            <a:spLocks noGrp="1"/>
          </p:cNvSpPr>
          <p:nvPr>
            <p:ph type="title"/>
          </p:nvPr>
        </p:nvSpPr>
        <p:spPr/>
        <p:txBody>
          <a:bodyPr/>
          <a:lstStyle/>
          <a:p>
            <a:r>
              <a:rPr lang="ja-JP" altLang="en-US" dirty="0"/>
              <a:t>デジタル家系図の現在地</a:t>
            </a:r>
            <a:endParaRPr kumimoji="1" lang="ja-JP" altLang="en-US" dirty="0"/>
          </a:p>
        </p:txBody>
      </p:sp>
      <p:graphicFrame>
        <p:nvGraphicFramePr>
          <p:cNvPr id="3" name="表 3">
            <a:extLst>
              <a:ext uri="{FF2B5EF4-FFF2-40B4-BE49-F238E27FC236}">
                <a16:creationId xmlns:a16="http://schemas.microsoft.com/office/drawing/2014/main" id="{169E75D9-C981-7BB1-9425-7AFFF67A9E1E}"/>
              </a:ext>
            </a:extLst>
          </p:cNvPr>
          <p:cNvGraphicFramePr>
            <a:graphicFrameLocks noGrp="1"/>
          </p:cNvGraphicFramePr>
          <p:nvPr/>
        </p:nvGraphicFramePr>
        <p:xfrm>
          <a:off x="1126793" y="1665282"/>
          <a:ext cx="9541312" cy="2731104"/>
        </p:xfrm>
        <a:graphic>
          <a:graphicData uri="http://schemas.openxmlformats.org/drawingml/2006/table">
            <a:tbl>
              <a:tblPr firstRow="1" bandRow="1">
                <a:tableStyleId>{2D5ABB26-0587-4C30-8999-92F81FD0307C}</a:tableStyleId>
              </a:tblPr>
              <a:tblGrid>
                <a:gridCol w="954676">
                  <a:extLst>
                    <a:ext uri="{9D8B030D-6E8A-4147-A177-3AD203B41FA5}">
                      <a16:colId xmlns:a16="http://schemas.microsoft.com/office/drawing/2014/main" val="2444452451"/>
                    </a:ext>
                  </a:extLst>
                </a:gridCol>
                <a:gridCol w="954676">
                  <a:extLst>
                    <a:ext uri="{9D8B030D-6E8A-4147-A177-3AD203B41FA5}">
                      <a16:colId xmlns:a16="http://schemas.microsoft.com/office/drawing/2014/main" val="3058932484"/>
                    </a:ext>
                  </a:extLst>
                </a:gridCol>
                <a:gridCol w="954676">
                  <a:extLst>
                    <a:ext uri="{9D8B030D-6E8A-4147-A177-3AD203B41FA5}">
                      <a16:colId xmlns:a16="http://schemas.microsoft.com/office/drawing/2014/main" val="581724033"/>
                    </a:ext>
                  </a:extLst>
                </a:gridCol>
                <a:gridCol w="954676">
                  <a:extLst>
                    <a:ext uri="{9D8B030D-6E8A-4147-A177-3AD203B41FA5}">
                      <a16:colId xmlns:a16="http://schemas.microsoft.com/office/drawing/2014/main" val="764475902"/>
                    </a:ext>
                  </a:extLst>
                </a:gridCol>
                <a:gridCol w="954676">
                  <a:extLst>
                    <a:ext uri="{9D8B030D-6E8A-4147-A177-3AD203B41FA5}">
                      <a16:colId xmlns:a16="http://schemas.microsoft.com/office/drawing/2014/main" val="1512878792"/>
                    </a:ext>
                  </a:extLst>
                </a:gridCol>
                <a:gridCol w="954676">
                  <a:extLst>
                    <a:ext uri="{9D8B030D-6E8A-4147-A177-3AD203B41FA5}">
                      <a16:colId xmlns:a16="http://schemas.microsoft.com/office/drawing/2014/main" val="3289842300"/>
                    </a:ext>
                  </a:extLst>
                </a:gridCol>
                <a:gridCol w="954676">
                  <a:extLst>
                    <a:ext uri="{9D8B030D-6E8A-4147-A177-3AD203B41FA5}">
                      <a16:colId xmlns:a16="http://schemas.microsoft.com/office/drawing/2014/main" val="2446469498"/>
                    </a:ext>
                  </a:extLst>
                </a:gridCol>
                <a:gridCol w="954676">
                  <a:extLst>
                    <a:ext uri="{9D8B030D-6E8A-4147-A177-3AD203B41FA5}">
                      <a16:colId xmlns:a16="http://schemas.microsoft.com/office/drawing/2014/main" val="2470886231"/>
                    </a:ext>
                  </a:extLst>
                </a:gridCol>
                <a:gridCol w="954676">
                  <a:extLst>
                    <a:ext uri="{9D8B030D-6E8A-4147-A177-3AD203B41FA5}">
                      <a16:colId xmlns:a16="http://schemas.microsoft.com/office/drawing/2014/main" val="1225842266"/>
                    </a:ext>
                  </a:extLst>
                </a:gridCol>
                <a:gridCol w="949228">
                  <a:extLst>
                    <a:ext uri="{9D8B030D-6E8A-4147-A177-3AD203B41FA5}">
                      <a16:colId xmlns:a16="http://schemas.microsoft.com/office/drawing/2014/main" val="3183080539"/>
                    </a:ext>
                  </a:extLst>
                </a:gridCol>
              </a:tblGrid>
              <a:tr h="287447">
                <a:tc gridSpan="4">
                  <a:txBody>
                    <a:bodyPr/>
                    <a:lstStyle/>
                    <a:p>
                      <a:pPr algn="ctr"/>
                      <a:r>
                        <a:rPr kumimoji="1" lang="en-US" altLang="ja-JP" sz="1400" b="1" dirty="0"/>
                        <a:t>FY23</a:t>
                      </a: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noFill/>
                  </a:tcPr>
                </a:tc>
                <a:tc hMerge="1">
                  <a:txBody>
                    <a:bodyPr/>
                    <a:lstStyle/>
                    <a:p>
                      <a:pPr algn="ct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noFill/>
                  </a:tcPr>
                </a:tc>
                <a:tc hMerge="1">
                  <a:txBody>
                    <a:bodyPr/>
                    <a:lstStyle/>
                    <a:p>
                      <a:pPr algn="ct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noFill/>
                  </a:tcPr>
                </a:tc>
                <a:tc hMerge="1">
                  <a:txBody>
                    <a:bodyPr/>
                    <a:lstStyle/>
                    <a:p>
                      <a:pPr algn="ct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no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dirty="0"/>
                        <a:t>FY24</a:t>
                      </a: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rgbClr val="F8F8F8"/>
                      </a:solidFill>
                      <a:prstDash val="solid"/>
                      <a:round/>
                      <a:headEnd type="none" w="med" len="med"/>
                      <a:tailEnd type="none" w="med" len="med"/>
                    </a:lnR>
                    <a:noFill/>
                  </a:tcPr>
                </a:tc>
                <a:tc hMerge="1">
                  <a:txBody>
                    <a:bodyPr/>
                    <a:lstStyle/>
                    <a:p>
                      <a:pPr algn="ct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noFill/>
                  </a:tcPr>
                </a:tc>
                <a:tc hMerge="1">
                  <a:txBody>
                    <a:bodyPr/>
                    <a:lstStyle/>
                    <a:p>
                      <a:pPr algn="ct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noFill/>
                  </a:tcPr>
                </a:tc>
                <a:tc hMerge="1">
                  <a:txBody>
                    <a:bodyPr/>
                    <a:lstStyle/>
                    <a:p>
                      <a:pPr algn="ct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noFill/>
                  </a:tcPr>
                </a:tc>
                <a:tc hMerge="1">
                  <a:txBody>
                    <a:bodyPr/>
                    <a:lstStyle/>
                    <a:p>
                      <a:pPr algn="ctr"/>
                      <a:endParaRPr kumimoji="1" lang="ja-JP" altLang="en-US" sz="1400" b="1"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1" dirty="0"/>
                    </a:p>
                  </a:txBody>
                  <a:tcPr>
                    <a:lnL w="12700" cap="flat" cmpd="sng" algn="ctr">
                      <a:solidFill>
                        <a:srgbClr val="F8F8F8"/>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B>
                      <a:noFill/>
                    </a:lnB>
                    <a:noFill/>
                  </a:tcPr>
                </a:tc>
                <a:extLst>
                  <a:ext uri="{0D108BD9-81ED-4DB2-BD59-A6C34878D82A}">
                    <a16:rowId xmlns:a16="http://schemas.microsoft.com/office/drawing/2014/main" val="2424899370"/>
                  </a:ext>
                </a:extLst>
              </a:tr>
              <a:tr h="287447">
                <a:tc rowSpan="2">
                  <a:txBody>
                    <a:bodyPr/>
                    <a:lstStyle/>
                    <a:p>
                      <a:pPr algn="ctr"/>
                      <a:r>
                        <a:rPr kumimoji="1" lang="en-US" altLang="ja-JP" sz="1400" dirty="0"/>
                        <a:t>1Q</a:t>
                      </a:r>
                      <a:endParaRPr kumimoji="1" lang="ja-JP" altLang="en-US" sz="1400"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rowSpan="2">
                  <a:txBody>
                    <a:bodyPr/>
                    <a:lstStyle/>
                    <a:p>
                      <a:pPr algn="ctr"/>
                      <a:r>
                        <a:rPr kumimoji="1" lang="en-US" altLang="ja-JP" sz="1400" dirty="0"/>
                        <a:t>2Q</a:t>
                      </a:r>
                      <a:endParaRPr kumimoji="1" lang="ja-JP" altLang="en-US" sz="14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rowSpan="2">
                  <a:txBody>
                    <a:bodyPr/>
                    <a:lstStyle/>
                    <a:p>
                      <a:pPr algn="ctr"/>
                      <a:r>
                        <a:rPr kumimoji="1" lang="en-US" altLang="ja-JP" sz="1400" dirty="0"/>
                        <a:t>3Q</a:t>
                      </a:r>
                      <a:endParaRPr kumimoji="1" lang="ja-JP" altLang="en-US" sz="14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rowSpan="2">
                  <a:txBody>
                    <a:bodyPr/>
                    <a:lstStyle/>
                    <a:p>
                      <a:pPr algn="ctr"/>
                      <a:r>
                        <a:rPr kumimoji="1" lang="en-US" altLang="ja-JP" sz="1400" dirty="0"/>
                        <a:t>4Q</a:t>
                      </a:r>
                      <a:endParaRPr kumimoji="1" lang="ja-JP" altLang="en-US" sz="14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tcPr>
                </a:tc>
                <a:tc>
                  <a:txBody>
                    <a:bodyPr/>
                    <a:lstStyle/>
                    <a:p>
                      <a:pPr algn="ctr"/>
                      <a:r>
                        <a:rPr kumimoji="1" lang="en-US" altLang="ja-JP" sz="1400" dirty="0"/>
                        <a:t>1Q</a:t>
                      </a:r>
                      <a:endParaRPr kumimoji="1" lang="ja-JP" altLang="en-US" sz="1400"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rgbClr val="DDDDDD"/>
                      </a:solidFill>
                      <a:prstDash val="solid"/>
                      <a:round/>
                      <a:headEnd type="none" w="med" len="med"/>
                      <a:tailEnd type="none" w="med" len="med"/>
                    </a:lnR>
                  </a:tcPr>
                </a:tc>
                <a:tc gridSpan="3">
                  <a:txBody>
                    <a:bodyPr/>
                    <a:lstStyle/>
                    <a:p>
                      <a:pPr algn="ctr"/>
                      <a:r>
                        <a:rPr kumimoji="1" lang="en-US" altLang="ja-JP" sz="1400" dirty="0"/>
                        <a:t>2Q</a:t>
                      </a:r>
                      <a:endParaRPr kumimoji="1" lang="ja-JP" altLang="en-US" sz="1400" dirty="0"/>
                    </a:p>
                  </a:txBody>
                  <a:tcPr>
                    <a:lnL w="12700" cap="flat" cmpd="sng" algn="ctr">
                      <a:solidFill>
                        <a:srgbClr val="DDDDDD"/>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hMerge="1">
                  <a:txBody>
                    <a:bodyPr/>
                    <a:lstStyle/>
                    <a:p>
                      <a:endParaRPr kumimoji="1" lang="ja-JP" altLang="en-US" dirty="0"/>
                    </a:p>
                  </a:txBody>
                  <a:tcPr/>
                </a:tc>
                <a:tc hMerge="1">
                  <a:txBody>
                    <a:bodyPr/>
                    <a:lstStyle/>
                    <a:p>
                      <a:pPr algn="ctr"/>
                      <a:endParaRPr kumimoji="1" lang="ja-JP" altLang="en-US" sz="1400" dirty="0"/>
                    </a:p>
                  </a:txBody>
                  <a:tcPr>
                    <a:lnL w="12700" cap="flat" cmpd="sng" algn="ctr">
                      <a:no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rowSpan="2">
                  <a:txBody>
                    <a:bodyPr/>
                    <a:lstStyle/>
                    <a:p>
                      <a:pPr algn="ctr"/>
                      <a:r>
                        <a:rPr kumimoji="1" lang="en-US" altLang="ja-JP" sz="1400" dirty="0"/>
                        <a:t>3Q</a:t>
                      </a:r>
                      <a:endParaRPr kumimoji="1" lang="ja-JP" altLang="en-US" sz="14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rgbClr val="DDDDDD"/>
                      </a:solidFill>
                      <a:prstDash val="solid"/>
                      <a:round/>
                      <a:headEnd type="none" w="med" len="med"/>
                      <a:tailEnd type="none" w="med" len="med"/>
                    </a:lnR>
                  </a:tcPr>
                </a:tc>
                <a:tc rowSpan="2">
                  <a:txBody>
                    <a:bodyPr/>
                    <a:lstStyle/>
                    <a:p>
                      <a:pPr algn="ctr"/>
                      <a:r>
                        <a:rPr kumimoji="1" lang="en-US" altLang="ja-JP" sz="1400" dirty="0"/>
                        <a:t>4Q</a:t>
                      </a:r>
                      <a:endParaRPr kumimoji="1" lang="ja-JP" altLang="en-US" sz="1400" dirty="0"/>
                    </a:p>
                  </a:txBody>
                  <a:tcPr>
                    <a:lnL w="12700" cap="flat" cmpd="sng" algn="ctr">
                      <a:solidFill>
                        <a:srgbClr val="DDDDDD"/>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023286159"/>
                  </a:ext>
                </a:extLst>
              </a:tr>
              <a:tr h="287447">
                <a:tc vMerge="1">
                  <a:txBody>
                    <a:bodyPr/>
                    <a:lstStyle/>
                    <a:p>
                      <a:pPr algn="ctr"/>
                      <a:endParaRPr kumimoji="1" lang="ja-JP" altLang="en-US" dirty="0"/>
                    </a:p>
                  </a:txBody>
                  <a:tcPr/>
                </a:tc>
                <a:tc vMerge="1">
                  <a:txBody>
                    <a:bodyPr/>
                    <a:lstStyle/>
                    <a:p>
                      <a:pPr algn="ctr"/>
                      <a:endParaRPr kumimoji="1" lang="ja-JP" altLang="en-US" dirty="0"/>
                    </a:p>
                  </a:txBody>
                  <a:tcPr/>
                </a:tc>
                <a:tc vMerge="1">
                  <a:txBody>
                    <a:bodyPr/>
                    <a:lstStyle/>
                    <a:p>
                      <a:pPr algn="ctr"/>
                      <a:endParaRPr kumimoji="1" lang="ja-JP" altLang="en-US" dirty="0"/>
                    </a:p>
                  </a:txBody>
                  <a:tcPr/>
                </a:tc>
                <a:tc vMerge="1">
                  <a:txBody>
                    <a:bodyPr/>
                    <a:lstStyle/>
                    <a:p>
                      <a:pPr algn="ctr"/>
                      <a:endParaRPr kumimoji="1" lang="ja-JP" altLang="en-US" dirty="0"/>
                    </a:p>
                  </a:txBody>
                  <a:tcPr/>
                </a:tc>
                <a:tc>
                  <a:txBody>
                    <a:bodyPr/>
                    <a:lstStyle/>
                    <a:p>
                      <a:pPr algn="ctr"/>
                      <a:endParaRPr kumimoji="1" lang="ja-JP" altLang="en-US" sz="1400" dirty="0">
                        <a:solidFill>
                          <a:schemeClr val="tx1">
                            <a:lumMod val="60000"/>
                            <a:lumOff val="40000"/>
                          </a:schemeClr>
                        </a:solidFill>
                      </a:endParaRPr>
                    </a:p>
                  </a:txBody>
                  <a:tcPr>
                    <a:lnL w="12700" cap="flat" cmpd="sng" algn="ctr">
                      <a:solidFill>
                        <a:schemeClr val="tx1">
                          <a:lumMod val="60000"/>
                          <a:lumOff val="40000"/>
                        </a:schemeClr>
                      </a:solidFill>
                      <a:prstDash val="solid"/>
                      <a:round/>
                      <a:headEnd type="none" w="med" len="med"/>
                      <a:tailEnd type="none" w="med" len="med"/>
                    </a:lnL>
                    <a:lnR w="12700" cap="flat" cmpd="sng" algn="ctr">
                      <a:solidFill>
                        <a:srgbClr val="DDDDDD"/>
                      </a:solidFill>
                      <a:prstDash val="solid"/>
                      <a:round/>
                      <a:headEnd type="none" w="med" len="med"/>
                      <a:tailEnd type="none" w="med" len="med"/>
                    </a:lnR>
                  </a:tcPr>
                </a:tc>
                <a:tc>
                  <a:txBody>
                    <a:bodyPr/>
                    <a:lstStyle/>
                    <a:p>
                      <a:pPr algn="ctr"/>
                      <a:r>
                        <a:rPr kumimoji="1" lang="en-US" altLang="ja-JP" sz="1400" dirty="0">
                          <a:solidFill>
                            <a:schemeClr val="tx1">
                              <a:lumMod val="60000"/>
                              <a:lumOff val="40000"/>
                            </a:schemeClr>
                          </a:solidFill>
                        </a:rPr>
                        <a:t>7</a:t>
                      </a:r>
                      <a:r>
                        <a:rPr kumimoji="1" lang="ja-JP" altLang="en-US" sz="1400" dirty="0">
                          <a:solidFill>
                            <a:schemeClr val="tx1">
                              <a:lumMod val="60000"/>
                              <a:lumOff val="40000"/>
                            </a:schemeClr>
                          </a:solidFill>
                        </a:rPr>
                        <a:t>月</a:t>
                      </a:r>
                    </a:p>
                  </a:txBody>
                  <a:tcPr>
                    <a:lnL w="12700" cap="flat" cmpd="sng" algn="ctr">
                      <a:solidFill>
                        <a:srgbClr val="DDDDDD"/>
                      </a:solidFill>
                      <a:prstDash val="solid"/>
                      <a:round/>
                      <a:headEnd type="none" w="med" len="med"/>
                      <a:tailEnd type="none" w="med" len="med"/>
                    </a:lnL>
                    <a:lnR w="6350" cap="flat" cmpd="sng" algn="ctr">
                      <a:solidFill>
                        <a:schemeClr val="tx1">
                          <a:lumMod val="20000"/>
                          <a:lumOff val="80000"/>
                        </a:schemeClr>
                      </a:solidFill>
                      <a:prstDash val="sysDash"/>
                      <a:round/>
                      <a:headEnd type="none" w="med" len="med"/>
                      <a:tailEnd type="none" w="med" len="med"/>
                    </a:lnR>
                  </a:tcPr>
                </a:tc>
                <a:tc>
                  <a:txBody>
                    <a:bodyPr/>
                    <a:lstStyle/>
                    <a:p>
                      <a:pPr algn="ctr"/>
                      <a:r>
                        <a:rPr kumimoji="1" lang="en-US" altLang="ja-JP" sz="1400" dirty="0">
                          <a:solidFill>
                            <a:schemeClr val="tx1">
                              <a:lumMod val="60000"/>
                              <a:lumOff val="40000"/>
                            </a:schemeClr>
                          </a:solidFill>
                        </a:rPr>
                        <a:t>8</a:t>
                      </a:r>
                      <a:r>
                        <a:rPr kumimoji="1" lang="ja-JP" altLang="en-US" sz="1400" dirty="0">
                          <a:solidFill>
                            <a:schemeClr val="tx1">
                              <a:lumMod val="60000"/>
                              <a:lumOff val="40000"/>
                            </a:schemeClr>
                          </a:solidFill>
                        </a:rPr>
                        <a:t>月</a:t>
                      </a:r>
                    </a:p>
                  </a:txBody>
                  <a:tcPr>
                    <a:lnL w="6350" cap="flat" cmpd="sng" algn="ctr">
                      <a:solidFill>
                        <a:schemeClr val="tx1">
                          <a:lumMod val="20000"/>
                          <a:lumOff val="80000"/>
                        </a:schemeClr>
                      </a:solidFill>
                      <a:prstDash val="sysDash"/>
                      <a:round/>
                      <a:headEnd type="none" w="med" len="med"/>
                      <a:tailEnd type="none" w="med" len="med"/>
                    </a:lnL>
                    <a:lnR w="12700" cap="flat" cmpd="sng" algn="ctr">
                      <a:solidFill>
                        <a:srgbClr val="DDDDDD"/>
                      </a:solidFill>
                      <a:prstDash val="solid"/>
                      <a:round/>
                      <a:headEnd type="none" w="med" len="med"/>
                      <a:tailEnd type="none" w="med" len="med"/>
                    </a:lnR>
                  </a:tcPr>
                </a:tc>
                <a:tc>
                  <a:txBody>
                    <a:bodyPr/>
                    <a:lstStyle/>
                    <a:p>
                      <a:pPr algn="ctr"/>
                      <a:r>
                        <a:rPr kumimoji="1" lang="en-US" altLang="ja-JP" sz="1400" dirty="0">
                          <a:solidFill>
                            <a:schemeClr val="tx1">
                              <a:lumMod val="60000"/>
                              <a:lumOff val="40000"/>
                            </a:schemeClr>
                          </a:solidFill>
                        </a:rPr>
                        <a:t>9</a:t>
                      </a:r>
                      <a:r>
                        <a:rPr kumimoji="1" lang="ja-JP" altLang="en-US" sz="1400" dirty="0">
                          <a:solidFill>
                            <a:schemeClr val="tx1">
                              <a:lumMod val="60000"/>
                              <a:lumOff val="40000"/>
                            </a:schemeClr>
                          </a:solidFill>
                        </a:rPr>
                        <a:t>月</a:t>
                      </a:r>
                      <a:endParaRPr kumimoji="1" lang="ja-JP" altLang="en-US" sz="1400" dirty="0"/>
                    </a:p>
                  </a:txBody>
                  <a:tcPr>
                    <a:lnL w="12700" cap="flat" cmpd="sng" algn="ctr">
                      <a:solidFill>
                        <a:srgbClr val="DDDDDD"/>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vMerge="1">
                  <a:txBody>
                    <a:bodyPr/>
                    <a:lstStyle/>
                    <a:p>
                      <a:pPr algn="ctr"/>
                      <a:endParaRPr kumimoji="1" lang="ja-JP" altLang="en-US" dirty="0"/>
                    </a:p>
                  </a:txBody>
                  <a:tcPr/>
                </a:tc>
                <a:tc vMerge="1">
                  <a:txBody>
                    <a:bodyPr/>
                    <a:lstStyle/>
                    <a:p>
                      <a:endParaRPr kumimoji="1" lang="ja-JP" altLang="en-US"/>
                    </a:p>
                  </a:txBody>
                  <a:tcPr/>
                </a:tc>
                <a:extLst>
                  <a:ext uri="{0D108BD9-81ED-4DB2-BD59-A6C34878D82A}">
                    <a16:rowId xmlns:a16="http://schemas.microsoft.com/office/drawing/2014/main" val="3787956723"/>
                  </a:ext>
                </a:extLst>
              </a:tr>
              <a:tr h="1816704">
                <a:tc>
                  <a:txBody>
                    <a:bodyPr/>
                    <a:lstStyle/>
                    <a:p>
                      <a:pPr algn="ctr"/>
                      <a:endParaRPr kumimoji="1" lang="ja-JP" altLang="en-US" sz="1600"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a:txBody>
                    <a:bodyPr/>
                    <a:lstStyle/>
                    <a:p>
                      <a:pPr algn="ctr"/>
                      <a:endParaRPr kumimoji="1" lang="ja-JP" altLang="en-US" sz="16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a:txBody>
                    <a:bodyPr/>
                    <a:lstStyle/>
                    <a:p>
                      <a:pPr algn="ctr"/>
                      <a:endParaRPr kumimoji="1" lang="ja-JP" altLang="en-US" sz="16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a:txBody>
                    <a:bodyPr/>
                    <a:lstStyle/>
                    <a:p>
                      <a:pPr algn="ctr"/>
                      <a:endParaRPr kumimoji="1" lang="ja-JP" altLang="en-US" sz="16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tcPr>
                </a:tc>
                <a:tc>
                  <a:txBody>
                    <a:bodyPr/>
                    <a:lstStyle/>
                    <a:p>
                      <a:pPr algn="ctr"/>
                      <a:endParaRPr kumimoji="1" lang="ja-JP" altLang="en-US" sz="1600"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rgbClr val="DDDDDD"/>
                      </a:solidFill>
                      <a:prstDash val="solid"/>
                      <a:round/>
                      <a:headEnd type="none" w="med" len="med"/>
                      <a:tailEnd type="none" w="med" len="med"/>
                    </a:lnR>
                  </a:tcPr>
                </a:tc>
                <a:tc>
                  <a:txBody>
                    <a:bodyPr/>
                    <a:lstStyle/>
                    <a:p>
                      <a:pPr algn="ctr"/>
                      <a:endParaRPr kumimoji="1" lang="ja-JP" altLang="en-US" sz="1600" dirty="0"/>
                    </a:p>
                  </a:txBody>
                  <a:tcPr>
                    <a:lnL w="12700" cap="flat" cmpd="sng" algn="ctr">
                      <a:solidFill>
                        <a:srgbClr val="DDDDDD"/>
                      </a:solidFill>
                      <a:prstDash val="solid"/>
                      <a:round/>
                      <a:headEnd type="none" w="med" len="med"/>
                      <a:tailEnd type="none" w="med" len="med"/>
                    </a:lnL>
                    <a:lnR w="6350" cap="flat" cmpd="sng" algn="ctr">
                      <a:solidFill>
                        <a:schemeClr val="tx1">
                          <a:lumMod val="20000"/>
                          <a:lumOff val="80000"/>
                        </a:schemeClr>
                      </a:solidFill>
                      <a:prstDash val="sysDash"/>
                      <a:round/>
                      <a:headEnd type="none" w="med" len="med"/>
                      <a:tailEnd type="none" w="med" len="med"/>
                    </a:lnR>
                  </a:tcPr>
                </a:tc>
                <a:tc>
                  <a:txBody>
                    <a:bodyPr/>
                    <a:lstStyle/>
                    <a:p>
                      <a:pPr algn="ctr"/>
                      <a:endParaRPr kumimoji="1" lang="ja-JP" altLang="en-US" sz="1600" dirty="0"/>
                    </a:p>
                  </a:txBody>
                  <a:tcPr>
                    <a:lnL w="6350" cap="flat" cmpd="sng" algn="ctr">
                      <a:solidFill>
                        <a:schemeClr val="tx1">
                          <a:lumMod val="20000"/>
                          <a:lumOff val="80000"/>
                        </a:schemeClr>
                      </a:solidFill>
                      <a:prstDash val="sysDash"/>
                      <a:round/>
                      <a:headEnd type="none" w="med" len="med"/>
                      <a:tailEnd type="none" w="med" len="med"/>
                    </a:lnL>
                    <a:lnR w="12700" cap="flat" cmpd="sng" algn="ctr">
                      <a:solidFill>
                        <a:srgbClr val="DDDDDD"/>
                      </a:solidFill>
                      <a:prstDash val="solid"/>
                      <a:round/>
                      <a:headEnd type="none" w="med" len="med"/>
                      <a:tailEnd type="none" w="med" len="med"/>
                    </a:lnR>
                  </a:tcPr>
                </a:tc>
                <a:tc>
                  <a:txBody>
                    <a:bodyPr/>
                    <a:lstStyle/>
                    <a:p>
                      <a:pPr algn="ctr"/>
                      <a:endParaRPr kumimoji="1" lang="ja-JP" altLang="en-US" sz="1600" dirty="0"/>
                    </a:p>
                  </a:txBody>
                  <a:tcPr>
                    <a:lnL w="12700" cap="flat" cmpd="sng" algn="ctr">
                      <a:solidFill>
                        <a:srgbClr val="DDDDDD"/>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a:txBody>
                    <a:bodyPr/>
                    <a:lstStyle/>
                    <a:p>
                      <a:pPr algn="ctr"/>
                      <a:endParaRPr kumimoji="1" lang="ja-JP" altLang="en-US" sz="16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chemeClr val="tx1">
                          <a:lumMod val="20000"/>
                          <a:lumOff val="80000"/>
                        </a:schemeClr>
                      </a:solidFill>
                      <a:prstDash val="solid"/>
                      <a:round/>
                      <a:headEnd type="none" w="med" len="med"/>
                      <a:tailEnd type="none" w="med" len="med"/>
                    </a:lnR>
                  </a:tcPr>
                </a:tc>
                <a:tc>
                  <a:txBody>
                    <a:bodyPr/>
                    <a:lstStyle/>
                    <a:p>
                      <a:pPr algn="ctr"/>
                      <a:endParaRPr kumimoji="1" lang="ja-JP" altLang="en-US" sz="1600" dirty="0"/>
                    </a:p>
                  </a:txBody>
                  <a:tcPr>
                    <a:lnL w="12700" cap="flat" cmpd="sng" algn="ctr">
                      <a:solidFill>
                        <a:schemeClr val="tx1">
                          <a:lumMod val="20000"/>
                          <a:lumOff val="8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a:noFill/>
                    </a:lnT>
                  </a:tcPr>
                </a:tc>
                <a:extLst>
                  <a:ext uri="{0D108BD9-81ED-4DB2-BD59-A6C34878D82A}">
                    <a16:rowId xmlns:a16="http://schemas.microsoft.com/office/drawing/2014/main" val="818857180"/>
                  </a:ext>
                </a:extLst>
              </a:tr>
            </a:tbl>
          </a:graphicData>
        </a:graphic>
      </p:graphicFrame>
      <p:sp>
        <p:nvSpPr>
          <p:cNvPr id="5" name="矢印: 五方向 4">
            <a:extLst>
              <a:ext uri="{FF2B5EF4-FFF2-40B4-BE49-F238E27FC236}">
                <a16:creationId xmlns:a16="http://schemas.microsoft.com/office/drawing/2014/main" id="{405116B4-90B1-BA26-B15B-C96FCD27C864}"/>
              </a:ext>
            </a:extLst>
          </p:cNvPr>
          <p:cNvSpPr/>
          <p:nvPr/>
        </p:nvSpPr>
        <p:spPr>
          <a:xfrm>
            <a:off x="1163287" y="2614057"/>
            <a:ext cx="908227" cy="692331"/>
          </a:xfrm>
          <a:prstGeom prst="homePlate">
            <a:avLst>
              <a:gd name="adj" fmla="val 28791"/>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lang="ja-JP" altLang="en-US" sz="1100" dirty="0">
                <a:solidFill>
                  <a:schemeClr val="tx1"/>
                </a:solidFill>
              </a:rPr>
              <a:t>検討</a:t>
            </a:r>
            <a:endParaRPr kumimoji="1" lang="ja-JP" altLang="en-US" sz="1100" dirty="0">
              <a:solidFill>
                <a:schemeClr val="tx1"/>
              </a:solidFill>
            </a:endParaRPr>
          </a:p>
        </p:txBody>
      </p:sp>
      <p:sp>
        <p:nvSpPr>
          <p:cNvPr id="6" name="テキスト ボックス 5">
            <a:extLst>
              <a:ext uri="{FF2B5EF4-FFF2-40B4-BE49-F238E27FC236}">
                <a16:creationId xmlns:a16="http://schemas.microsoft.com/office/drawing/2014/main" id="{54B2C5B8-9664-0E56-D276-C50D930790B2}"/>
              </a:ext>
            </a:extLst>
          </p:cNvPr>
          <p:cNvSpPr txBox="1"/>
          <p:nvPr/>
        </p:nvSpPr>
        <p:spPr>
          <a:xfrm>
            <a:off x="1166857" y="3278925"/>
            <a:ext cx="908227" cy="373628"/>
          </a:xfrm>
          <a:prstGeom prst="rect">
            <a:avLst/>
          </a:prstGeom>
          <a:noFill/>
        </p:spPr>
        <p:txBody>
          <a:bodyPr wrap="square" lIns="36000" rIns="36000" rtlCol="0">
            <a:spAutoFit/>
          </a:bodyPr>
          <a:lstStyle/>
          <a:p>
            <a:pPr marL="92075" indent="-92075">
              <a:lnSpc>
                <a:spcPct val="120000"/>
              </a:lnSpc>
              <a:buFont typeface="Arial" panose="020B0604020202020204" pitchFamily="34" charset="0"/>
              <a:buChar char="•"/>
            </a:pPr>
            <a:r>
              <a:rPr kumimoji="1" lang="en-US" altLang="ja-JP" sz="800" dirty="0"/>
              <a:t>UI/UX</a:t>
            </a:r>
            <a:r>
              <a:rPr kumimoji="1" lang="ja-JP" altLang="en-US" sz="800" dirty="0"/>
              <a:t>設計</a:t>
            </a:r>
            <a:endParaRPr kumimoji="1" lang="en-US" altLang="ja-JP" sz="800" dirty="0"/>
          </a:p>
          <a:p>
            <a:pPr marL="92075" indent="-92075">
              <a:lnSpc>
                <a:spcPct val="120000"/>
              </a:lnSpc>
              <a:buFont typeface="Arial" panose="020B0604020202020204" pitchFamily="34" charset="0"/>
              <a:buChar char="•"/>
            </a:pPr>
            <a:r>
              <a:rPr kumimoji="1" lang="ja-JP" altLang="en-US" sz="800" dirty="0"/>
              <a:t>アーキテクチャ検討</a:t>
            </a:r>
            <a:endParaRPr kumimoji="1" lang="en-US" altLang="ja-JP" sz="800" dirty="0"/>
          </a:p>
        </p:txBody>
      </p:sp>
      <p:sp>
        <p:nvSpPr>
          <p:cNvPr id="9" name="矢印: 五方向 8">
            <a:extLst>
              <a:ext uri="{FF2B5EF4-FFF2-40B4-BE49-F238E27FC236}">
                <a16:creationId xmlns:a16="http://schemas.microsoft.com/office/drawing/2014/main" id="{91DA93A9-FF4D-94E4-D56F-C60EBB12C435}"/>
              </a:ext>
            </a:extLst>
          </p:cNvPr>
          <p:cNvSpPr/>
          <p:nvPr/>
        </p:nvSpPr>
        <p:spPr>
          <a:xfrm>
            <a:off x="2118548" y="2614057"/>
            <a:ext cx="908227" cy="692331"/>
          </a:xfrm>
          <a:prstGeom prst="homePlate">
            <a:avLst>
              <a:gd name="adj" fmla="val 31683"/>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lang="en-US" altLang="ja-JP" sz="1100" dirty="0">
                <a:solidFill>
                  <a:schemeClr val="tx1"/>
                </a:solidFill>
              </a:rPr>
              <a:t>UI/UX</a:t>
            </a:r>
            <a:r>
              <a:rPr lang="ja-JP" altLang="en-US" sz="1100" dirty="0">
                <a:solidFill>
                  <a:schemeClr val="tx1"/>
                </a:solidFill>
              </a:rPr>
              <a:t>設計</a:t>
            </a:r>
            <a:br>
              <a:rPr lang="en-US" altLang="ja-JP" sz="1100" dirty="0">
                <a:solidFill>
                  <a:schemeClr val="tx1"/>
                </a:solidFill>
              </a:rPr>
            </a:br>
            <a:r>
              <a:rPr lang="ja-JP" altLang="en-US" sz="1100" dirty="0">
                <a:solidFill>
                  <a:schemeClr val="tx1"/>
                </a:solidFill>
              </a:rPr>
              <a:t>システム開発</a:t>
            </a:r>
            <a:br>
              <a:rPr lang="en-US" altLang="ja-JP" sz="1100" dirty="0">
                <a:solidFill>
                  <a:schemeClr val="tx1"/>
                </a:solidFill>
              </a:rPr>
            </a:br>
            <a:r>
              <a:rPr lang="en-US" altLang="ja-JP" sz="1100" dirty="0">
                <a:solidFill>
                  <a:schemeClr val="tx1"/>
                </a:solidFill>
              </a:rPr>
              <a:t>2Q</a:t>
            </a:r>
            <a:endParaRPr kumimoji="1" lang="ja-JP" altLang="en-US" sz="1100" dirty="0">
              <a:solidFill>
                <a:schemeClr val="tx1"/>
              </a:solidFill>
            </a:endParaRPr>
          </a:p>
        </p:txBody>
      </p:sp>
      <p:sp>
        <p:nvSpPr>
          <p:cNvPr id="10" name="テキスト ボックス 9">
            <a:extLst>
              <a:ext uri="{FF2B5EF4-FFF2-40B4-BE49-F238E27FC236}">
                <a16:creationId xmlns:a16="http://schemas.microsoft.com/office/drawing/2014/main" id="{0524DC26-5E26-EEDD-C3AF-422D45E6C6D9}"/>
              </a:ext>
            </a:extLst>
          </p:cNvPr>
          <p:cNvSpPr txBox="1"/>
          <p:nvPr/>
        </p:nvSpPr>
        <p:spPr>
          <a:xfrm>
            <a:off x="2114803" y="3278925"/>
            <a:ext cx="876122" cy="669607"/>
          </a:xfrm>
          <a:prstGeom prst="rect">
            <a:avLst/>
          </a:prstGeom>
          <a:noFill/>
        </p:spPr>
        <p:txBody>
          <a:bodyPr wrap="square" lIns="36000" rIns="36000" rtlCol="0">
            <a:spAutoFit/>
          </a:bodyPr>
          <a:lstStyle/>
          <a:p>
            <a:pPr marL="92075" indent="-92075">
              <a:lnSpc>
                <a:spcPct val="120000"/>
              </a:lnSpc>
              <a:buFont typeface="Arial" panose="020B0604020202020204" pitchFamily="34" charset="0"/>
              <a:buChar char="•"/>
            </a:pPr>
            <a:r>
              <a:rPr kumimoji="1" lang="en-US" altLang="ja-JP" sz="800" dirty="0"/>
              <a:t>UI/UX</a:t>
            </a:r>
            <a:r>
              <a:rPr kumimoji="1" lang="ja-JP" altLang="en-US" sz="800" dirty="0"/>
              <a:t>設計</a:t>
            </a:r>
            <a:endParaRPr kumimoji="1" lang="en-US" altLang="ja-JP" sz="800" dirty="0"/>
          </a:p>
          <a:p>
            <a:pPr marL="92075" indent="-92075">
              <a:lnSpc>
                <a:spcPct val="120000"/>
              </a:lnSpc>
              <a:buFont typeface="Arial" panose="020B0604020202020204" pitchFamily="34" charset="0"/>
              <a:buChar char="•"/>
            </a:pPr>
            <a:r>
              <a:rPr lang="ja-JP" altLang="en-US" sz="800" dirty="0"/>
              <a:t>環境構築</a:t>
            </a:r>
            <a:endParaRPr lang="en-US" altLang="ja-JP" sz="800" dirty="0"/>
          </a:p>
          <a:p>
            <a:pPr marL="92075" indent="-92075">
              <a:lnSpc>
                <a:spcPct val="120000"/>
              </a:lnSpc>
              <a:buFont typeface="Arial" panose="020B0604020202020204" pitchFamily="34" charset="0"/>
              <a:buChar char="•"/>
            </a:pPr>
            <a:r>
              <a:rPr lang="ja-JP" altLang="en-US" sz="800" dirty="0"/>
              <a:t>プロダクト開発</a:t>
            </a:r>
            <a:br>
              <a:rPr lang="en-US" altLang="ja-JP" sz="800" dirty="0"/>
            </a:br>
            <a:r>
              <a:rPr lang="en-US" altLang="ja-JP" sz="800" dirty="0"/>
              <a:t>(Srt1 – 3)</a:t>
            </a:r>
            <a:endParaRPr kumimoji="1" lang="ja-JP" altLang="en-US" sz="800" dirty="0"/>
          </a:p>
        </p:txBody>
      </p:sp>
      <p:sp>
        <p:nvSpPr>
          <p:cNvPr id="13" name="矢印: 五方向 12">
            <a:extLst>
              <a:ext uri="{FF2B5EF4-FFF2-40B4-BE49-F238E27FC236}">
                <a16:creationId xmlns:a16="http://schemas.microsoft.com/office/drawing/2014/main" id="{E311E97A-CD23-B46C-519D-119FB05F0D80}"/>
              </a:ext>
            </a:extLst>
          </p:cNvPr>
          <p:cNvSpPr/>
          <p:nvPr/>
        </p:nvSpPr>
        <p:spPr>
          <a:xfrm>
            <a:off x="3066494" y="2614056"/>
            <a:ext cx="908227" cy="692331"/>
          </a:xfrm>
          <a:prstGeom prst="homePlate">
            <a:avLst>
              <a:gd name="adj" fmla="val 1527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lang="en-US" altLang="ja-JP" sz="1100" dirty="0">
                <a:solidFill>
                  <a:schemeClr val="tx1"/>
                </a:solidFill>
              </a:rPr>
              <a:t>UI/UX</a:t>
            </a:r>
            <a:r>
              <a:rPr lang="ja-JP" altLang="en-US" sz="1100" dirty="0">
                <a:solidFill>
                  <a:schemeClr val="tx1"/>
                </a:solidFill>
              </a:rPr>
              <a:t>設計</a:t>
            </a:r>
            <a:br>
              <a:rPr lang="en-US" altLang="ja-JP" sz="1100" dirty="0">
                <a:solidFill>
                  <a:schemeClr val="tx1"/>
                </a:solidFill>
              </a:rPr>
            </a:br>
            <a:r>
              <a:rPr lang="ja-JP" altLang="en-US" sz="1100" dirty="0">
                <a:solidFill>
                  <a:schemeClr val="tx1"/>
                </a:solidFill>
              </a:rPr>
              <a:t>システム開発</a:t>
            </a:r>
            <a:br>
              <a:rPr lang="en-US" altLang="ja-JP" sz="1100" dirty="0">
                <a:solidFill>
                  <a:schemeClr val="tx1"/>
                </a:solidFill>
              </a:rPr>
            </a:br>
            <a:r>
              <a:rPr lang="en-US" altLang="ja-JP" sz="1100" dirty="0">
                <a:solidFill>
                  <a:schemeClr val="tx1"/>
                </a:solidFill>
              </a:rPr>
              <a:t>3Q</a:t>
            </a:r>
            <a:endParaRPr kumimoji="1" lang="ja-JP" altLang="en-US" sz="1100" dirty="0">
              <a:solidFill>
                <a:schemeClr val="tx1"/>
              </a:solidFill>
            </a:endParaRPr>
          </a:p>
        </p:txBody>
      </p:sp>
      <p:sp>
        <p:nvSpPr>
          <p:cNvPr id="14" name="矢印: 五方向 13">
            <a:extLst>
              <a:ext uri="{FF2B5EF4-FFF2-40B4-BE49-F238E27FC236}">
                <a16:creationId xmlns:a16="http://schemas.microsoft.com/office/drawing/2014/main" id="{C6EFC084-7B9A-887F-0C63-78C2805C1A38}"/>
              </a:ext>
            </a:extLst>
          </p:cNvPr>
          <p:cNvSpPr/>
          <p:nvPr/>
        </p:nvSpPr>
        <p:spPr>
          <a:xfrm>
            <a:off x="5947258" y="2614056"/>
            <a:ext cx="2792227" cy="692331"/>
          </a:xfrm>
          <a:prstGeom prst="homePlate">
            <a:avLst>
              <a:gd name="adj" fmla="val 1527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lnSpc>
                <a:spcPct val="110000"/>
              </a:lnSpc>
            </a:pPr>
            <a:r>
              <a:rPr lang="en-US" altLang="ja-JP" sz="1200" dirty="0">
                <a:solidFill>
                  <a:schemeClr val="bg1"/>
                </a:solidFill>
              </a:rPr>
              <a:t>UI/UX</a:t>
            </a:r>
            <a:r>
              <a:rPr lang="ja-JP" altLang="en-US" sz="1200" dirty="0">
                <a:solidFill>
                  <a:schemeClr val="bg1"/>
                </a:solidFill>
              </a:rPr>
              <a:t>設計</a:t>
            </a:r>
            <a:br>
              <a:rPr lang="en-US" altLang="ja-JP" sz="1200" dirty="0">
                <a:solidFill>
                  <a:schemeClr val="bg1"/>
                </a:solidFill>
              </a:rPr>
            </a:br>
            <a:r>
              <a:rPr lang="ja-JP" altLang="en-US" sz="1200" dirty="0">
                <a:solidFill>
                  <a:schemeClr val="bg1"/>
                </a:solidFill>
              </a:rPr>
              <a:t>システム開発</a:t>
            </a:r>
            <a:br>
              <a:rPr lang="en-US" altLang="ja-JP" sz="1200" dirty="0">
                <a:solidFill>
                  <a:schemeClr val="bg1"/>
                </a:solidFill>
              </a:rPr>
            </a:br>
            <a:r>
              <a:rPr lang="en-US" altLang="ja-JP" sz="1200" dirty="0">
                <a:solidFill>
                  <a:schemeClr val="bg1"/>
                </a:solidFill>
              </a:rPr>
              <a:t>2Q</a:t>
            </a:r>
            <a:endParaRPr kumimoji="1" lang="ja-JP" altLang="en-US" sz="1200" dirty="0">
              <a:solidFill>
                <a:schemeClr val="bg1"/>
              </a:solidFill>
            </a:endParaRPr>
          </a:p>
        </p:txBody>
      </p:sp>
      <p:sp>
        <p:nvSpPr>
          <p:cNvPr id="15" name="テキスト ボックス 14">
            <a:extLst>
              <a:ext uri="{FF2B5EF4-FFF2-40B4-BE49-F238E27FC236}">
                <a16:creationId xmlns:a16="http://schemas.microsoft.com/office/drawing/2014/main" id="{A809D4C1-CB0F-0A72-C3A4-4766EAADFED0}"/>
              </a:ext>
            </a:extLst>
          </p:cNvPr>
          <p:cNvSpPr txBox="1"/>
          <p:nvPr/>
        </p:nvSpPr>
        <p:spPr>
          <a:xfrm>
            <a:off x="3069515" y="3278925"/>
            <a:ext cx="876122" cy="521874"/>
          </a:xfrm>
          <a:prstGeom prst="rect">
            <a:avLst/>
          </a:prstGeom>
          <a:noFill/>
        </p:spPr>
        <p:txBody>
          <a:bodyPr wrap="square" lIns="36000" rIns="36000" rtlCol="0">
            <a:spAutoFit/>
          </a:bodyPr>
          <a:lstStyle/>
          <a:p>
            <a:pPr marL="92075" indent="-92075">
              <a:lnSpc>
                <a:spcPct val="120000"/>
              </a:lnSpc>
              <a:buFont typeface="Arial" panose="020B0604020202020204" pitchFamily="34" charset="0"/>
              <a:buChar char="•"/>
            </a:pPr>
            <a:r>
              <a:rPr kumimoji="1" lang="en-US" altLang="ja-JP" sz="800" dirty="0"/>
              <a:t>UI/UX</a:t>
            </a:r>
            <a:r>
              <a:rPr kumimoji="1" lang="ja-JP" altLang="en-US" sz="800" dirty="0"/>
              <a:t>設計</a:t>
            </a:r>
            <a:endParaRPr kumimoji="1" lang="en-US" altLang="ja-JP" sz="800" dirty="0"/>
          </a:p>
          <a:p>
            <a:pPr marL="92075" indent="-92075">
              <a:lnSpc>
                <a:spcPct val="120000"/>
              </a:lnSpc>
              <a:buFont typeface="Arial" panose="020B0604020202020204" pitchFamily="34" charset="0"/>
              <a:buChar char="•"/>
            </a:pPr>
            <a:r>
              <a:rPr lang="ja-JP" altLang="en-US" sz="800" dirty="0"/>
              <a:t>プロダクト開発</a:t>
            </a:r>
            <a:br>
              <a:rPr lang="en-US" altLang="ja-JP" sz="800" dirty="0"/>
            </a:br>
            <a:r>
              <a:rPr lang="en-US" altLang="ja-JP" sz="800" dirty="0"/>
              <a:t>(Srt4 – 9)</a:t>
            </a:r>
            <a:endParaRPr kumimoji="1" lang="ja-JP" altLang="en-US" sz="800" dirty="0"/>
          </a:p>
        </p:txBody>
      </p:sp>
      <p:sp>
        <p:nvSpPr>
          <p:cNvPr id="16" name="テキスト ボックス 15">
            <a:extLst>
              <a:ext uri="{FF2B5EF4-FFF2-40B4-BE49-F238E27FC236}">
                <a16:creationId xmlns:a16="http://schemas.microsoft.com/office/drawing/2014/main" id="{28B77D3A-C39C-F441-5FC8-963CB8DFBE54}"/>
              </a:ext>
            </a:extLst>
          </p:cNvPr>
          <p:cNvSpPr txBox="1"/>
          <p:nvPr/>
        </p:nvSpPr>
        <p:spPr>
          <a:xfrm>
            <a:off x="4283855" y="4023411"/>
            <a:ext cx="644407" cy="259238"/>
          </a:xfrm>
          <a:prstGeom prst="rect">
            <a:avLst/>
          </a:prstGeom>
          <a:noFill/>
        </p:spPr>
        <p:txBody>
          <a:bodyPr wrap="square" lIns="0" rIns="0" rtlCol="0">
            <a:spAutoFit/>
          </a:bodyPr>
          <a:lstStyle/>
          <a:p>
            <a:pPr marL="171450" indent="-171450">
              <a:lnSpc>
                <a:spcPct val="120000"/>
              </a:lnSpc>
              <a:buFont typeface="Segoe UI" panose="020B0502040204020203" pitchFamily="34" charset="0"/>
              <a:buChar char="▼"/>
            </a:pPr>
            <a:r>
              <a:rPr kumimoji="1" lang="ja-JP" altLang="en-US" sz="1000" b="1" dirty="0">
                <a:solidFill>
                  <a:srgbClr val="92D050"/>
                </a:solidFill>
              </a:rPr>
              <a:t>リリース</a:t>
            </a:r>
            <a:r>
              <a:rPr kumimoji="1" lang="en-US" altLang="ja-JP" sz="1000" b="1" dirty="0">
                <a:solidFill>
                  <a:srgbClr val="92D050"/>
                </a:solidFill>
              </a:rPr>
              <a:t>1</a:t>
            </a:r>
            <a:endParaRPr kumimoji="1" lang="ja-JP" altLang="en-US" sz="1000" b="1" dirty="0">
              <a:solidFill>
                <a:srgbClr val="92D050"/>
              </a:solidFill>
            </a:endParaRPr>
          </a:p>
        </p:txBody>
      </p:sp>
      <p:sp>
        <p:nvSpPr>
          <p:cNvPr id="17" name="テキスト ボックス 16">
            <a:extLst>
              <a:ext uri="{FF2B5EF4-FFF2-40B4-BE49-F238E27FC236}">
                <a16:creationId xmlns:a16="http://schemas.microsoft.com/office/drawing/2014/main" id="{276D7D05-4B04-920C-D5BC-B861DCB3B4D7}"/>
              </a:ext>
            </a:extLst>
          </p:cNvPr>
          <p:cNvSpPr txBox="1"/>
          <p:nvPr/>
        </p:nvSpPr>
        <p:spPr>
          <a:xfrm>
            <a:off x="5659891" y="4014224"/>
            <a:ext cx="644407" cy="259238"/>
          </a:xfrm>
          <a:prstGeom prst="rect">
            <a:avLst/>
          </a:prstGeom>
          <a:noFill/>
        </p:spPr>
        <p:txBody>
          <a:bodyPr wrap="none" lIns="0" rIns="0" rtlCol="0">
            <a:spAutoFit/>
          </a:bodyPr>
          <a:lstStyle/>
          <a:p>
            <a:pPr marL="171450" indent="-171450">
              <a:lnSpc>
                <a:spcPct val="120000"/>
              </a:lnSpc>
              <a:buFont typeface="Segoe UI" panose="020B0502040204020203" pitchFamily="34" charset="0"/>
              <a:buChar char="▼"/>
            </a:pPr>
            <a:r>
              <a:rPr kumimoji="1" lang="ja-JP" altLang="en-US" sz="1000" b="1" dirty="0">
                <a:solidFill>
                  <a:srgbClr val="ED7D31"/>
                </a:solidFill>
              </a:rPr>
              <a:t>リリース</a:t>
            </a:r>
            <a:r>
              <a:rPr kumimoji="1" lang="en-US" altLang="ja-JP" sz="1000" b="1" dirty="0">
                <a:solidFill>
                  <a:srgbClr val="ED7D31"/>
                </a:solidFill>
              </a:rPr>
              <a:t>2</a:t>
            </a:r>
            <a:endParaRPr kumimoji="1" lang="ja-JP" altLang="en-US" sz="1000" b="1" dirty="0">
              <a:solidFill>
                <a:srgbClr val="ED7D31"/>
              </a:solidFill>
            </a:endParaRPr>
          </a:p>
        </p:txBody>
      </p:sp>
      <p:sp>
        <p:nvSpPr>
          <p:cNvPr id="18" name="テキスト ボックス 17">
            <a:extLst>
              <a:ext uri="{FF2B5EF4-FFF2-40B4-BE49-F238E27FC236}">
                <a16:creationId xmlns:a16="http://schemas.microsoft.com/office/drawing/2014/main" id="{EBE24E85-FBD2-5E91-09A9-E0C34570305F}"/>
              </a:ext>
            </a:extLst>
          </p:cNvPr>
          <p:cNvSpPr txBox="1"/>
          <p:nvPr/>
        </p:nvSpPr>
        <p:spPr>
          <a:xfrm>
            <a:off x="8788632" y="4006769"/>
            <a:ext cx="694101" cy="275909"/>
          </a:xfrm>
          <a:prstGeom prst="rect">
            <a:avLst/>
          </a:prstGeom>
          <a:noFill/>
        </p:spPr>
        <p:txBody>
          <a:bodyPr wrap="none" lIns="0" rIns="0" rtlCol="0">
            <a:spAutoFit/>
          </a:bodyPr>
          <a:lstStyle/>
          <a:p>
            <a:pPr marL="171450" indent="-171450">
              <a:lnSpc>
                <a:spcPct val="120000"/>
              </a:lnSpc>
              <a:buFont typeface="Segoe UI" panose="020B0502040204020203" pitchFamily="34" charset="0"/>
              <a:buChar char="▼"/>
            </a:pPr>
            <a:r>
              <a:rPr kumimoji="1" lang="ja-JP" altLang="en-US" sz="1100" b="1" dirty="0">
                <a:solidFill>
                  <a:srgbClr val="00B0F0"/>
                </a:solidFill>
              </a:rPr>
              <a:t>リリース</a:t>
            </a:r>
            <a:r>
              <a:rPr kumimoji="1" lang="en-US" altLang="ja-JP" sz="1100" b="1" dirty="0">
                <a:solidFill>
                  <a:srgbClr val="00B0F0"/>
                </a:solidFill>
              </a:rPr>
              <a:t>3</a:t>
            </a:r>
            <a:endParaRPr kumimoji="1" lang="ja-JP" altLang="en-US" sz="1100" b="1" dirty="0">
              <a:solidFill>
                <a:srgbClr val="00B0F0"/>
              </a:solidFill>
            </a:endParaRPr>
          </a:p>
        </p:txBody>
      </p:sp>
      <p:sp>
        <p:nvSpPr>
          <p:cNvPr id="20" name="矢印: 五方向 19">
            <a:extLst>
              <a:ext uri="{FF2B5EF4-FFF2-40B4-BE49-F238E27FC236}">
                <a16:creationId xmlns:a16="http://schemas.microsoft.com/office/drawing/2014/main" id="{4D310DCC-B93C-9122-3337-C17214F44A93}"/>
              </a:ext>
            </a:extLst>
          </p:cNvPr>
          <p:cNvSpPr/>
          <p:nvPr/>
        </p:nvSpPr>
        <p:spPr>
          <a:xfrm>
            <a:off x="8788632" y="2614058"/>
            <a:ext cx="908227" cy="692331"/>
          </a:xfrm>
          <a:prstGeom prst="homePlate">
            <a:avLst>
              <a:gd name="adj" fmla="val 15270"/>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lnSpc>
                <a:spcPct val="110000"/>
              </a:lnSpc>
            </a:pPr>
            <a:endParaRPr kumimoji="1" lang="ja-JP" altLang="en-US" sz="1200" dirty="0">
              <a:solidFill>
                <a:schemeClr val="tx1"/>
              </a:solidFill>
            </a:endParaRPr>
          </a:p>
        </p:txBody>
      </p:sp>
      <p:sp>
        <p:nvSpPr>
          <p:cNvPr id="51" name="テキスト ボックス 50">
            <a:extLst>
              <a:ext uri="{FF2B5EF4-FFF2-40B4-BE49-F238E27FC236}">
                <a16:creationId xmlns:a16="http://schemas.microsoft.com/office/drawing/2014/main" id="{4242701A-EF6C-D77B-EC2D-A7689344A243}"/>
              </a:ext>
            </a:extLst>
          </p:cNvPr>
          <p:cNvSpPr txBox="1"/>
          <p:nvPr/>
        </p:nvSpPr>
        <p:spPr>
          <a:xfrm>
            <a:off x="4975296" y="3258204"/>
            <a:ext cx="876122" cy="669607"/>
          </a:xfrm>
          <a:prstGeom prst="rect">
            <a:avLst/>
          </a:prstGeom>
          <a:noFill/>
        </p:spPr>
        <p:txBody>
          <a:bodyPr wrap="square" lIns="36000" rIns="36000" rtlCol="0">
            <a:spAutoFit/>
          </a:bodyPr>
          <a:lstStyle/>
          <a:p>
            <a:pPr marL="92075" indent="-92075">
              <a:lnSpc>
                <a:spcPct val="120000"/>
              </a:lnSpc>
              <a:buFont typeface="Arial" panose="020B0604020202020204" pitchFamily="34" charset="0"/>
              <a:buChar char="•"/>
            </a:pPr>
            <a:r>
              <a:rPr kumimoji="1" lang="en-US" altLang="ja-JP" sz="800" dirty="0"/>
              <a:t>UI/UX</a:t>
            </a:r>
            <a:r>
              <a:rPr kumimoji="1" lang="ja-JP" altLang="en-US" sz="800" dirty="0"/>
              <a:t>設計</a:t>
            </a:r>
            <a:endParaRPr kumimoji="1" lang="en-US" altLang="ja-JP" sz="800" dirty="0"/>
          </a:p>
          <a:p>
            <a:pPr marL="92075" indent="-92075">
              <a:lnSpc>
                <a:spcPct val="120000"/>
              </a:lnSpc>
              <a:buFont typeface="Arial" panose="020B0604020202020204" pitchFamily="34" charset="0"/>
              <a:buChar char="•"/>
            </a:pPr>
            <a:r>
              <a:rPr lang="ja-JP" altLang="en-US" sz="800" dirty="0"/>
              <a:t>プロダクト開発</a:t>
            </a:r>
            <a:br>
              <a:rPr lang="en-US" altLang="ja-JP" sz="800" dirty="0"/>
            </a:br>
            <a:r>
              <a:rPr lang="en-US" altLang="ja-JP" sz="800" dirty="0"/>
              <a:t>(Srt16 – 21)</a:t>
            </a:r>
          </a:p>
          <a:p>
            <a:pPr marL="92075" indent="-92075">
              <a:lnSpc>
                <a:spcPct val="120000"/>
              </a:lnSpc>
              <a:buFont typeface="Arial" panose="020B0604020202020204" pitchFamily="34" charset="0"/>
              <a:buChar char="•"/>
            </a:pPr>
            <a:r>
              <a:rPr kumimoji="1" lang="ja-JP" altLang="en-US" sz="800" dirty="0"/>
              <a:t>運用</a:t>
            </a:r>
          </a:p>
        </p:txBody>
      </p:sp>
      <p:sp>
        <p:nvSpPr>
          <p:cNvPr id="7" name="テキスト ボックス 6">
            <a:extLst>
              <a:ext uri="{FF2B5EF4-FFF2-40B4-BE49-F238E27FC236}">
                <a16:creationId xmlns:a16="http://schemas.microsoft.com/office/drawing/2014/main" id="{93B4CA89-FE1B-5F8C-C6C7-C8834C901DF7}"/>
              </a:ext>
            </a:extLst>
          </p:cNvPr>
          <p:cNvSpPr txBox="1"/>
          <p:nvPr/>
        </p:nvSpPr>
        <p:spPr>
          <a:xfrm>
            <a:off x="4053311" y="3258205"/>
            <a:ext cx="876122" cy="669607"/>
          </a:xfrm>
          <a:prstGeom prst="rect">
            <a:avLst/>
          </a:prstGeom>
          <a:noFill/>
        </p:spPr>
        <p:txBody>
          <a:bodyPr wrap="square" lIns="36000" rIns="36000" rtlCol="0">
            <a:spAutoFit/>
          </a:bodyPr>
          <a:lstStyle/>
          <a:p>
            <a:pPr marL="92075" indent="-92075">
              <a:lnSpc>
                <a:spcPct val="120000"/>
              </a:lnSpc>
              <a:buFont typeface="Arial" panose="020B0604020202020204" pitchFamily="34" charset="0"/>
              <a:buChar char="•"/>
            </a:pPr>
            <a:r>
              <a:rPr kumimoji="1" lang="en-US" altLang="ja-JP" sz="800" dirty="0"/>
              <a:t>UI/UX</a:t>
            </a:r>
            <a:r>
              <a:rPr kumimoji="1" lang="ja-JP" altLang="en-US" sz="800" dirty="0"/>
              <a:t>設計</a:t>
            </a:r>
            <a:endParaRPr kumimoji="1" lang="en-US" altLang="ja-JP" sz="800" dirty="0"/>
          </a:p>
          <a:p>
            <a:pPr marL="92075" indent="-92075">
              <a:lnSpc>
                <a:spcPct val="120000"/>
              </a:lnSpc>
              <a:buFont typeface="Arial" panose="020B0604020202020204" pitchFamily="34" charset="0"/>
              <a:buChar char="•"/>
            </a:pPr>
            <a:r>
              <a:rPr lang="ja-JP" altLang="en-US" sz="800" dirty="0"/>
              <a:t>プロダクト開発</a:t>
            </a:r>
            <a:br>
              <a:rPr lang="en-US" altLang="ja-JP" sz="800" dirty="0"/>
            </a:br>
            <a:r>
              <a:rPr lang="en-US" altLang="ja-JP" sz="800" dirty="0"/>
              <a:t>(Srt10 – 15)</a:t>
            </a:r>
          </a:p>
          <a:p>
            <a:pPr marL="92075" indent="-92075">
              <a:lnSpc>
                <a:spcPct val="120000"/>
              </a:lnSpc>
              <a:buFont typeface="Arial" panose="020B0604020202020204" pitchFamily="34" charset="0"/>
              <a:buChar char="•"/>
            </a:pPr>
            <a:r>
              <a:rPr kumimoji="1" lang="ja-JP" altLang="en-US" sz="800" dirty="0"/>
              <a:t>運用</a:t>
            </a:r>
          </a:p>
        </p:txBody>
      </p:sp>
      <p:sp>
        <p:nvSpPr>
          <p:cNvPr id="11" name="矢印: 五方向 10">
            <a:extLst>
              <a:ext uri="{FF2B5EF4-FFF2-40B4-BE49-F238E27FC236}">
                <a16:creationId xmlns:a16="http://schemas.microsoft.com/office/drawing/2014/main" id="{F9F930A1-FB40-EDD6-1878-CBAA63828C78}"/>
              </a:ext>
            </a:extLst>
          </p:cNvPr>
          <p:cNvSpPr/>
          <p:nvPr/>
        </p:nvSpPr>
        <p:spPr>
          <a:xfrm>
            <a:off x="4020035" y="2608280"/>
            <a:ext cx="908227" cy="692331"/>
          </a:xfrm>
          <a:prstGeom prst="homePlate">
            <a:avLst>
              <a:gd name="adj" fmla="val 1527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lang="en-US" altLang="ja-JP" sz="1100" dirty="0">
                <a:solidFill>
                  <a:schemeClr val="tx1"/>
                </a:solidFill>
              </a:rPr>
              <a:t>UI/UX</a:t>
            </a:r>
            <a:r>
              <a:rPr lang="ja-JP" altLang="en-US" sz="1100" dirty="0">
                <a:solidFill>
                  <a:schemeClr val="tx1"/>
                </a:solidFill>
              </a:rPr>
              <a:t>設計</a:t>
            </a:r>
            <a:br>
              <a:rPr lang="en-US" altLang="ja-JP" sz="1100" dirty="0">
                <a:solidFill>
                  <a:schemeClr val="tx1"/>
                </a:solidFill>
              </a:rPr>
            </a:br>
            <a:r>
              <a:rPr lang="ja-JP" altLang="en-US" sz="1100" dirty="0">
                <a:solidFill>
                  <a:schemeClr val="tx1"/>
                </a:solidFill>
              </a:rPr>
              <a:t>システム開発</a:t>
            </a:r>
            <a:br>
              <a:rPr lang="en-US" altLang="ja-JP" sz="1100" dirty="0">
                <a:solidFill>
                  <a:schemeClr val="tx1"/>
                </a:solidFill>
              </a:rPr>
            </a:br>
            <a:r>
              <a:rPr lang="en-US" altLang="ja-JP" sz="1100" dirty="0">
                <a:solidFill>
                  <a:schemeClr val="tx1"/>
                </a:solidFill>
              </a:rPr>
              <a:t>4Q</a:t>
            </a:r>
            <a:endParaRPr kumimoji="1" lang="ja-JP" altLang="en-US" sz="1100" dirty="0">
              <a:solidFill>
                <a:schemeClr val="tx1"/>
              </a:solidFill>
            </a:endParaRPr>
          </a:p>
        </p:txBody>
      </p:sp>
      <p:sp>
        <p:nvSpPr>
          <p:cNvPr id="4" name="テキスト ボックス 3">
            <a:extLst>
              <a:ext uri="{FF2B5EF4-FFF2-40B4-BE49-F238E27FC236}">
                <a16:creationId xmlns:a16="http://schemas.microsoft.com/office/drawing/2014/main" id="{6691FD83-2BBC-CE4F-609E-5C6D7304BDFA}"/>
              </a:ext>
            </a:extLst>
          </p:cNvPr>
          <p:cNvSpPr txBox="1"/>
          <p:nvPr/>
        </p:nvSpPr>
        <p:spPr>
          <a:xfrm>
            <a:off x="4448714" y="4325221"/>
            <a:ext cx="1359568" cy="292581"/>
          </a:xfrm>
          <a:prstGeom prst="rect">
            <a:avLst/>
          </a:prstGeom>
          <a:noFill/>
        </p:spPr>
        <p:txBody>
          <a:bodyPr wrap="square" rtlCol="0">
            <a:spAutoFit/>
          </a:bodyPr>
          <a:lstStyle/>
          <a:p>
            <a:pPr>
              <a:lnSpc>
                <a:spcPct val="120000"/>
              </a:lnSpc>
              <a:spcBef>
                <a:spcPts val="300"/>
              </a:spcBef>
            </a:pPr>
            <a:r>
              <a:rPr kumimoji="1" lang="ja-JP" altLang="en-US" sz="1200" dirty="0">
                <a:solidFill>
                  <a:srgbClr val="92D050"/>
                </a:solidFill>
              </a:rPr>
              <a:t>・家系図編集機能</a:t>
            </a:r>
            <a:endParaRPr kumimoji="1" lang="en-US" altLang="ja-JP" sz="1200" dirty="0">
              <a:solidFill>
                <a:srgbClr val="92D050"/>
              </a:solidFill>
            </a:endParaRPr>
          </a:p>
        </p:txBody>
      </p:sp>
      <p:sp>
        <p:nvSpPr>
          <p:cNvPr id="8" name="テキスト ボックス 7">
            <a:extLst>
              <a:ext uri="{FF2B5EF4-FFF2-40B4-BE49-F238E27FC236}">
                <a16:creationId xmlns:a16="http://schemas.microsoft.com/office/drawing/2014/main" id="{7A7E37A2-026B-D2CC-A707-E1C3E1D88132}"/>
              </a:ext>
            </a:extLst>
          </p:cNvPr>
          <p:cNvSpPr txBox="1"/>
          <p:nvPr/>
        </p:nvSpPr>
        <p:spPr>
          <a:xfrm>
            <a:off x="5488828" y="4680865"/>
            <a:ext cx="3176869" cy="292581"/>
          </a:xfrm>
          <a:prstGeom prst="rect">
            <a:avLst/>
          </a:prstGeom>
          <a:noFill/>
        </p:spPr>
        <p:txBody>
          <a:bodyPr wrap="square" rtlCol="0">
            <a:spAutoFit/>
          </a:bodyPr>
          <a:lstStyle/>
          <a:p>
            <a:pPr>
              <a:lnSpc>
                <a:spcPct val="120000"/>
              </a:lnSpc>
              <a:spcBef>
                <a:spcPts val="300"/>
              </a:spcBef>
            </a:pPr>
            <a:r>
              <a:rPr kumimoji="1" lang="ja-JP" altLang="en-US" sz="1200" dirty="0">
                <a:solidFill>
                  <a:srgbClr val="ED7D31"/>
                </a:solidFill>
              </a:rPr>
              <a:t>・シナリオ外アラート表示機能</a:t>
            </a:r>
            <a:endParaRPr kumimoji="1" lang="en-US" altLang="ja-JP" sz="1200" dirty="0">
              <a:solidFill>
                <a:srgbClr val="ED7D31"/>
              </a:solidFill>
            </a:endParaRPr>
          </a:p>
        </p:txBody>
      </p:sp>
      <p:sp>
        <p:nvSpPr>
          <p:cNvPr id="21" name="テキスト ボックス 20">
            <a:extLst>
              <a:ext uri="{FF2B5EF4-FFF2-40B4-BE49-F238E27FC236}">
                <a16:creationId xmlns:a16="http://schemas.microsoft.com/office/drawing/2014/main" id="{3910E297-A4F9-8ED2-6ED1-4FE756BF24C7}"/>
              </a:ext>
            </a:extLst>
          </p:cNvPr>
          <p:cNvSpPr txBox="1"/>
          <p:nvPr/>
        </p:nvSpPr>
        <p:spPr>
          <a:xfrm>
            <a:off x="5709750" y="4900137"/>
            <a:ext cx="2679079" cy="292581"/>
          </a:xfrm>
          <a:prstGeom prst="rect">
            <a:avLst/>
          </a:prstGeom>
          <a:noFill/>
        </p:spPr>
        <p:txBody>
          <a:bodyPr wrap="square" rtlCol="0">
            <a:spAutoFit/>
          </a:bodyPr>
          <a:lstStyle/>
          <a:p>
            <a:pPr>
              <a:lnSpc>
                <a:spcPct val="120000"/>
              </a:lnSpc>
              <a:spcBef>
                <a:spcPts val="300"/>
              </a:spcBef>
            </a:pPr>
            <a:r>
              <a:rPr kumimoji="1" lang="ja-JP" altLang="en-US" sz="1200" dirty="0">
                <a:solidFill>
                  <a:srgbClr val="ED7D31"/>
                </a:solidFill>
              </a:rPr>
              <a:t>・年間生産台数、使用車種表示機能</a:t>
            </a:r>
            <a:endParaRPr kumimoji="1" lang="en-US" altLang="ja-JP" sz="1200" dirty="0">
              <a:solidFill>
                <a:srgbClr val="ED7D31"/>
              </a:solidFill>
            </a:endParaRPr>
          </a:p>
        </p:txBody>
      </p:sp>
      <p:sp>
        <p:nvSpPr>
          <p:cNvPr id="22" name="テキスト ボックス 21">
            <a:extLst>
              <a:ext uri="{FF2B5EF4-FFF2-40B4-BE49-F238E27FC236}">
                <a16:creationId xmlns:a16="http://schemas.microsoft.com/office/drawing/2014/main" id="{6BE9F594-DE8A-329A-5AA6-24B0287799CB}"/>
              </a:ext>
            </a:extLst>
          </p:cNvPr>
          <p:cNvSpPr txBox="1"/>
          <p:nvPr/>
        </p:nvSpPr>
        <p:spPr>
          <a:xfrm>
            <a:off x="6837324" y="5159280"/>
            <a:ext cx="2857071" cy="1196994"/>
          </a:xfrm>
          <a:prstGeom prst="rect">
            <a:avLst/>
          </a:prstGeom>
          <a:noFill/>
        </p:spPr>
        <p:txBody>
          <a:bodyPr wrap="square" rtlCol="0">
            <a:spAutoFit/>
          </a:bodyPr>
          <a:lstStyle/>
          <a:p>
            <a:pPr>
              <a:lnSpc>
                <a:spcPct val="120000"/>
              </a:lnSpc>
              <a:spcBef>
                <a:spcPts val="300"/>
              </a:spcBef>
            </a:pPr>
            <a:r>
              <a:rPr kumimoji="1" lang="ja-JP" altLang="en-US" sz="1050" dirty="0">
                <a:solidFill>
                  <a:srgbClr val="00B0F0"/>
                </a:solidFill>
              </a:rPr>
              <a:t>・デジカケからの品番申請、</a:t>
            </a:r>
            <a:r>
              <a:rPr kumimoji="1" lang="en-US" altLang="ja-JP" sz="1050" dirty="0">
                <a:solidFill>
                  <a:srgbClr val="00B0F0"/>
                </a:solidFill>
              </a:rPr>
              <a:t>SMS</a:t>
            </a:r>
            <a:r>
              <a:rPr kumimoji="1" lang="ja-JP" altLang="en-US" sz="1050" dirty="0">
                <a:solidFill>
                  <a:srgbClr val="00B0F0"/>
                </a:solidFill>
              </a:rPr>
              <a:t>品番登録</a:t>
            </a:r>
            <a:endParaRPr kumimoji="1" lang="en-US" altLang="ja-JP" sz="1050" dirty="0">
              <a:solidFill>
                <a:srgbClr val="00B0F0"/>
              </a:solidFill>
            </a:endParaRPr>
          </a:p>
          <a:p>
            <a:pPr>
              <a:lnSpc>
                <a:spcPct val="120000"/>
              </a:lnSpc>
              <a:spcBef>
                <a:spcPts val="300"/>
              </a:spcBef>
            </a:pPr>
            <a:r>
              <a:rPr lang="ja-JP" altLang="en-US" sz="1050" dirty="0">
                <a:solidFill>
                  <a:srgbClr val="00B0F0"/>
                </a:solidFill>
              </a:rPr>
              <a:t>・</a:t>
            </a:r>
            <a:r>
              <a:rPr lang="en-US" altLang="ja-JP" sz="1050" dirty="0">
                <a:solidFill>
                  <a:srgbClr val="00B0F0"/>
                </a:solidFill>
              </a:rPr>
              <a:t>GAC</a:t>
            </a:r>
            <a:r>
              <a:rPr lang="ja-JP" altLang="en-US" sz="1050" dirty="0">
                <a:solidFill>
                  <a:srgbClr val="00B0F0"/>
                </a:solidFill>
              </a:rPr>
              <a:t>認証対応</a:t>
            </a:r>
            <a:endParaRPr lang="en-US" altLang="ja-JP" sz="1050" dirty="0">
              <a:solidFill>
                <a:srgbClr val="00B0F0"/>
              </a:solidFill>
            </a:endParaRPr>
          </a:p>
          <a:p>
            <a:pPr>
              <a:lnSpc>
                <a:spcPct val="120000"/>
              </a:lnSpc>
              <a:spcBef>
                <a:spcPts val="300"/>
              </a:spcBef>
            </a:pPr>
            <a:r>
              <a:rPr kumimoji="1" lang="ja-JP" altLang="en-US" sz="1050" dirty="0">
                <a:solidFill>
                  <a:srgbClr val="00B0F0"/>
                </a:solidFill>
              </a:rPr>
              <a:t>・英語化対応</a:t>
            </a:r>
            <a:endParaRPr kumimoji="1" lang="en-US" altLang="ja-JP" sz="1050" dirty="0">
              <a:solidFill>
                <a:srgbClr val="00B0F0"/>
              </a:solidFill>
            </a:endParaRPr>
          </a:p>
          <a:p>
            <a:pPr>
              <a:lnSpc>
                <a:spcPct val="120000"/>
              </a:lnSpc>
              <a:spcBef>
                <a:spcPts val="300"/>
              </a:spcBef>
            </a:pPr>
            <a:r>
              <a:rPr lang="ja-JP" altLang="en-US" sz="1050" dirty="0">
                <a:solidFill>
                  <a:srgbClr val="00B0F0"/>
                </a:solidFill>
              </a:rPr>
              <a:t>・社外海外ユーザ対応</a:t>
            </a:r>
            <a:endParaRPr lang="en-US" altLang="ja-JP" sz="1050" dirty="0">
              <a:solidFill>
                <a:srgbClr val="00B0F0"/>
              </a:solidFill>
            </a:endParaRPr>
          </a:p>
          <a:p>
            <a:pPr>
              <a:lnSpc>
                <a:spcPct val="120000"/>
              </a:lnSpc>
              <a:spcBef>
                <a:spcPts val="300"/>
              </a:spcBef>
            </a:pPr>
            <a:r>
              <a:rPr kumimoji="1" lang="ja-JP" altLang="en-US" sz="1050" dirty="0">
                <a:solidFill>
                  <a:srgbClr val="00B0F0"/>
                </a:solidFill>
              </a:rPr>
              <a:t>・</a:t>
            </a:r>
            <a:r>
              <a:rPr kumimoji="1" lang="en-US" altLang="ja-JP" sz="1050" dirty="0">
                <a:solidFill>
                  <a:srgbClr val="00B0F0"/>
                </a:solidFill>
              </a:rPr>
              <a:t>EDC</a:t>
            </a:r>
            <a:r>
              <a:rPr kumimoji="1" lang="ja-JP" altLang="en-US" sz="1050" dirty="0">
                <a:solidFill>
                  <a:srgbClr val="00B0F0"/>
                </a:solidFill>
              </a:rPr>
              <a:t>要件</a:t>
            </a:r>
            <a:endParaRPr kumimoji="1" lang="en-US" altLang="ja-JP" sz="1050" dirty="0">
              <a:solidFill>
                <a:srgbClr val="ED7D31"/>
              </a:solidFill>
            </a:endParaRPr>
          </a:p>
        </p:txBody>
      </p:sp>
      <p:sp>
        <p:nvSpPr>
          <p:cNvPr id="23" name="四角形: 角を丸くする 22">
            <a:extLst>
              <a:ext uri="{FF2B5EF4-FFF2-40B4-BE49-F238E27FC236}">
                <a16:creationId xmlns:a16="http://schemas.microsoft.com/office/drawing/2014/main" id="{AFE4E269-F4E7-E43B-4169-E6157542823B}"/>
              </a:ext>
            </a:extLst>
          </p:cNvPr>
          <p:cNvSpPr/>
          <p:nvPr/>
        </p:nvSpPr>
        <p:spPr>
          <a:xfrm>
            <a:off x="5897449" y="590400"/>
            <a:ext cx="2891183" cy="6041220"/>
          </a:xfrm>
          <a:prstGeom prst="roundRect">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29A0B9CD-3F6D-61FD-314B-050B41B12686}"/>
              </a:ext>
            </a:extLst>
          </p:cNvPr>
          <p:cNvSpPr txBox="1"/>
          <p:nvPr/>
        </p:nvSpPr>
        <p:spPr>
          <a:xfrm>
            <a:off x="5054810" y="4486414"/>
            <a:ext cx="1784895" cy="292581"/>
          </a:xfrm>
          <a:prstGeom prst="rect">
            <a:avLst/>
          </a:prstGeom>
          <a:noFill/>
        </p:spPr>
        <p:txBody>
          <a:bodyPr wrap="square" rtlCol="0">
            <a:spAutoFit/>
          </a:bodyPr>
          <a:lstStyle/>
          <a:p>
            <a:pPr>
              <a:lnSpc>
                <a:spcPct val="120000"/>
              </a:lnSpc>
              <a:spcBef>
                <a:spcPts val="300"/>
              </a:spcBef>
            </a:pPr>
            <a:r>
              <a:rPr lang="en-US" altLang="ja-JP" sz="1200" dirty="0">
                <a:solidFill>
                  <a:srgbClr val="ED7D31"/>
                </a:solidFill>
              </a:rPr>
              <a:t>(DXPF</a:t>
            </a:r>
            <a:r>
              <a:rPr lang="ja-JP" altLang="en-US" sz="1200" dirty="0">
                <a:solidFill>
                  <a:srgbClr val="ED7D31"/>
                </a:solidFill>
              </a:rPr>
              <a:t>、</a:t>
            </a:r>
            <a:r>
              <a:rPr lang="en-US" altLang="ja-JP" sz="1200" dirty="0">
                <a:solidFill>
                  <a:srgbClr val="ED7D31"/>
                </a:solidFill>
              </a:rPr>
              <a:t>SMS-API</a:t>
            </a:r>
            <a:r>
              <a:rPr lang="ja-JP" altLang="en-US" sz="1200" dirty="0">
                <a:solidFill>
                  <a:srgbClr val="ED7D31"/>
                </a:solidFill>
              </a:rPr>
              <a:t>連携</a:t>
            </a:r>
            <a:r>
              <a:rPr lang="en-US" altLang="ja-JP" sz="1200" dirty="0">
                <a:solidFill>
                  <a:srgbClr val="ED7D31"/>
                </a:solidFill>
              </a:rPr>
              <a:t>)</a:t>
            </a:r>
            <a:endParaRPr kumimoji="1" lang="en-US" altLang="ja-JP" sz="1200" dirty="0">
              <a:solidFill>
                <a:srgbClr val="ED7D31"/>
              </a:solidFill>
            </a:endParaRPr>
          </a:p>
        </p:txBody>
      </p:sp>
      <p:sp>
        <p:nvSpPr>
          <p:cNvPr id="12" name="矢印: 五方向 11">
            <a:extLst>
              <a:ext uri="{FF2B5EF4-FFF2-40B4-BE49-F238E27FC236}">
                <a16:creationId xmlns:a16="http://schemas.microsoft.com/office/drawing/2014/main" id="{98FBAE21-8F3A-CC8C-9988-B50ACA69A7BB}"/>
              </a:ext>
            </a:extLst>
          </p:cNvPr>
          <p:cNvSpPr/>
          <p:nvPr/>
        </p:nvSpPr>
        <p:spPr>
          <a:xfrm>
            <a:off x="4961118" y="2614056"/>
            <a:ext cx="908227" cy="692331"/>
          </a:xfrm>
          <a:prstGeom prst="homePlate">
            <a:avLst>
              <a:gd name="adj" fmla="val 1527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lang="en-US" altLang="ja-JP" sz="1100" dirty="0">
                <a:solidFill>
                  <a:schemeClr val="tx1"/>
                </a:solidFill>
              </a:rPr>
              <a:t>UI/UX</a:t>
            </a:r>
            <a:r>
              <a:rPr lang="ja-JP" altLang="en-US" sz="1100" dirty="0">
                <a:solidFill>
                  <a:schemeClr val="tx1"/>
                </a:solidFill>
              </a:rPr>
              <a:t>設計</a:t>
            </a:r>
            <a:br>
              <a:rPr lang="en-US" altLang="ja-JP" sz="1100" dirty="0">
                <a:solidFill>
                  <a:schemeClr val="tx1"/>
                </a:solidFill>
              </a:rPr>
            </a:br>
            <a:r>
              <a:rPr lang="ja-JP" altLang="en-US" sz="1100" dirty="0">
                <a:solidFill>
                  <a:schemeClr val="tx1"/>
                </a:solidFill>
              </a:rPr>
              <a:t>システム開発</a:t>
            </a:r>
            <a:br>
              <a:rPr lang="en-US" altLang="ja-JP" sz="1100" dirty="0">
                <a:solidFill>
                  <a:schemeClr val="tx1"/>
                </a:solidFill>
              </a:rPr>
            </a:br>
            <a:r>
              <a:rPr lang="en-US" altLang="ja-JP" sz="1100" dirty="0">
                <a:solidFill>
                  <a:schemeClr val="tx1"/>
                </a:solidFill>
              </a:rPr>
              <a:t>1Q</a:t>
            </a:r>
            <a:endParaRPr kumimoji="1" lang="ja-JP" altLang="en-US" sz="1100" dirty="0">
              <a:solidFill>
                <a:schemeClr val="tx1"/>
              </a:solidFill>
            </a:endParaRPr>
          </a:p>
        </p:txBody>
      </p:sp>
      <p:sp>
        <p:nvSpPr>
          <p:cNvPr id="26" name="矢印: 五方向 25">
            <a:extLst>
              <a:ext uri="{FF2B5EF4-FFF2-40B4-BE49-F238E27FC236}">
                <a16:creationId xmlns:a16="http://schemas.microsoft.com/office/drawing/2014/main" id="{F6B3124E-29D6-C4E6-8E69-02F2FD079C50}"/>
              </a:ext>
            </a:extLst>
          </p:cNvPr>
          <p:cNvSpPr/>
          <p:nvPr/>
        </p:nvSpPr>
        <p:spPr>
          <a:xfrm>
            <a:off x="9769330" y="2608279"/>
            <a:ext cx="908227" cy="692331"/>
          </a:xfrm>
          <a:prstGeom prst="homePlate">
            <a:avLst>
              <a:gd name="adj" fmla="val 15270"/>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lnSpc>
                <a:spcPct val="110000"/>
              </a:lnSpc>
            </a:pP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5B7B020-D56E-5470-442C-83EC2CDF52E1}"/>
              </a:ext>
            </a:extLst>
          </p:cNvPr>
          <p:cNvSpPr txBox="1"/>
          <p:nvPr/>
        </p:nvSpPr>
        <p:spPr>
          <a:xfrm>
            <a:off x="6926760" y="3256035"/>
            <a:ext cx="876122" cy="669607"/>
          </a:xfrm>
          <a:prstGeom prst="rect">
            <a:avLst/>
          </a:prstGeom>
          <a:noFill/>
        </p:spPr>
        <p:txBody>
          <a:bodyPr wrap="square" lIns="36000" rIns="36000" rtlCol="0">
            <a:spAutoFit/>
          </a:bodyPr>
          <a:lstStyle/>
          <a:p>
            <a:pPr marL="92075" indent="-92075">
              <a:lnSpc>
                <a:spcPct val="120000"/>
              </a:lnSpc>
              <a:buFont typeface="Arial" panose="020B0604020202020204" pitchFamily="34" charset="0"/>
              <a:buChar char="•"/>
            </a:pPr>
            <a:r>
              <a:rPr kumimoji="1" lang="en-US" altLang="ja-JP" sz="800" dirty="0"/>
              <a:t>UI/UX</a:t>
            </a:r>
            <a:r>
              <a:rPr kumimoji="1" lang="ja-JP" altLang="en-US" sz="800" dirty="0"/>
              <a:t>設計</a:t>
            </a:r>
            <a:endParaRPr kumimoji="1" lang="en-US" altLang="ja-JP" sz="800" dirty="0"/>
          </a:p>
          <a:p>
            <a:pPr marL="92075" indent="-92075">
              <a:lnSpc>
                <a:spcPct val="120000"/>
              </a:lnSpc>
              <a:buFont typeface="Arial" panose="020B0604020202020204" pitchFamily="34" charset="0"/>
              <a:buChar char="•"/>
            </a:pPr>
            <a:r>
              <a:rPr lang="ja-JP" altLang="en-US" sz="800" dirty="0"/>
              <a:t>プロダクト開発</a:t>
            </a:r>
            <a:br>
              <a:rPr lang="en-US" altLang="ja-JP" sz="800" dirty="0"/>
            </a:br>
            <a:r>
              <a:rPr lang="en-US" altLang="ja-JP" sz="800" dirty="0"/>
              <a:t>(Srt22 – 26)</a:t>
            </a:r>
          </a:p>
          <a:p>
            <a:pPr marL="92075" indent="-92075">
              <a:lnSpc>
                <a:spcPct val="120000"/>
              </a:lnSpc>
              <a:buFont typeface="Arial" panose="020B0604020202020204" pitchFamily="34" charset="0"/>
              <a:buChar char="•"/>
            </a:pPr>
            <a:r>
              <a:rPr kumimoji="1" lang="ja-JP" altLang="en-US" sz="800" dirty="0"/>
              <a:t>運用</a:t>
            </a:r>
          </a:p>
        </p:txBody>
      </p:sp>
      <p:sp>
        <p:nvSpPr>
          <p:cNvPr id="19" name="テキスト ボックス 18">
            <a:extLst>
              <a:ext uri="{FF2B5EF4-FFF2-40B4-BE49-F238E27FC236}">
                <a16:creationId xmlns:a16="http://schemas.microsoft.com/office/drawing/2014/main" id="{9306CE62-B4CF-24DA-2846-9BC16BE90741}"/>
              </a:ext>
            </a:extLst>
          </p:cNvPr>
          <p:cNvSpPr txBox="1"/>
          <p:nvPr/>
        </p:nvSpPr>
        <p:spPr>
          <a:xfrm>
            <a:off x="9054649" y="5427622"/>
            <a:ext cx="2416333" cy="928652"/>
          </a:xfrm>
          <a:prstGeom prst="rect">
            <a:avLst/>
          </a:prstGeom>
          <a:solidFill>
            <a:schemeClr val="bg1">
              <a:lumMod val="95000"/>
            </a:schemeClr>
          </a:solidFill>
        </p:spPr>
        <p:txBody>
          <a:bodyPr wrap="square" rtlCol="0">
            <a:spAutoFit/>
          </a:bodyPr>
          <a:lstStyle/>
          <a:p>
            <a:pPr>
              <a:lnSpc>
                <a:spcPct val="120000"/>
              </a:lnSpc>
              <a:spcBef>
                <a:spcPts val="300"/>
              </a:spcBef>
            </a:pPr>
            <a:r>
              <a:rPr lang="ja-JP" altLang="en-US" sz="1000" dirty="0">
                <a:solidFill>
                  <a:schemeClr val="tx1">
                    <a:lumMod val="60000"/>
                    <a:lumOff val="40000"/>
                  </a:schemeClr>
                </a:solidFill>
              </a:rPr>
              <a:t>追加要件</a:t>
            </a:r>
            <a:r>
              <a:rPr lang="en-US" altLang="ja-JP" sz="1000" dirty="0">
                <a:solidFill>
                  <a:schemeClr val="tx1">
                    <a:lumMod val="60000"/>
                    <a:lumOff val="40000"/>
                  </a:schemeClr>
                </a:solidFill>
              </a:rPr>
              <a:t>(</a:t>
            </a:r>
            <a:r>
              <a:rPr lang="ja-JP" altLang="en-US" sz="1000" dirty="0">
                <a:solidFill>
                  <a:schemeClr val="tx1">
                    <a:lumMod val="60000"/>
                    <a:lumOff val="40000"/>
                  </a:schemeClr>
                </a:solidFill>
              </a:rPr>
              <a:t>優先度高になる可能性あり？</a:t>
            </a:r>
            <a:r>
              <a:rPr lang="en-US" altLang="ja-JP" sz="1000" dirty="0">
                <a:solidFill>
                  <a:schemeClr val="tx1">
                    <a:lumMod val="60000"/>
                    <a:lumOff val="40000"/>
                  </a:schemeClr>
                </a:solidFill>
              </a:rPr>
              <a:t>)</a:t>
            </a:r>
          </a:p>
          <a:p>
            <a:pPr>
              <a:lnSpc>
                <a:spcPct val="120000"/>
              </a:lnSpc>
              <a:spcBef>
                <a:spcPts val="300"/>
              </a:spcBef>
            </a:pPr>
            <a:r>
              <a:rPr lang="ja-JP" altLang="en-US" sz="1000" dirty="0">
                <a:solidFill>
                  <a:schemeClr val="tx1">
                    <a:lumMod val="60000"/>
                    <a:lumOff val="40000"/>
                  </a:schemeClr>
                </a:solidFill>
              </a:rPr>
              <a:t>・</a:t>
            </a:r>
            <a:r>
              <a:rPr lang="en-US" altLang="ja-JP" sz="1000" dirty="0">
                <a:solidFill>
                  <a:schemeClr val="tx1">
                    <a:lumMod val="60000"/>
                    <a:lumOff val="40000"/>
                  </a:schemeClr>
                </a:solidFill>
              </a:rPr>
              <a:t>OMUSVI</a:t>
            </a:r>
            <a:r>
              <a:rPr lang="ja-JP" altLang="en-US" sz="1000" dirty="0">
                <a:solidFill>
                  <a:schemeClr val="tx1">
                    <a:lumMod val="60000"/>
                    <a:lumOff val="40000"/>
                  </a:schemeClr>
                </a:solidFill>
              </a:rPr>
              <a:t>対応</a:t>
            </a:r>
            <a:r>
              <a:rPr lang="en-US" altLang="ja-JP" sz="1000" dirty="0">
                <a:solidFill>
                  <a:schemeClr val="tx1">
                    <a:lumMod val="60000"/>
                    <a:lumOff val="40000"/>
                  </a:schemeClr>
                </a:solidFill>
              </a:rPr>
              <a:t>(2</a:t>
            </a:r>
            <a:r>
              <a:rPr lang="ja-JP" altLang="en-US" sz="1000" dirty="0">
                <a:solidFill>
                  <a:schemeClr val="tx1">
                    <a:lumMod val="60000"/>
                    <a:lumOff val="40000"/>
                  </a:schemeClr>
                </a:solidFill>
              </a:rPr>
              <a:t>層</a:t>
            </a:r>
            <a:r>
              <a:rPr lang="en-US" altLang="ja-JP" sz="1000" dirty="0">
                <a:solidFill>
                  <a:schemeClr val="tx1">
                    <a:lumMod val="60000"/>
                    <a:lumOff val="40000"/>
                  </a:schemeClr>
                </a:solidFill>
              </a:rPr>
              <a:t>3</a:t>
            </a:r>
            <a:r>
              <a:rPr lang="ja-JP" altLang="en-US" sz="1000" dirty="0">
                <a:solidFill>
                  <a:schemeClr val="tx1">
                    <a:lumMod val="60000"/>
                    <a:lumOff val="40000"/>
                  </a:schemeClr>
                </a:solidFill>
              </a:rPr>
              <a:t>層設計支援ほか</a:t>
            </a:r>
            <a:r>
              <a:rPr lang="en-US" altLang="ja-JP" sz="1000" dirty="0">
                <a:solidFill>
                  <a:schemeClr val="tx1">
                    <a:lumMod val="60000"/>
                    <a:lumOff val="40000"/>
                  </a:schemeClr>
                </a:solidFill>
              </a:rPr>
              <a:t>)</a:t>
            </a:r>
          </a:p>
          <a:p>
            <a:pPr>
              <a:lnSpc>
                <a:spcPct val="120000"/>
              </a:lnSpc>
              <a:spcBef>
                <a:spcPts val="300"/>
              </a:spcBef>
            </a:pPr>
            <a:r>
              <a:rPr lang="ja-JP" altLang="en-US" sz="1000" dirty="0">
                <a:solidFill>
                  <a:schemeClr val="tx1">
                    <a:lumMod val="60000"/>
                    <a:lumOff val="40000"/>
                  </a:schemeClr>
                </a:solidFill>
              </a:rPr>
              <a:t>・要素タイプ対応</a:t>
            </a:r>
            <a:endParaRPr lang="en-US" altLang="ja-JP" sz="1000" dirty="0">
              <a:solidFill>
                <a:schemeClr val="tx1">
                  <a:lumMod val="60000"/>
                  <a:lumOff val="40000"/>
                </a:schemeClr>
              </a:solidFill>
            </a:endParaRPr>
          </a:p>
          <a:p>
            <a:pPr>
              <a:lnSpc>
                <a:spcPct val="120000"/>
              </a:lnSpc>
              <a:spcBef>
                <a:spcPts val="300"/>
              </a:spcBef>
            </a:pPr>
            <a:r>
              <a:rPr lang="ja-JP" altLang="en-US" sz="1000" dirty="0">
                <a:solidFill>
                  <a:schemeClr val="tx1">
                    <a:lumMod val="60000"/>
                    <a:lumOff val="40000"/>
                  </a:schemeClr>
                </a:solidFill>
              </a:rPr>
              <a:t>・</a:t>
            </a:r>
            <a:r>
              <a:rPr lang="en-US" altLang="ja-JP" sz="1000" dirty="0" err="1">
                <a:solidFill>
                  <a:schemeClr val="tx1">
                    <a:lumMod val="60000"/>
                    <a:lumOff val="40000"/>
                  </a:schemeClr>
                </a:solidFill>
              </a:rPr>
              <a:t>etc</a:t>
            </a:r>
            <a:r>
              <a:rPr lang="ja-JP" altLang="en-US" sz="1000" dirty="0">
                <a:solidFill>
                  <a:schemeClr val="tx1">
                    <a:lumMod val="60000"/>
                    <a:lumOff val="40000"/>
                  </a:schemeClr>
                </a:solidFill>
              </a:rPr>
              <a:t>・・</a:t>
            </a:r>
            <a:endParaRPr lang="en-US" altLang="ja-JP" sz="1000" dirty="0">
              <a:solidFill>
                <a:schemeClr val="tx1">
                  <a:lumMod val="60000"/>
                  <a:lumOff val="40000"/>
                </a:schemeClr>
              </a:solidFill>
            </a:endParaRPr>
          </a:p>
        </p:txBody>
      </p:sp>
      <p:sp>
        <p:nvSpPr>
          <p:cNvPr id="24" name="テキスト ボックス 23">
            <a:extLst>
              <a:ext uri="{FF2B5EF4-FFF2-40B4-BE49-F238E27FC236}">
                <a16:creationId xmlns:a16="http://schemas.microsoft.com/office/drawing/2014/main" id="{9F305CFF-094D-F6BA-CA62-23BB1952A1B0}"/>
              </a:ext>
            </a:extLst>
          </p:cNvPr>
          <p:cNvSpPr txBox="1"/>
          <p:nvPr/>
        </p:nvSpPr>
        <p:spPr>
          <a:xfrm>
            <a:off x="8146729" y="6315726"/>
            <a:ext cx="809063" cy="267509"/>
          </a:xfrm>
          <a:prstGeom prst="rect">
            <a:avLst/>
          </a:prstGeom>
          <a:noFill/>
        </p:spPr>
        <p:txBody>
          <a:bodyPr wrap="square" rtlCol="0">
            <a:spAutoFit/>
          </a:bodyPr>
          <a:lstStyle/>
          <a:p>
            <a:pPr>
              <a:lnSpc>
                <a:spcPct val="120000"/>
              </a:lnSpc>
              <a:spcBef>
                <a:spcPts val="300"/>
              </a:spcBef>
            </a:pPr>
            <a:r>
              <a:rPr lang="ja-JP" altLang="en-US" sz="1050" dirty="0">
                <a:solidFill>
                  <a:srgbClr val="ED7D31"/>
                </a:solidFill>
              </a:rPr>
              <a:t>・原価表示</a:t>
            </a:r>
            <a:endParaRPr kumimoji="1" lang="en-US" altLang="ja-JP" sz="1050" dirty="0">
              <a:solidFill>
                <a:srgbClr val="ED7D31"/>
              </a:solidFill>
            </a:endParaRPr>
          </a:p>
        </p:txBody>
      </p:sp>
    </p:spTree>
    <p:extLst>
      <p:ext uri="{BB962C8B-B14F-4D97-AF65-F5344CB8AC3E}">
        <p14:creationId xmlns:p14="http://schemas.microsoft.com/office/powerpoint/2010/main" val="625519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E9B95E-BEDF-7A6C-0E5A-2BA5D251BA87}"/>
              </a:ext>
            </a:extLst>
          </p:cNvPr>
          <p:cNvSpPr>
            <a:spLocks noGrp="1"/>
          </p:cNvSpPr>
          <p:nvPr>
            <p:ph type="title"/>
          </p:nvPr>
        </p:nvSpPr>
        <p:spPr/>
        <p:txBody>
          <a:bodyPr/>
          <a:lstStyle/>
          <a:p>
            <a:r>
              <a:rPr kumimoji="1" lang="ja-JP" altLang="en-US" dirty="0"/>
              <a:t>背景</a:t>
            </a:r>
          </a:p>
        </p:txBody>
      </p:sp>
      <p:sp>
        <p:nvSpPr>
          <p:cNvPr id="3" name="コンテンツ プレースホルダー 2">
            <a:extLst>
              <a:ext uri="{FF2B5EF4-FFF2-40B4-BE49-F238E27FC236}">
                <a16:creationId xmlns:a16="http://schemas.microsoft.com/office/drawing/2014/main" id="{CC56FC97-47AD-6E97-BC57-0D52AF3DC1B6}"/>
              </a:ext>
            </a:extLst>
          </p:cNvPr>
          <p:cNvSpPr>
            <a:spLocks noGrp="1"/>
          </p:cNvSpPr>
          <p:nvPr>
            <p:ph idx="1"/>
          </p:nvPr>
        </p:nvSpPr>
        <p:spPr/>
        <p:txBody>
          <a:bodyPr anchor="ctr">
            <a:normAutofit/>
          </a:bodyPr>
          <a:lstStyle/>
          <a:p>
            <a:r>
              <a:rPr kumimoji="1" lang="ja-JP" altLang="en-US" dirty="0"/>
              <a:t>リリース</a:t>
            </a:r>
            <a:r>
              <a:rPr kumimoji="1" lang="en-US" altLang="ja-JP" dirty="0"/>
              <a:t>3</a:t>
            </a:r>
            <a:r>
              <a:rPr kumimoji="1" lang="ja-JP" altLang="en-US" dirty="0"/>
              <a:t>のアイテムである適用除外</a:t>
            </a:r>
            <a:r>
              <a:rPr lang="ja-JP" altLang="en-US" dirty="0"/>
              <a:t>申請の実現に向け</a:t>
            </a:r>
            <a:br>
              <a:rPr lang="en-US" altLang="ja-JP" dirty="0"/>
            </a:br>
            <a:r>
              <a:rPr lang="ja-JP" altLang="en-US" dirty="0"/>
              <a:t>運用主幹部署である</a:t>
            </a:r>
            <a:r>
              <a:rPr kumimoji="1" lang="en-US" altLang="ja-JP" dirty="0"/>
              <a:t>EDC</a:t>
            </a:r>
            <a:r>
              <a:rPr kumimoji="1" lang="ja-JP" altLang="en-US" dirty="0"/>
              <a:t>が参画</a:t>
            </a:r>
            <a:endParaRPr lang="en-US" altLang="ja-JP" dirty="0"/>
          </a:p>
          <a:p>
            <a:r>
              <a:rPr lang="ja-JP" altLang="en-US" dirty="0"/>
              <a:t>下記を優先課題として調整中</a:t>
            </a:r>
            <a:endParaRPr lang="en-US" altLang="ja-JP" dirty="0"/>
          </a:p>
          <a:p>
            <a:pPr lvl="1"/>
            <a:r>
              <a:rPr kumimoji="1" lang="ja-JP" altLang="en-US" dirty="0"/>
              <a:t>開示先コントロール</a:t>
            </a:r>
            <a:endParaRPr kumimoji="1" lang="en-US" altLang="ja-JP" dirty="0"/>
          </a:p>
          <a:p>
            <a:pPr lvl="1"/>
            <a:r>
              <a:rPr kumimoji="1" lang="ja-JP" altLang="en-US" dirty="0"/>
              <a:t>適用除外申請の承認フロー</a:t>
            </a:r>
            <a:endParaRPr kumimoji="1" lang="en-US" altLang="ja-JP" dirty="0"/>
          </a:p>
        </p:txBody>
      </p:sp>
    </p:spTree>
    <p:extLst>
      <p:ext uri="{BB962C8B-B14F-4D97-AF65-F5344CB8AC3E}">
        <p14:creationId xmlns:p14="http://schemas.microsoft.com/office/powerpoint/2010/main" val="2129577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9757BBE-1122-C7F3-E08D-437368EE9FC1}"/>
              </a:ext>
            </a:extLst>
          </p:cNvPr>
          <p:cNvSpPr>
            <a:spLocks noGrp="1"/>
          </p:cNvSpPr>
          <p:nvPr>
            <p:ph type="title"/>
          </p:nvPr>
        </p:nvSpPr>
        <p:spPr/>
        <p:txBody>
          <a:bodyPr/>
          <a:lstStyle/>
          <a:p>
            <a:r>
              <a:rPr lang="ja-JP" altLang="en-US" dirty="0"/>
              <a:t>対 分野事務局への窓口を</a:t>
            </a:r>
            <a:r>
              <a:rPr lang="en-US" altLang="ja-JP" dirty="0"/>
              <a:t>EDC</a:t>
            </a:r>
            <a:r>
              <a:rPr lang="ja-JP" altLang="en-US" dirty="0"/>
              <a:t>へ一本化</a:t>
            </a:r>
          </a:p>
        </p:txBody>
      </p:sp>
      <p:sp>
        <p:nvSpPr>
          <p:cNvPr id="5" name="四角形: 角を丸くする 4">
            <a:extLst>
              <a:ext uri="{FF2B5EF4-FFF2-40B4-BE49-F238E27FC236}">
                <a16:creationId xmlns:a16="http://schemas.microsoft.com/office/drawing/2014/main" id="{9C5588DC-19B6-A4E2-209E-E2940701C3BE}"/>
              </a:ext>
            </a:extLst>
          </p:cNvPr>
          <p:cNvSpPr/>
          <p:nvPr/>
        </p:nvSpPr>
        <p:spPr>
          <a:xfrm>
            <a:off x="4479611" y="2541618"/>
            <a:ext cx="1828800" cy="1648068"/>
          </a:xfrm>
          <a:prstGeom prst="roundRect">
            <a:avLst>
              <a:gd name="adj" fmla="val 526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600" b="1" dirty="0">
                <a:solidFill>
                  <a:schemeClr val="tx1"/>
                </a:solidFill>
                <a:latin typeface="+mj-lt"/>
                <a:ea typeface="+mj-ea"/>
              </a:rPr>
              <a:t>EDC</a:t>
            </a:r>
            <a:endParaRPr kumimoji="1" lang="ja-JP" altLang="en-US" sz="1600" b="1" dirty="0">
              <a:solidFill>
                <a:schemeClr val="tx1"/>
              </a:solidFill>
              <a:latin typeface="+mj-lt"/>
              <a:ea typeface="+mj-ea"/>
            </a:endParaRPr>
          </a:p>
        </p:txBody>
      </p:sp>
      <p:sp>
        <p:nvSpPr>
          <p:cNvPr id="7" name="正方形/長方形 6">
            <a:extLst>
              <a:ext uri="{FF2B5EF4-FFF2-40B4-BE49-F238E27FC236}">
                <a16:creationId xmlns:a16="http://schemas.microsoft.com/office/drawing/2014/main" id="{BE06AFB1-320D-1E2D-E053-E00F84CCE7DC}"/>
              </a:ext>
            </a:extLst>
          </p:cNvPr>
          <p:cNvSpPr/>
          <p:nvPr/>
        </p:nvSpPr>
        <p:spPr>
          <a:xfrm>
            <a:off x="4818116" y="2993107"/>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福井</a:t>
            </a:r>
            <a:r>
              <a:rPr kumimoji="1" lang="en-US" altLang="ja-JP" sz="1400" dirty="0"/>
              <a:t>GM</a:t>
            </a:r>
            <a:endParaRPr kumimoji="1" lang="ja-JP" altLang="en-US" sz="1400" dirty="0"/>
          </a:p>
        </p:txBody>
      </p:sp>
      <p:sp>
        <p:nvSpPr>
          <p:cNvPr id="8" name="正方形/長方形 7">
            <a:extLst>
              <a:ext uri="{FF2B5EF4-FFF2-40B4-BE49-F238E27FC236}">
                <a16:creationId xmlns:a16="http://schemas.microsoft.com/office/drawing/2014/main" id="{56A8D53A-CDC9-4FCE-4D08-77DC517C1F52}"/>
              </a:ext>
            </a:extLst>
          </p:cNvPr>
          <p:cNvSpPr/>
          <p:nvPr/>
        </p:nvSpPr>
        <p:spPr>
          <a:xfrm>
            <a:off x="4818116" y="3611638"/>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浅野</a:t>
            </a:r>
            <a:r>
              <a:rPr kumimoji="1" lang="en-US" altLang="ja-JP" sz="1400" dirty="0"/>
              <a:t>SN</a:t>
            </a:r>
            <a:endParaRPr kumimoji="1" lang="ja-JP" altLang="en-US" sz="1400" dirty="0"/>
          </a:p>
        </p:txBody>
      </p:sp>
      <p:sp>
        <p:nvSpPr>
          <p:cNvPr id="9" name="四角形: 角を丸くする 8">
            <a:extLst>
              <a:ext uri="{FF2B5EF4-FFF2-40B4-BE49-F238E27FC236}">
                <a16:creationId xmlns:a16="http://schemas.microsoft.com/office/drawing/2014/main" id="{44CABD82-63E4-9A87-3EAE-4F8FAA6DDDCD}"/>
              </a:ext>
            </a:extLst>
          </p:cNvPr>
          <p:cNvSpPr/>
          <p:nvPr/>
        </p:nvSpPr>
        <p:spPr>
          <a:xfrm>
            <a:off x="7743631" y="1761358"/>
            <a:ext cx="3031961" cy="1014617"/>
          </a:xfrm>
          <a:prstGeom prst="roundRect">
            <a:avLst>
              <a:gd name="adj" fmla="val 526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600" b="1" dirty="0">
                <a:solidFill>
                  <a:schemeClr val="tx1"/>
                </a:solidFill>
                <a:latin typeface="+mj-lt"/>
                <a:ea typeface="+mj-ea"/>
              </a:rPr>
              <a:t>MS</a:t>
            </a:r>
            <a:r>
              <a:rPr kumimoji="1" lang="ja-JP" altLang="en-US" sz="1600" b="1" dirty="0">
                <a:solidFill>
                  <a:schemeClr val="tx1"/>
                </a:solidFill>
                <a:latin typeface="+mj-lt"/>
                <a:ea typeface="+mj-ea"/>
              </a:rPr>
              <a:t>統括</a:t>
            </a:r>
          </a:p>
        </p:txBody>
      </p:sp>
      <p:sp>
        <p:nvSpPr>
          <p:cNvPr id="10" name="正方形/長方形 9">
            <a:extLst>
              <a:ext uri="{FF2B5EF4-FFF2-40B4-BE49-F238E27FC236}">
                <a16:creationId xmlns:a16="http://schemas.microsoft.com/office/drawing/2014/main" id="{8114E2EB-393E-0B69-5BB4-CACF67B401CF}"/>
              </a:ext>
            </a:extLst>
          </p:cNvPr>
          <p:cNvSpPr/>
          <p:nvPr/>
        </p:nvSpPr>
        <p:spPr>
          <a:xfrm>
            <a:off x="7997833" y="2181463"/>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小河原</a:t>
            </a:r>
            <a:r>
              <a:rPr kumimoji="1" lang="en-US" altLang="ja-JP" sz="1400" dirty="0"/>
              <a:t>SK</a:t>
            </a:r>
            <a:endParaRPr kumimoji="1" lang="ja-JP" altLang="en-US" sz="1400" dirty="0"/>
          </a:p>
        </p:txBody>
      </p:sp>
      <p:sp>
        <p:nvSpPr>
          <p:cNvPr id="11" name="正方形/長方形 10">
            <a:extLst>
              <a:ext uri="{FF2B5EF4-FFF2-40B4-BE49-F238E27FC236}">
                <a16:creationId xmlns:a16="http://schemas.microsoft.com/office/drawing/2014/main" id="{EDD0226E-538D-7F52-627B-8D42678A8425}"/>
              </a:ext>
            </a:extLst>
          </p:cNvPr>
          <p:cNvSpPr/>
          <p:nvPr/>
        </p:nvSpPr>
        <p:spPr>
          <a:xfrm>
            <a:off x="9371916" y="2181463"/>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白井</a:t>
            </a:r>
            <a:r>
              <a:rPr kumimoji="1" lang="en-US" altLang="ja-JP" sz="1400" dirty="0"/>
              <a:t>SK</a:t>
            </a:r>
            <a:endParaRPr kumimoji="1" lang="ja-JP" altLang="en-US" sz="1400" dirty="0"/>
          </a:p>
        </p:txBody>
      </p:sp>
      <p:sp>
        <p:nvSpPr>
          <p:cNvPr id="12" name="四角形: 角を丸くする 11">
            <a:extLst>
              <a:ext uri="{FF2B5EF4-FFF2-40B4-BE49-F238E27FC236}">
                <a16:creationId xmlns:a16="http://schemas.microsoft.com/office/drawing/2014/main" id="{504B1ACF-CEE9-9688-D280-E6077F896327}"/>
              </a:ext>
            </a:extLst>
          </p:cNvPr>
          <p:cNvSpPr/>
          <p:nvPr/>
        </p:nvSpPr>
        <p:spPr>
          <a:xfrm>
            <a:off x="7743631" y="2948874"/>
            <a:ext cx="3031961" cy="1014617"/>
          </a:xfrm>
          <a:prstGeom prst="roundRect">
            <a:avLst>
              <a:gd name="adj" fmla="val 526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600" b="1" dirty="0">
                <a:solidFill>
                  <a:schemeClr val="tx1"/>
                </a:solidFill>
                <a:latin typeface="+mj-lt"/>
                <a:ea typeface="+mj-ea"/>
              </a:rPr>
              <a:t>IT</a:t>
            </a:r>
            <a:r>
              <a:rPr kumimoji="1" lang="ja-JP" altLang="en-US" sz="1600" b="1" dirty="0">
                <a:solidFill>
                  <a:schemeClr val="tx1"/>
                </a:solidFill>
                <a:latin typeface="+mj-lt"/>
                <a:ea typeface="+mj-ea"/>
              </a:rPr>
              <a:t>開</a:t>
            </a:r>
          </a:p>
        </p:txBody>
      </p:sp>
      <p:sp>
        <p:nvSpPr>
          <p:cNvPr id="13" name="正方形/長方形 12">
            <a:extLst>
              <a:ext uri="{FF2B5EF4-FFF2-40B4-BE49-F238E27FC236}">
                <a16:creationId xmlns:a16="http://schemas.microsoft.com/office/drawing/2014/main" id="{F07D85DB-F969-383B-0C5D-594CCC53E2DE}"/>
              </a:ext>
            </a:extLst>
          </p:cNvPr>
          <p:cNvSpPr/>
          <p:nvPr/>
        </p:nvSpPr>
        <p:spPr>
          <a:xfrm>
            <a:off x="8683716" y="3368979"/>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片岡</a:t>
            </a:r>
            <a:r>
              <a:rPr kumimoji="1" lang="en-US" altLang="ja-JP" sz="1400" dirty="0"/>
              <a:t>SN</a:t>
            </a:r>
            <a:endParaRPr kumimoji="1" lang="ja-JP" altLang="en-US" sz="1400" dirty="0"/>
          </a:p>
        </p:txBody>
      </p:sp>
      <p:sp>
        <p:nvSpPr>
          <p:cNvPr id="15" name="四角形: 角を丸くする 14">
            <a:extLst>
              <a:ext uri="{FF2B5EF4-FFF2-40B4-BE49-F238E27FC236}">
                <a16:creationId xmlns:a16="http://schemas.microsoft.com/office/drawing/2014/main" id="{A4723D91-44B7-E4B1-A11E-05C6B57A2078}"/>
              </a:ext>
            </a:extLst>
          </p:cNvPr>
          <p:cNvSpPr/>
          <p:nvPr/>
        </p:nvSpPr>
        <p:spPr>
          <a:xfrm>
            <a:off x="7743631" y="4131189"/>
            <a:ext cx="3031961" cy="1014617"/>
          </a:xfrm>
          <a:prstGeom prst="roundRect">
            <a:avLst>
              <a:gd name="adj" fmla="val 526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600" b="1" dirty="0">
                <a:solidFill>
                  <a:schemeClr val="tx1"/>
                </a:solidFill>
                <a:latin typeface="+mj-lt"/>
                <a:ea typeface="+mj-ea"/>
              </a:rPr>
              <a:t>TS</a:t>
            </a:r>
            <a:endParaRPr kumimoji="1" lang="ja-JP" altLang="en-US" sz="1600" b="1" dirty="0">
              <a:solidFill>
                <a:schemeClr val="tx1"/>
              </a:solidFill>
              <a:latin typeface="+mj-lt"/>
              <a:ea typeface="+mj-ea"/>
            </a:endParaRPr>
          </a:p>
        </p:txBody>
      </p:sp>
      <p:sp>
        <p:nvSpPr>
          <p:cNvPr id="16" name="正方形/長方形 15">
            <a:extLst>
              <a:ext uri="{FF2B5EF4-FFF2-40B4-BE49-F238E27FC236}">
                <a16:creationId xmlns:a16="http://schemas.microsoft.com/office/drawing/2014/main" id="{790C1E9A-31D7-580D-5B26-F21FC8624B61}"/>
              </a:ext>
            </a:extLst>
          </p:cNvPr>
          <p:cNvSpPr/>
          <p:nvPr/>
        </p:nvSpPr>
        <p:spPr>
          <a:xfrm>
            <a:off x="7993437" y="4551294"/>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横山 </a:t>
            </a:r>
            <a:r>
              <a:rPr kumimoji="1" lang="en-US" altLang="ja-JP" sz="1400" dirty="0"/>
              <a:t>(</a:t>
            </a:r>
            <a:r>
              <a:rPr kumimoji="1" lang="ja-JP" altLang="en-US" sz="1400" dirty="0"/>
              <a:t>一</a:t>
            </a:r>
            <a:r>
              <a:rPr kumimoji="1" lang="en-US" altLang="ja-JP" sz="1400" dirty="0"/>
              <a:t>)</a:t>
            </a:r>
            <a:endParaRPr kumimoji="1" lang="ja-JP" altLang="en-US" sz="1400" dirty="0"/>
          </a:p>
        </p:txBody>
      </p:sp>
      <p:sp>
        <p:nvSpPr>
          <p:cNvPr id="17" name="四角形: 角を丸くする 16">
            <a:extLst>
              <a:ext uri="{FF2B5EF4-FFF2-40B4-BE49-F238E27FC236}">
                <a16:creationId xmlns:a16="http://schemas.microsoft.com/office/drawing/2014/main" id="{97A08177-4E5B-0059-81B9-71E850746AE0}"/>
              </a:ext>
            </a:extLst>
          </p:cNvPr>
          <p:cNvSpPr/>
          <p:nvPr/>
        </p:nvSpPr>
        <p:spPr>
          <a:xfrm>
            <a:off x="1151547" y="1764656"/>
            <a:ext cx="1828800" cy="1014617"/>
          </a:xfrm>
          <a:prstGeom prst="roundRect">
            <a:avLst>
              <a:gd name="adj" fmla="val 526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600" b="1" dirty="0">
                <a:solidFill>
                  <a:schemeClr val="tx1"/>
                </a:solidFill>
                <a:latin typeface="+mj-lt"/>
                <a:ea typeface="+mj-ea"/>
              </a:rPr>
              <a:t>電技</a:t>
            </a:r>
            <a:endParaRPr kumimoji="1" lang="ja-JP" altLang="en-US" sz="1600" b="1" dirty="0">
              <a:solidFill>
                <a:schemeClr val="tx1"/>
              </a:solidFill>
              <a:latin typeface="+mj-lt"/>
              <a:ea typeface="+mj-ea"/>
            </a:endParaRPr>
          </a:p>
        </p:txBody>
      </p:sp>
      <p:sp>
        <p:nvSpPr>
          <p:cNvPr id="18" name="正方形/長方形 17">
            <a:extLst>
              <a:ext uri="{FF2B5EF4-FFF2-40B4-BE49-F238E27FC236}">
                <a16:creationId xmlns:a16="http://schemas.microsoft.com/office/drawing/2014/main" id="{A51EDFFA-F668-30E2-8316-76587F731229}"/>
              </a:ext>
            </a:extLst>
          </p:cNvPr>
          <p:cNvSpPr/>
          <p:nvPr/>
        </p:nvSpPr>
        <p:spPr>
          <a:xfrm>
            <a:off x="1490052" y="2184761"/>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長谷川</a:t>
            </a:r>
            <a:r>
              <a:rPr kumimoji="1" lang="en-US" altLang="ja-JP" sz="1400" dirty="0"/>
              <a:t>SK</a:t>
            </a:r>
            <a:endParaRPr kumimoji="1" lang="ja-JP" altLang="en-US" sz="1400" dirty="0"/>
          </a:p>
        </p:txBody>
      </p:sp>
      <p:sp>
        <p:nvSpPr>
          <p:cNvPr id="20" name="四角形: 角を丸くする 19">
            <a:extLst>
              <a:ext uri="{FF2B5EF4-FFF2-40B4-BE49-F238E27FC236}">
                <a16:creationId xmlns:a16="http://schemas.microsoft.com/office/drawing/2014/main" id="{8203A2F2-FF7F-0E8D-DE22-98CBDB352FD0}"/>
              </a:ext>
            </a:extLst>
          </p:cNvPr>
          <p:cNvSpPr/>
          <p:nvPr/>
        </p:nvSpPr>
        <p:spPr>
          <a:xfrm>
            <a:off x="1151547" y="2948874"/>
            <a:ext cx="1828800" cy="1014617"/>
          </a:xfrm>
          <a:prstGeom prst="roundRect">
            <a:avLst>
              <a:gd name="adj" fmla="val 526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600" b="1" dirty="0">
                <a:solidFill>
                  <a:schemeClr val="tx1"/>
                </a:solidFill>
                <a:latin typeface="+mj-lt"/>
                <a:ea typeface="+mj-ea"/>
              </a:rPr>
              <a:t>ボデー</a:t>
            </a:r>
            <a:endParaRPr kumimoji="1" lang="ja-JP" altLang="en-US" sz="1600" b="1" dirty="0">
              <a:solidFill>
                <a:schemeClr val="tx1"/>
              </a:solidFill>
              <a:latin typeface="+mj-lt"/>
              <a:ea typeface="+mj-ea"/>
            </a:endParaRPr>
          </a:p>
        </p:txBody>
      </p:sp>
      <p:sp>
        <p:nvSpPr>
          <p:cNvPr id="21" name="正方形/長方形 20">
            <a:extLst>
              <a:ext uri="{FF2B5EF4-FFF2-40B4-BE49-F238E27FC236}">
                <a16:creationId xmlns:a16="http://schemas.microsoft.com/office/drawing/2014/main" id="{A13DD81E-83C3-6F74-E22F-F5952477E2E3}"/>
              </a:ext>
            </a:extLst>
          </p:cNvPr>
          <p:cNvSpPr/>
          <p:nvPr/>
        </p:nvSpPr>
        <p:spPr>
          <a:xfrm>
            <a:off x="1490052" y="3368979"/>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佐々木</a:t>
            </a:r>
            <a:r>
              <a:rPr kumimoji="1" lang="en-US" altLang="ja-JP" sz="1400" dirty="0"/>
              <a:t>SN</a:t>
            </a:r>
            <a:endParaRPr kumimoji="1" lang="ja-JP" altLang="en-US" sz="1400" dirty="0"/>
          </a:p>
        </p:txBody>
      </p:sp>
      <p:sp>
        <p:nvSpPr>
          <p:cNvPr id="22" name="四角形: 角を丸くする 21">
            <a:extLst>
              <a:ext uri="{FF2B5EF4-FFF2-40B4-BE49-F238E27FC236}">
                <a16:creationId xmlns:a16="http://schemas.microsoft.com/office/drawing/2014/main" id="{1BC879C6-1E25-D28B-EF54-E049B8F8C5B4}"/>
              </a:ext>
            </a:extLst>
          </p:cNvPr>
          <p:cNvSpPr/>
          <p:nvPr/>
        </p:nvSpPr>
        <p:spPr>
          <a:xfrm>
            <a:off x="1151547" y="4131189"/>
            <a:ext cx="1828800" cy="1014617"/>
          </a:xfrm>
          <a:prstGeom prst="roundRect">
            <a:avLst>
              <a:gd name="adj" fmla="val 526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600" b="1" dirty="0">
                <a:solidFill>
                  <a:schemeClr val="tx1"/>
                </a:solidFill>
                <a:latin typeface="+mj-lt"/>
                <a:ea typeface="+mj-ea"/>
              </a:rPr>
              <a:t>シャシー</a:t>
            </a:r>
            <a:endParaRPr kumimoji="1" lang="ja-JP" altLang="en-US" sz="1600" b="1" dirty="0">
              <a:solidFill>
                <a:schemeClr val="tx1"/>
              </a:solidFill>
              <a:latin typeface="+mj-lt"/>
              <a:ea typeface="+mj-ea"/>
            </a:endParaRPr>
          </a:p>
        </p:txBody>
      </p:sp>
      <p:sp>
        <p:nvSpPr>
          <p:cNvPr id="23" name="正方形/長方形 22">
            <a:extLst>
              <a:ext uri="{FF2B5EF4-FFF2-40B4-BE49-F238E27FC236}">
                <a16:creationId xmlns:a16="http://schemas.microsoft.com/office/drawing/2014/main" id="{97659248-D1D1-CF7E-46BD-D31AFEB10997}"/>
              </a:ext>
            </a:extLst>
          </p:cNvPr>
          <p:cNvSpPr/>
          <p:nvPr/>
        </p:nvSpPr>
        <p:spPr>
          <a:xfrm>
            <a:off x="1490052" y="4551294"/>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井戸</a:t>
            </a:r>
            <a:r>
              <a:rPr kumimoji="1" lang="en-US" altLang="ja-JP" sz="1400" dirty="0"/>
              <a:t>SK</a:t>
            </a:r>
            <a:endParaRPr kumimoji="1" lang="ja-JP" altLang="en-US" sz="1400" dirty="0"/>
          </a:p>
        </p:txBody>
      </p:sp>
      <p:sp>
        <p:nvSpPr>
          <p:cNvPr id="24" name="四角形: 角を丸くする 23">
            <a:extLst>
              <a:ext uri="{FF2B5EF4-FFF2-40B4-BE49-F238E27FC236}">
                <a16:creationId xmlns:a16="http://schemas.microsoft.com/office/drawing/2014/main" id="{3C7E7166-8335-A765-F5EF-EC66D4A43D02}"/>
              </a:ext>
            </a:extLst>
          </p:cNvPr>
          <p:cNvSpPr/>
          <p:nvPr/>
        </p:nvSpPr>
        <p:spPr>
          <a:xfrm>
            <a:off x="972769" y="1269236"/>
            <a:ext cx="2206868" cy="4092205"/>
          </a:xfrm>
          <a:prstGeom prst="roundRect">
            <a:avLst>
              <a:gd name="adj" fmla="val 5260"/>
            </a:avLst>
          </a:prstGeom>
          <a:noFill/>
          <a:ln w="38100">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600" b="1" dirty="0">
                <a:solidFill>
                  <a:schemeClr val="tx1">
                    <a:lumMod val="60000"/>
                    <a:lumOff val="40000"/>
                  </a:schemeClr>
                </a:solidFill>
                <a:latin typeface="+mj-lt"/>
                <a:ea typeface="+mj-ea"/>
              </a:rPr>
              <a:t>分野事務局</a:t>
            </a:r>
            <a:endParaRPr kumimoji="1" lang="ja-JP" altLang="en-US" sz="1600" b="1" dirty="0">
              <a:solidFill>
                <a:schemeClr val="tx1">
                  <a:lumMod val="60000"/>
                  <a:lumOff val="40000"/>
                </a:schemeClr>
              </a:solidFill>
              <a:latin typeface="+mj-lt"/>
              <a:ea typeface="+mj-ea"/>
            </a:endParaRPr>
          </a:p>
        </p:txBody>
      </p:sp>
      <p:sp>
        <p:nvSpPr>
          <p:cNvPr id="25" name="四角形: 角を丸くする 24">
            <a:extLst>
              <a:ext uri="{FF2B5EF4-FFF2-40B4-BE49-F238E27FC236}">
                <a16:creationId xmlns:a16="http://schemas.microsoft.com/office/drawing/2014/main" id="{13EB4E26-43A8-B3A2-2048-05369B123687}"/>
              </a:ext>
            </a:extLst>
          </p:cNvPr>
          <p:cNvSpPr/>
          <p:nvPr/>
        </p:nvSpPr>
        <p:spPr>
          <a:xfrm>
            <a:off x="7537012" y="1269236"/>
            <a:ext cx="3463497" cy="4092205"/>
          </a:xfrm>
          <a:prstGeom prst="roundRect">
            <a:avLst>
              <a:gd name="adj" fmla="val 5260"/>
            </a:avLst>
          </a:prstGeom>
          <a:noFill/>
          <a:ln w="38100">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1600" b="1" dirty="0">
                <a:solidFill>
                  <a:schemeClr val="tx1">
                    <a:lumMod val="60000"/>
                    <a:lumOff val="40000"/>
                  </a:schemeClr>
                </a:solidFill>
                <a:latin typeface="+mj-lt"/>
                <a:ea typeface="+mj-ea"/>
              </a:rPr>
              <a:t>デジタル家系図</a:t>
            </a:r>
            <a:r>
              <a:rPr lang="en-US" altLang="ja-JP" sz="1600" b="1" dirty="0" err="1">
                <a:solidFill>
                  <a:schemeClr val="tx1">
                    <a:lumMod val="60000"/>
                    <a:lumOff val="40000"/>
                  </a:schemeClr>
                </a:solidFill>
                <a:latin typeface="+mj-lt"/>
                <a:ea typeface="+mj-ea"/>
              </a:rPr>
              <a:t>Prj</a:t>
            </a:r>
            <a:endParaRPr kumimoji="1" lang="ja-JP" altLang="en-US" sz="1600" b="1" dirty="0">
              <a:solidFill>
                <a:schemeClr val="tx1">
                  <a:lumMod val="60000"/>
                  <a:lumOff val="40000"/>
                </a:schemeClr>
              </a:solidFill>
              <a:latin typeface="+mj-lt"/>
              <a:ea typeface="+mj-ea"/>
            </a:endParaRPr>
          </a:p>
        </p:txBody>
      </p:sp>
      <p:cxnSp>
        <p:nvCxnSpPr>
          <p:cNvPr id="34" name="直線矢印コネクタ 33">
            <a:extLst>
              <a:ext uri="{FF2B5EF4-FFF2-40B4-BE49-F238E27FC236}">
                <a16:creationId xmlns:a16="http://schemas.microsoft.com/office/drawing/2014/main" id="{373D39D7-569E-1094-47B0-7B261BDAAE09}"/>
              </a:ext>
            </a:extLst>
          </p:cNvPr>
          <p:cNvCxnSpPr>
            <a:cxnSpLocks/>
          </p:cNvCxnSpPr>
          <p:nvPr/>
        </p:nvCxnSpPr>
        <p:spPr>
          <a:xfrm flipH="1">
            <a:off x="3179637" y="3368979"/>
            <a:ext cx="12999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49E6E50C-3970-D069-5925-B03A54BD089B}"/>
              </a:ext>
            </a:extLst>
          </p:cNvPr>
          <p:cNvSpPr txBox="1"/>
          <p:nvPr/>
        </p:nvSpPr>
        <p:spPr>
          <a:xfrm>
            <a:off x="3304955" y="3030425"/>
            <a:ext cx="1005404" cy="338554"/>
          </a:xfrm>
          <a:prstGeom prst="rect">
            <a:avLst/>
          </a:prstGeom>
          <a:noFill/>
        </p:spPr>
        <p:txBody>
          <a:bodyPr wrap="none" rtlCol="0">
            <a:spAutoFit/>
          </a:bodyPr>
          <a:lstStyle/>
          <a:p>
            <a:pPr algn="ctr"/>
            <a:r>
              <a:rPr lang="ja-JP" altLang="en-US" sz="1600" b="1" dirty="0">
                <a:solidFill>
                  <a:schemeClr val="accent4"/>
                </a:solidFill>
              </a:rPr>
              <a:t>②要件案</a:t>
            </a:r>
            <a:endParaRPr kumimoji="1" lang="ja-JP" altLang="en-US" sz="1600" b="1" dirty="0">
              <a:solidFill>
                <a:schemeClr val="accent4"/>
              </a:solidFill>
            </a:endParaRPr>
          </a:p>
        </p:txBody>
      </p:sp>
      <p:sp>
        <p:nvSpPr>
          <p:cNvPr id="36" name="テキスト ボックス 35">
            <a:extLst>
              <a:ext uri="{FF2B5EF4-FFF2-40B4-BE49-F238E27FC236}">
                <a16:creationId xmlns:a16="http://schemas.microsoft.com/office/drawing/2014/main" id="{594626E5-713E-F2F8-859F-B545F08454C4}"/>
              </a:ext>
            </a:extLst>
          </p:cNvPr>
          <p:cNvSpPr txBox="1"/>
          <p:nvPr/>
        </p:nvSpPr>
        <p:spPr>
          <a:xfrm>
            <a:off x="6317417" y="3017237"/>
            <a:ext cx="1210589" cy="338554"/>
          </a:xfrm>
          <a:prstGeom prst="rect">
            <a:avLst/>
          </a:prstGeom>
          <a:noFill/>
        </p:spPr>
        <p:txBody>
          <a:bodyPr wrap="none" rtlCol="0">
            <a:spAutoFit/>
          </a:bodyPr>
          <a:lstStyle/>
          <a:p>
            <a:pPr algn="ctr"/>
            <a:r>
              <a:rPr lang="ja-JP" altLang="en-US" sz="1600" b="1" dirty="0">
                <a:solidFill>
                  <a:schemeClr val="accent4"/>
                </a:solidFill>
              </a:rPr>
              <a:t>③調整結果</a:t>
            </a:r>
            <a:endParaRPr kumimoji="1" lang="ja-JP" altLang="en-US" sz="1600" b="1" dirty="0">
              <a:solidFill>
                <a:schemeClr val="accent4"/>
              </a:solidFill>
            </a:endParaRPr>
          </a:p>
        </p:txBody>
      </p:sp>
      <p:cxnSp>
        <p:nvCxnSpPr>
          <p:cNvPr id="37" name="直線矢印コネクタ 36">
            <a:extLst>
              <a:ext uri="{FF2B5EF4-FFF2-40B4-BE49-F238E27FC236}">
                <a16:creationId xmlns:a16="http://schemas.microsoft.com/office/drawing/2014/main" id="{D3077D06-DABB-0F73-F6DB-9E366F745C38}"/>
              </a:ext>
            </a:extLst>
          </p:cNvPr>
          <p:cNvCxnSpPr>
            <a:cxnSpLocks/>
          </p:cNvCxnSpPr>
          <p:nvPr/>
        </p:nvCxnSpPr>
        <p:spPr>
          <a:xfrm>
            <a:off x="6308411" y="3368979"/>
            <a:ext cx="12286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A035CC16-9FF7-39CA-8F13-75B28774158D}"/>
              </a:ext>
            </a:extLst>
          </p:cNvPr>
          <p:cNvCxnSpPr>
            <a:cxnSpLocks/>
            <a:stCxn id="15" idx="1"/>
            <a:endCxn id="8" idx="3"/>
          </p:cNvCxnSpPr>
          <p:nvPr/>
        </p:nvCxnSpPr>
        <p:spPr>
          <a:xfrm flipH="1" flipV="1">
            <a:off x="5969907" y="3792980"/>
            <a:ext cx="1773724" cy="845518"/>
          </a:xfrm>
          <a:prstGeom prst="straightConnector1">
            <a:avLst/>
          </a:prstGeom>
          <a:ln>
            <a:solidFill>
              <a:schemeClr val="tx1">
                <a:lumMod val="60000"/>
                <a:lumOff val="40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CF574D1E-8562-FA39-7C41-4C96BAAFDE8E}"/>
              </a:ext>
            </a:extLst>
          </p:cNvPr>
          <p:cNvSpPr txBox="1"/>
          <p:nvPr/>
        </p:nvSpPr>
        <p:spPr>
          <a:xfrm>
            <a:off x="6340459" y="4254337"/>
            <a:ext cx="902811" cy="307777"/>
          </a:xfrm>
          <a:prstGeom prst="rect">
            <a:avLst/>
          </a:prstGeom>
          <a:noFill/>
        </p:spPr>
        <p:txBody>
          <a:bodyPr wrap="none" rtlCol="0">
            <a:spAutoFit/>
          </a:bodyPr>
          <a:lstStyle/>
          <a:p>
            <a:pPr algn="ctr"/>
            <a:r>
              <a:rPr lang="ja-JP" altLang="en-US" sz="1400" dirty="0">
                <a:solidFill>
                  <a:schemeClr val="tx1">
                    <a:lumMod val="60000"/>
                    <a:lumOff val="40000"/>
                  </a:schemeClr>
                </a:solidFill>
              </a:rPr>
              <a:t>詳細調整</a:t>
            </a:r>
            <a:endParaRPr kumimoji="1" lang="ja-JP" altLang="en-US" sz="1400" dirty="0">
              <a:solidFill>
                <a:schemeClr val="tx1">
                  <a:lumMod val="60000"/>
                  <a:lumOff val="40000"/>
                </a:schemeClr>
              </a:solidFill>
            </a:endParaRPr>
          </a:p>
        </p:txBody>
      </p:sp>
      <p:sp>
        <p:nvSpPr>
          <p:cNvPr id="43" name="正方形/長方形 42">
            <a:extLst>
              <a:ext uri="{FF2B5EF4-FFF2-40B4-BE49-F238E27FC236}">
                <a16:creationId xmlns:a16="http://schemas.microsoft.com/office/drawing/2014/main" id="{CE3B6EB6-6E7C-44C2-9D31-76142E376519}"/>
              </a:ext>
            </a:extLst>
          </p:cNvPr>
          <p:cNvSpPr/>
          <p:nvPr/>
        </p:nvSpPr>
        <p:spPr>
          <a:xfrm>
            <a:off x="9371916" y="4551294"/>
            <a:ext cx="1151791" cy="362684"/>
          </a:xfrm>
          <a:prstGeom prst="rect">
            <a:avLst/>
          </a:prstGeom>
          <a:solidFill>
            <a:schemeClr val="tx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今村</a:t>
            </a:r>
          </a:p>
        </p:txBody>
      </p:sp>
      <p:sp>
        <p:nvSpPr>
          <p:cNvPr id="58" name="テキスト ボックス 57">
            <a:extLst>
              <a:ext uri="{FF2B5EF4-FFF2-40B4-BE49-F238E27FC236}">
                <a16:creationId xmlns:a16="http://schemas.microsoft.com/office/drawing/2014/main" id="{F6E5D0AA-2A2C-5C85-18B6-A1B3A156E863}"/>
              </a:ext>
            </a:extLst>
          </p:cNvPr>
          <p:cNvSpPr txBox="1"/>
          <p:nvPr/>
        </p:nvSpPr>
        <p:spPr>
          <a:xfrm>
            <a:off x="4858757" y="4182936"/>
            <a:ext cx="1005404" cy="338554"/>
          </a:xfrm>
          <a:prstGeom prst="rect">
            <a:avLst/>
          </a:prstGeom>
          <a:noFill/>
        </p:spPr>
        <p:txBody>
          <a:bodyPr wrap="none" rtlCol="0">
            <a:spAutoFit/>
          </a:bodyPr>
          <a:lstStyle/>
          <a:p>
            <a:pPr algn="ctr"/>
            <a:r>
              <a:rPr lang="ja-JP" altLang="en-US" sz="1600" b="1" dirty="0">
                <a:solidFill>
                  <a:schemeClr val="accent4"/>
                </a:solidFill>
              </a:rPr>
              <a:t>①案作成</a:t>
            </a:r>
            <a:endParaRPr kumimoji="1" lang="ja-JP" altLang="en-US" sz="1600" b="1" dirty="0">
              <a:solidFill>
                <a:schemeClr val="accent4"/>
              </a:solidFill>
            </a:endParaRPr>
          </a:p>
        </p:txBody>
      </p:sp>
      <p:sp>
        <p:nvSpPr>
          <p:cNvPr id="2" name="テキスト ボックス 1">
            <a:extLst>
              <a:ext uri="{FF2B5EF4-FFF2-40B4-BE49-F238E27FC236}">
                <a16:creationId xmlns:a16="http://schemas.microsoft.com/office/drawing/2014/main" id="{7173315A-85FF-5FBE-2EB8-93FD815183FF}"/>
              </a:ext>
            </a:extLst>
          </p:cNvPr>
          <p:cNvSpPr txBox="1"/>
          <p:nvPr/>
        </p:nvSpPr>
        <p:spPr>
          <a:xfrm>
            <a:off x="1085654" y="5628264"/>
            <a:ext cx="10020692" cy="369332"/>
          </a:xfrm>
          <a:prstGeom prst="rect">
            <a:avLst/>
          </a:prstGeom>
          <a:noFill/>
        </p:spPr>
        <p:txBody>
          <a:bodyPr wrap="none" rtlCol="0">
            <a:spAutoFit/>
          </a:bodyPr>
          <a:lstStyle/>
          <a:p>
            <a:r>
              <a:rPr kumimoji="1" lang="ja-JP" altLang="en-US" dirty="0"/>
              <a:t>分野事務局の主張はデジカケに対する温度感を把握するため、</a:t>
            </a:r>
            <a:r>
              <a:rPr kumimoji="1" lang="en-US" altLang="ja-JP" dirty="0"/>
              <a:t>EDC×</a:t>
            </a:r>
            <a:r>
              <a:rPr kumimoji="1" lang="ja-JP" altLang="en-US" dirty="0"/>
              <a:t>分野事務局の打ち合わせに</a:t>
            </a:r>
            <a:r>
              <a:rPr kumimoji="1" lang="en-US" altLang="ja-JP" dirty="0"/>
              <a:t>TS</a:t>
            </a:r>
            <a:r>
              <a:rPr kumimoji="1" lang="ja-JP" altLang="en-US" dirty="0"/>
              <a:t>も参加</a:t>
            </a:r>
          </a:p>
        </p:txBody>
      </p:sp>
    </p:spTree>
    <p:extLst>
      <p:ext uri="{BB962C8B-B14F-4D97-AF65-F5344CB8AC3E}">
        <p14:creationId xmlns:p14="http://schemas.microsoft.com/office/powerpoint/2010/main" val="406224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46E930-AF4D-3CB3-9511-3E764027410D}"/>
              </a:ext>
            </a:extLst>
          </p:cNvPr>
          <p:cNvSpPr>
            <a:spLocks noGrp="1"/>
          </p:cNvSpPr>
          <p:nvPr>
            <p:ph type="title"/>
          </p:nvPr>
        </p:nvSpPr>
        <p:spPr/>
        <p:txBody>
          <a:bodyPr/>
          <a:lstStyle/>
          <a:p>
            <a:r>
              <a:rPr lang="ja-JP" altLang="en-US"/>
              <a:t>開示先コントロール</a:t>
            </a:r>
            <a:endParaRPr kumimoji="1" lang="ja-JP" altLang="en-US" dirty="0"/>
          </a:p>
        </p:txBody>
      </p:sp>
      <p:sp>
        <p:nvSpPr>
          <p:cNvPr id="3" name="コンテンツ プレースホルダー 2">
            <a:extLst>
              <a:ext uri="{FF2B5EF4-FFF2-40B4-BE49-F238E27FC236}">
                <a16:creationId xmlns:a16="http://schemas.microsoft.com/office/drawing/2014/main" id="{6AFF8E56-49BA-1D06-A1C2-4993ED06AACB}"/>
              </a:ext>
            </a:extLst>
          </p:cNvPr>
          <p:cNvSpPr>
            <a:spLocks noGrp="1"/>
          </p:cNvSpPr>
          <p:nvPr>
            <p:ph idx="1"/>
          </p:nvPr>
        </p:nvSpPr>
        <p:spPr/>
        <p:txBody>
          <a:bodyPr>
            <a:normAutofit lnSpcReduction="10000"/>
          </a:bodyPr>
          <a:lstStyle/>
          <a:p>
            <a:r>
              <a:rPr kumimoji="1" lang="ja-JP" altLang="en-US" dirty="0"/>
              <a:t>必要な人に必要な情報を開示する、現行ポリシーを踏襲する形で</a:t>
            </a:r>
            <a:br>
              <a:rPr kumimoji="1" lang="en-US" altLang="ja-JP" dirty="0"/>
            </a:br>
            <a:r>
              <a:rPr lang="ja-JP" altLang="en-US" dirty="0"/>
              <a:t>事務局・</a:t>
            </a:r>
            <a:r>
              <a:rPr lang="en-US" altLang="ja-JP" dirty="0"/>
              <a:t>MS</a:t>
            </a:r>
            <a:r>
              <a:rPr lang="ja-JP" altLang="en-US" dirty="0"/>
              <a:t>統括ともに問題なし</a:t>
            </a:r>
            <a:endParaRPr lang="en-US" altLang="ja-JP" dirty="0"/>
          </a:p>
          <a:p>
            <a:endParaRPr lang="en-US" altLang="ja-JP" dirty="0"/>
          </a:p>
          <a:p>
            <a:endParaRPr lang="en-US" altLang="ja-JP" dirty="0"/>
          </a:p>
          <a:p>
            <a:endParaRPr lang="en-US" altLang="ja-JP" dirty="0"/>
          </a:p>
          <a:p>
            <a:endParaRPr lang="en-US" altLang="ja-JP" dirty="0"/>
          </a:p>
          <a:p>
            <a:r>
              <a:rPr lang="en-US" altLang="ja-JP" dirty="0"/>
              <a:t>(</a:t>
            </a:r>
            <a:r>
              <a:rPr lang="ja-JP" altLang="en-US" dirty="0"/>
              <a:t>要件増</a:t>
            </a:r>
            <a:r>
              <a:rPr lang="en-US" altLang="ja-JP" dirty="0"/>
              <a:t>) </a:t>
            </a:r>
            <a:r>
              <a:rPr lang="ja-JP" altLang="en-US" dirty="0"/>
              <a:t>推奨品を見ずに適用除外申請を行う動線が必要となった</a:t>
            </a:r>
            <a:endParaRPr lang="en-US" altLang="ja-JP" dirty="0"/>
          </a:p>
          <a:p>
            <a:pPr lvl="1"/>
            <a:r>
              <a:rPr lang="ja-JP" altLang="en-US" dirty="0"/>
              <a:t>現在、推奨品一覧を確認した上で申請を行う動線で機能・</a:t>
            </a:r>
            <a:r>
              <a:rPr lang="en-US" altLang="ja-JP" dirty="0"/>
              <a:t>UI</a:t>
            </a:r>
            <a:r>
              <a:rPr lang="ja-JP" altLang="en-US" dirty="0"/>
              <a:t>を設計中</a:t>
            </a:r>
            <a:endParaRPr lang="en-US" altLang="ja-JP" dirty="0"/>
          </a:p>
          <a:p>
            <a:pPr lvl="2"/>
            <a:r>
              <a:rPr lang="ja-JP" altLang="en-US" dirty="0"/>
              <a:t>推奨品をしっかり確認し、設計自身にも部品種類を増やさないよう意識付けするため</a:t>
            </a:r>
            <a:endParaRPr lang="en-US" altLang="ja-JP" dirty="0"/>
          </a:p>
          <a:p>
            <a:pPr lvl="1"/>
            <a:r>
              <a:rPr lang="ja-JP" altLang="en-US" dirty="0"/>
              <a:t>家系図を見れない人は、しばらくは現行通り</a:t>
            </a:r>
            <a:r>
              <a:rPr lang="en-US" altLang="ja-JP" dirty="0"/>
              <a:t>T-Click</a:t>
            </a:r>
            <a:r>
              <a:rPr lang="ja-JP" altLang="en-US" dirty="0"/>
              <a:t>とするなど、リリースのステップは検討・提案する</a:t>
            </a:r>
            <a:endParaRPr lang="en-US" altLang="ja-JP" dirty="0"/>
          </a:p>
        </p:txBody>
      </p:sp>
      <p:pic>
        <p:nvPicPr>
          <p:cNvPr id="14" name="図 13">
            <a:extLst>
              <a:ext uri="{FF2B5EF4-FFF2-40B4-BE49-F238E27FC236}">
                <a16:creationId xmlns:a16="http://schemas.microsoft.com/office/drawing/2014/main" id="{E9575C66-BC2E-19EB-166B-DA408BED01BB}"/>
              </a:ext>
            </a:extLst>
          </p:cNvPr>
          <p:cNvPicPr>
            <a:picLocks noChangeAspect="1"/>
          </p:cNvPicPr>
          <p:nvPr/>
        </p:nvPicPr>
        <p:blipFill>
          <a:blip r:embed="rId2"/>
          <a:stretch>
            <a:fillRect/>
          </a:stretch>
        </p:blipFill>
        <p:spPr>
          <a:xfrm>
            <a:off x="3170359" y="1969416"/>
            <a:ext cx="5851281" cy="2150320"/>
          </a:xfrm>
          <a:prstGeom prst="rect">
            <a:avLst/>
          </a:prstGeom>
        </p:spPr>
      </p:pic>
    </p:spTree>
    <p:extLst>
      <p:ext uri="{BB962C8B-B14F-4D97-AF65-F5344CB8AC3E}">
        <p14:creationId xmlns:p14="http://schemas.microsoft.com/office/powerpoint/2010/main" val="2008835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4517D918-5592-4FD6-C0E3-D6F87A1F9DC2}"/>
              </a:ext>
            </a:extLst>
          </p:cNvPr>
          <p:cNvSpPr>
            <a:spLocks noGrp="1"/>
          </p:cNvSpPr>
          <p:nvPr>
            <p:ph type="title"/>
          </p:nvPr>
        </p:nvSpPr>
        <p:spPr/>
        <p:txBody>
          <a:bodyPr/>
          <a:lstStyle/>
          <a:p>
            <a:r>
              <a:rPr lang="ja-JP" altLang="en-US" dirty="0"/>
              <a:t>適用除外申請の動線</a:t>
            </a:r>
          </a:p>
        </p:txBody>
      </p:sp>
      <p:pic>
        <p:nvPicPr>
          <p:cNvPr id="6" name="図 5">
            <a:extLst>
              <a:ext uri="{FF2B5EF4-FFF2-40B4-BE49-F238E27FC236}">
                <a16:creationId xmlns:a16="http://schemas.microsoft.com/office/drawing/2014/main" id="{66443D19-0B3D-080E-2BE8-C08FC2021629}"/>
              </a:ext>
            </a:extLst>
          </p:cNvPr>
          <p:cNvPicPr>
            <a:picLocks noChangeAspect="1"/>
          </p:cNvPicPr>
          <p:nvPr/>
        </p:nvPicPr>
        <p:blipFill>
          <a:blip r:embed="rId2"/>
          <a:stretch>
            <a:fillRect/>
          </a:stretch>
        </p:blipFill>
        <p:spPr>
          <a:xfrm>
            <a:off x="395378" y="1814691"/>
            <a:ext cx="4591985" cy="2855946"/>
          </a:xfrm>
          <a:prstGeom prst="rect">
            <a:avLst/>
          </a:prstGeom>
          <a:ln>
            <a:solidFill>
              <a:schemeClr val="bg1">
                <a:lumMod val="75000"/>
              </a:schemeClr>
            </a:solidFill>
          </a:ln>
          <a:effectLst>
            <a:outerShdw blurRad="50800" dist="38100" dir="5400000" algn="t" rotWithShape="0">
              <a:prstClr val="black">
                <a:alpha val="40000"/>
              </a:prstClr>
            </a:outerShdw>
          </a:effectLst>
        </p:spPr>
      </p:pic>
      <p:pic>
        <p:nvPicPr>
          <p:cNvPr id="10" name="図 9">
            <a:extLst>
              <a:ext uri="{FF2B5EF4-FFF2-40B4-BE49-F238E27FC236}">
                <a16:creationId xmlns:a16="http://schemas.microsoft.com/office/drawing/2014/main" id="{A4754294-72D5-851B-EC7E-3126C06D7D2A}"/>
              </a:ext>
            </a:extLst>
          </p:cNvPr>
          <p:cNvPicPr>
            <a:picLocks noChangeAspect="1"/>
          </p:cNvPicPr>
          <p:nvPr/>
        </p:nvPicPr>
        <p:blipFill>
          <a:blip r:embed="rId3"/>
          <a:stretch>
            <a:fillRect/>
          </a:stretch>
        </p:blipFill>
        <p:spPr>
          <a:xfrm>
            <a:off x="5560235" y="1800647"/>
            <a:ext cx="4591984" cy="2869990"/>
          </a:xfrm>
          <a:prstGeom prst="rect">
            <a:avLst/>
          </a:prstGeom>
          <a:ln>
            <a:solidFill>
              <a:schemeClr val="bg1">
                <a:lumMod val="75000"/>
              </a:schemeClr>
            </a:solidFill>
          </a:ln>
          <a:effectLst>
            <a:outerShdw blurRad="50800" dist="38100" dir="5400000" algn="t" rotWithShape="0">
              <a:prstClr val="black">
                <a:alpha val="40000"/>
              </a:prstClr>
            </a:outerShdw>
          </a:effectLst>
        </p:spPr>
      </p:pic>
      <p:pic>
        <p:nvPicPr>
          <p:cNvPr id="12" name="図 11">
            <a:extLst>
              <a:ext uri="{FF2B5EF4-FFF2-40B4-BE49-F238E27FC236}">
                <a16:creationId xmlns:a16="http://schemas.microsoft.com/office/drawing/2014/main" id="{C0818296-8FEE-36F3-CA96-F05A4E54977E}"/>
              </a:ext>
            </a:extLst>
          </p:cNvPr>
          <p:cNvPicPr>
            <a:picLocks noChangeAspect="1"/>
          </p:cNvPicPr>
          <p:nvPr/>
        </p:nvPicPr>
        <p:blipFill>
          <a:blip r:embed="rId4"/>
          <a:stretch>
            <a:fillRect/>
          </a:stretch>
        </p:blipFill>
        <p:spPr>
          <a:xfrm>
            <a:off x="7134058" y="2747285"/>
            <a:ext cx="4591984" cy="2869990"/>
          </a:xfrm>
          <a:prstGeom prst="rect">
            <a:avLst/>
          </a:prstGeom>
          <a:ln>
            <a:solidFill>
              <a:schemeClr val="bg1">
                <a:lumMod val="75000"/>
              </a:schemeClr>
            </a:solidFill>
          </a:ln>
          <a:effectLst>
            <a:outerShdw blurRad="50800" dist="38100" dir="5400000" algn="t" rotWithShape="0">
              <a:prstClr val="black">
                <a:alpha val="40000"/>
              </a:prstClr>
            </a:outerShdw>
          </a:effectLst>
        </p:spPr>
      </p:pic>
      <p:cxnSp>
        <p:nvCxnSpPr>
          <p:cNvPr id="14" name="直線矢印コネクタ 13">
            <a:extLst>
              <a:ext uri="{FF2B5EF4-FFF2-40B4-BE49-F238E27FC236}">
                <a16:creationId xmlns:a16="http://schemas.microsoft.com/office/drawing/2014/main" id="{A318EA88-617E-3214-0373-085C74157B2A}"/>
              </a:ext>
            </a:extLst>
          </p:cNvPr>
          <p:cNvCxnSpPr>
            <a:stCxn id="6" idx="3"/>
            <a:endCxn id="10" idx="1"/>
          </p:cNvCxnSpPr>
          <p:nvPr/>
        </p:nvCxnSpPr>
        <p:spPr>
          <a:xfrm flipV="1">
            <a:off x="4987363" y="3235642"/>
            <a:ext cx="572872" cy="7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1AEF71F-FF37-4D8C-807F-AD55FED30145}"/>
              </a:ext>
            </a:extLst>
          </p:cNvPr>
          <p:cNvSpPr txBox="1"/>
          <p:nvPr/>
        </p:nvSpPr>
        <p:spPr>
          <a:xfrm>
            <a:off x="395378" y="1119066"/>
            <a:ext cx="900888" cy="307777"/>
          </a:xfrm>
          <a:prstGeom prst="rect">
            <a:avLst/>
          </a:prstGeom>
          <a:noFill/>
        </p:spPr>
        <p:txBody>
          <a:bodyPr wrap="none" lIns="0" rIns="0" rtlCol="0">
            <a:spAutoFit/>
          </a:bodyPr>
          <a:lstStyle/>
          <a:p>
            <a:r>
              <a:rPr kumimoji="1" lang="en-US" altLang="ja-JP" sz="1400" b="1" dirty="0">
                <a:solidFill>
                  <a:schemeClr val="tx1">
                    <a:lumMod val="60000"/>
                    <a:lumOff val="40000"/>
                  </a:schemeClr>
                </a:solidFill>
              </a:rPr>
              <a:t>HOME</a:t>
            </a:r>
            <a:r>
              <a:rPr kumimoji="1" lang="ja-JP" altLang="en-US" sz="1400" b="1" dirty="0">
                <a:solidFill>
                  <a:schemeClr val="tx1">
                    <a:lumMod val="60000"/>
                    <a:lumOff val="40000"/>
                  </a:schemeClr>
                </a:solidFill>
              </a:rPr>
              <a:t>画面</a:t>
            </a:r>
          </a:p>
        </p:txBody>
      </p:sp>
      <p:sp>
        <p:nvSpPr>
          <p:cNvPr id="3" name="テキスト ボックス 2">
            <a:extLst>
              <a:ext uri="{FF2B5EF4-FFF2-40B4-BE49-F238E27FC236}">
                <a16:creationId xmlns:a16="http://schemas.microsoft.com/office/drawing/2014/main" id="{1E79D32A-3914-C090-ABAF-DCF1188874E6}"/>
              </a:ext>
            </a:extLst>
          </p:cNvPr>
          <p:cNvSpPr txBox="1"/>
          <p:nvPr/>
        </p:nvSpPr>
        <p:spPr>
          <a:xfrm>
            <a:off x="5560235" y="1119066"/>
            <a:ext cx="1256754" cy="307777"/>
          </a:xfrm>
          <a:prstGeom prst="rect">
            <a:avLst/>
          </a:prstGeom>
          <a:noFill/>
        </p:spPr>
        <p:txBody>
          <a:bodyPr wrap="none" lIns="0" rIns="0" rtlCol="0">
            <a:spAutoFit/>
          </a:bodyPr>
          <a:lstStyle/>
          <a:p>
            <a:r>
              <a:rPr kumimoji="1" lang="ja-JP" altLang="en-US" sz="1400" b="1" dirty="0">
                <a:solidFill>
                  <a:schemeClr val="tx1">
                    <a:lumMod val="60000"/>
                    <a:lumOff val="40000"/>
                  </a:schemeClr>
                </a:solidFill>
              </a:rPr>
              <a:t>推奨品一覧画面</a:t>
            </a:r>
          </a:p>
        </p:txBody>
      </p:sp>
      <p:sp>
        <p:nvSpPr>
          <p:cNvPr id="5" name="テキスト ボックス 4">
            <a:extLst>
              <a:ext uri="{FF2B5EF4-FFF2-40B4-BE49-F238E27FC236}">
                <a16:creationId xmlns:a16="http://schemas.microsoft.com/office/drawing/2014/main" id="{44863D3A-BAAF-05C6-BAFE-71FD5E991460}"/>
              </a:ext>
            </a:extLst>
          </p:cNvPr>
          <p:cNvSpPr txBox="1"/>
          <p:nvPr/>
        </p:nvSpPr>
        <p:spPr>
          <a:xfrm>
            <a:off x="395378" y="1426843"/>
            <a:ext cx="2273058" cy="338554"/>
          </a:xfrm>
          <a:prstGeom prst="rect">
            <a:avLst/>
          </a:prstGeom>
          <a:noFill/>
        </p:spPr>
        <p:txBody>
          <a:bodyPr wrap="none" lIns="0" rIns="0" rtlCol="0">
            <a:spAutoFit/>
          </a:bodyPr>
          <a:lstStyle/>
          <a:p>
            <a:r>
              <a:rPr kumimoji="1" lang="ja-JP" altLang="en-US" sz="1600" dirty="0"/>
              <a:t>目的の品目・家系図を検索</a:t>
            </a:r>
          </a:p>
        </p:txBody>
      </p:sp>
      <p:sp>
        <p:nvSpPr>
          <p:cNvPr id="7" name="テキスト ボックス 6">
            <a:extLst>
              <a:ext uri="{FF2B5EF4-FFF2-40B4-BE49-F238E27FC236}">
                <a16:creationId xmlns:a16="http://schemas.microsoft.com/office/drawing/2014/main" id="{76F1692A-B6C4-1F04-8EE3-E3A80D3FF36D}"/>
              </a:ext>
            </a:extLst>
          </p:cNvPr>
          <p:cNvSpPr txBox="1"/>
          <p:nvPr/>
        </p:nvSpPr>
        <p:spPr>
          <a:xfrm>
            <a:off x="5560235" y="1426843"/>
            <a:ext cx="2997615" cy="338554"/>
          </a:xfrm>
          <a:prstGeom prst="rect">
            <a:avLst/>
          </a:prstGeom>
          <a:noFill/>
        </p:spPr>
        <p:txBody>
          <a:bodyPr wrap="none" lIns="0" rIns="0" rtlCol="0">
            <a:spAutoFit/>
          </a:bodyPr>
          <a:lstStyle/>
          <a:p>
            <a:r>
              <a:rPr kumimoji="1" lang="ja-JP" altLang="en-US" sz="1600" dirty="0"/>
              <a:t>一覧から対象の部品を選択して申請</a:t>
            </a:r>
          </a:p>
        </p:txBody>
      </p:sp>
      <p:sp>
        <p:nvSpPr>
          <p:cNvPr id="8" name="テキスト ボックス 7">
            <a:extLst>
              <a:ext uri="{FF2B5EF4-FFF2-40B4-BE49-F238E27FC236}">
                <a16:creationId xmlns:a16="http://schemas.microsoft.com/office/drawing/2014/main" id="{2724381C-9C46-A135-83B9-6A0ADAD0CF65}"/>
              </a:ext>
            </a:extLst>
          </p:cNvPr>
          <p:cNvSpPr txBox="1"/>
          <p:nvPr/>
        </p:nvSpPr>
        <p:spPr>
          <a:xfrm>
            <a:off x="5560235" y="5771716"/>
            <a:ext cx="5349221" cy="654795"/>
          </a:xfrm>
          <a:prstGeom prst="rect">
            <a:avLst/>
          </a:prstGeom>
          <a:noFill/>
        </p:spPr>
        <p:txBody>
          <a:bodyPr wrap="none" lIns="0" rIns="0" rtlCol="0">
            <a:spAutoFit/>
          </a:bodyPr>
          <a:lstStyle/>
          <a:p>
            <a:pPr>
              <a:lnSpc>
                <a:spcPct val="120000"/>
              </a:lnSpc>
            </a:pPr>
            <a:r>
              <a:rPr kumimoji="1" lang="ja-JP" altLang="en-US" sz="1600" dirty="0">
                <a:solidFill>
                  <a:schemeClr val="tx1">
                    <a:lumMod val="60000"/>
                    <a:lumOff val="40000"/>
                  </a:schemeClr>
                </a:solidFill>
              </a:rPr>
              <a:t>部品の新設など、ここでは選択できないものもあるが</a:t>
            </a:r>
            <a:br>
              <a:rPr kumimoji="1" lang="en-US" altLang="ja-JP" sz="1600" dirty="0">
                <a:solidFill>
                  <a:schemeClr val="tx1">
                    <a:lumMod val="60000"/>
                    <a:lumOff val="40000"/>
                  </a:schemeClr>
                </a:solidFill>
              </a:rPr>
            </a:br>
            <a:r>
              <a:rPr lang="ja-JP" altLang="en-US" sz="1600" dirty="0">
                <a:solidFill>
                  <a:schemeClr val="tx1">
                    <a:lumMod val="60000"/>
                    <a:lumOff val="40000"/>
                  </a:schemeClr>
                </a:solidFill>
              </a:rPr>
              <a:t>少なくともこの画面は必ず経由する動線設計 </a:t>
            </a:r>
            <a:r>
              <a:rPr lang="en-US" altLang="ja-JP" sz="1600" dirty="0">
                <a:solidFill>
                  <a:schemeClr val="tx1">
                    <a:lumMod val="60000"/>
                    <a:lumOff val="40000"/>
                  </a:schemeClr>
                </a:solidFill>
              </a:rPr>
              <a:t>(</a:t>
            </a:r>
            <a:r>
              <a:rPr lang="ja-JP" altLang="en-US" sz="1600" dirty="0">
                <a:solidFill>
                  <a:schemeClr val="tx1">
                    <a:lumMod val="60000"/>
                    <a:lumOff val="40000"/>
                  </a:schemeClr>
                </a:solidFill>
              </a:rPr>
              <a:t>ノールック申請防止</a:t>
            </a:r>
            <a:r>
              <a:rPr lang="en-US" altLang="ja-JP" sz="1600" dirty="0">
                <a:solidFill>
                  <a:schemeClr val="tx1">
                    <a:lumMod val="60000"/>
                    <a:lumOff val="40000"/>
                  </a:schemeClr>
                </a:solidFill>
              </a:rPr>
              <a:t>)</a:t>
            </a:r>
            <a:endParaRPr kumimoji="1" lang="ja-JP" altLang="en-US" sz="1600" dirty="0">
              <a:solidFill>
                <a:schemeClr val="tx1">
                  <a:lumMod val="60000"/>
                  <a:lumOff val="40000"/>
                </a:schemeClr>
              </a:solidFill>
            </a:endParaRPr>
          </a:p>
        </p:txBody>
      </p:sp>
    </p:spTree>
    <p:extLst>
      <p:ext uri="{BB962C8B-B14F-4D97-AF65-F5344CB8AC3E}">
        <p14:creationId xmlns:p14="http://schemas.microsoft.com/office/powerpoint/2010/main" val="1909541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DA40B8-EC11-4E6A-1D9E-5BB898AF1383}"/>
              </a:ext>
            </a:extLst>
          </p:cNvPr>
          <p:cNvSpPr>
            <a:spLocks noGrp="1"/>
          </p:cNvSpPr>
          <p:nvPr>
            <p:ph type="title"/>
          </p:nvPr>
        </p:nvSpPr>
        <p:spPr/>
        <p:txBody>
          <a:bodyPr/>
          <a:lstStyle/>
          <a:p>
            <a:r>
              <a:rPr lang="ja-JP" altLang="en-US" dirty="0"/>
              <a:t>適用除外申請の</a:t>
            </a:r>
            <a:r>
              <a:rPr kumimoji="1" lang="ja-JP" altLang="en-US" dirty="0"/>
              <a:t>承認フロー</a:t>
            </a:r>
            <a:r>
              <a:rPr kumimoji="1" lang="en-US" altLang="ja-JP" dirty="0"/>
              <a:t>EDC</a:t>
            </a:r>
            <a:r>
              <a:rPr kumimoji="1" lang="ja-JP" altLang="en-US" dirty="0"/>
              <a:t>案</a:t>
            </a:r>
          </a:p>
        </p:txBody>
      </p:sp>
      <p:sp>
        <p:nvSpPr>
          <p:cNvPr id="3" name="コンテンツ プレースホルダー 2">
            <a:extLst>
              <a:ext uri="{FF2B5EF4-FFF2-40B4-BE49-F238E27FC236}">
                <a16:creationId xmlns:a16="http://schemas.microsoft.com/office/drawing/2014/main" id="{34E3BF6A-5ED7-9E98-1B0C-954DA9D25D6B}"/>
              </a:ext>
            </a:extLst>
          </p:cNvPr>
          <p:cNvSpPr>
            <a:spLocks noGrp="1"/>
          </p:cNvSpPr>
          <p:nvPr>
            <p:ph idx="1"/>
          </p:nvPr>
        </p:nvSpPr>
        <p:spPr/>
        <p:txBody>
          <a:bodyPr/>
          <a:lstStyle/>
          <a:p>
            <a:r>
              <a:rPr kumimoji="1" lang="en-US" altLang="ja-JP" dirty="0"/>
              <a:t>EDC</a:t>
            </a:r>
            <a:r>
              <a:rPr kumimoji="1" lang="ja-JP" altLang="en-US" dirty="0"/>
              <a:t>にて、分野や品目によりフローを変更できる案を分野事務局へ提示</a:t>
            </a:r>
            <a:endParaRPr kumimoji="1" lang="en-US" altLang="ja-JP" dirty="0"/>
          </a:p>
          <a:p>
            <a:pPr lvl="1"/>
            <a:r>
              <a:rPr lang="ja-JP" altLang="en-US" b="0" i="0" dirty="0">
                <a:solidFill>
                  <a:srgbClr val="172B4D"/>
                </a:solidFill>
                <a:effectLst/>
                <a:latin typeface="-apple-system"/>
              </a:rPr>
              <a:t>各分野の裁量で決められる形にして分野事務局との合意を図る狙い</a:t>
            </a:r>
            <a:endParaRPr kumimoji="1" lang="ja-JP" altLang="en-US" dirty="0"/>
          </a:p>
        </p:txBody>
      </p:sp>
      <p:pic>
        <p:nvPicPr>
          <p:cNvPr id="5" name="図 4">
            <a:extLst>
              <a:ext uri="{FF2B5EF4-FFF2-40B4-BE49-F238E27FC236}">
                <a16:creationId xmlns:a16="http://schemas.microsoft.com/office/drawing/2014/main" id="{49D0668E-0412-8797-6960-95A4AC3E3590}"/>
              </a:ext>
            </a:extLst>
          </p:cNvPr>
          <p:cNvPicPr>
            <a:picLocks noChangeAspect="1"/>
          </p:cNvPicPr>
          <p:nvPr/>
        </p:nvPicPr>
        <p:blipFill>
          <a:blip r:embed="rId2"/>
          <a:stretch>
            <a:fillRect/>
          </a:stretch>
        </p:blipFill>
        <p:spPr>
          <a:xfrm>
            <a:off x="1772020" y="1958044"/>
            <a:ext cx="8647960" cy="4507021"/>
          </a:xfrm>
          <a:prstGeom prst="rect">
            <a:avLst/>
          </a:prstGeom>
          <a:ln>
            <a:solidFill>
              <a:schemeClr val="bg1">
                <a:lumMod val="85000"/>
              </a:schemeClr>
            </a:solidFill>
          </a:ln>
        </p:spPr>
      </p:pic>
    </p:spTree>
    <p:extLst>
      <p:ext uri="{BB962C8B-B14F-4D97-AF65-F5344CB8AC3E}">
        <p14:creationId xmlns:p14="http://schemas.microsoft.com/office/powerpoint/2010/main" val="2909852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D90ECC-256E-5637-4F50-E6E21EECD6EA}"/>
              </a:ext>
            </a:extLst>
          </p:cNvPr>
          <p:cNvSpPr>
            <a:spLocks noGrp="1"/>
          </p:cNvSpPr>
          <p:nvPr>
            <p:ph type="title"/>
          </p:nvPr>
        </p:nvSpPr>
        <p:spPr/>
        <p:txBody>
          <a:bodyPr/>
          <a:lstStyle/>
          <a:p>
            <a:r>
              <a:rPr kumimoji="1" lang="ja-JP" altLang="en-US" dirty="0"/>
              <a:t>承認フロー</a:t>
            </a:r>
            <a:r>
              <a:rPr kumimoji="1" lang="en-US" altLang="ja-JP" dirty="0"/>
              <a:t>(EDC</a:t>
            </a:r>
            <a:r>
              <a:rPr kumimoji="1" lang="ja-JP" altLang="en-US" dirty="0"/>
              <a:t>案</a:t>
            </a:r>
            <a:r>
              <a:rPr kumimoji="1" lang="en-US" altLang="ja-JP" dirty="0"/>
              <a:t>)</a:t>
            </a:r>
            <a:r>
              <a:rPr kumimoji="1" lang="ja-JP" altLang="en-US" dirty="0"/>
              <a:t>に対する関係者の反応</a:t>
            </a:r>
          </a:p>
        </p:txBody>
      </p:sp>
      <p:sp>
        <p:nvSpPr>
          <p:cNvPr id="3" name="コンテンツ プレースホルダー 2">
            <a:extLst>
              <a:ext uri="{FF2B5EF4-FFF2-40B4-BE49-F238E27FC236}">
                <a16:creationId xmlns:a16="http://schemas.microsoft.com/office/drawing/2014/main" id="{11078314-746E-8373-7413-44C49270DA9E}"/>
              </a:ext>
            </a:extLst>
          </p:cNvPr>
          <p:cNvSpPr>
            <a:spLocks noGrp="1"/>
          </p:cNvSpPr>
          <p:nvPr>
            <p:ph idx="1"/>
          </p:nvPr>
        </p:nvSpPr>
        <p:spPr/>
        <p:txBody>
          <a:bodyPr anchor="ctr"/>
          <a:lstStyle/>
          <a:p>
            <a:r>
              <a:rPr kumimoji="1" lang="ja-JP" altLang="en-US" dirty="0"/>
              <a:t>分野事務局は</a:t>
            </a:r>
            <a:r>
              <a:rPr kumimoji="1" lang="en-US" altLang="ja-JP" dirty="0"/>
              <a:t>EDC</a:t>
            </a:r>
            <a:r>
              <a:rPr kumimoji="1" lang="ja-JP" altLang="en-US" dirty="0"/>
              <a:t>案について問題なし</a:t>
            </a:r>
            <a:endParaRPr kumimoji="1" lang="en-US" altLang="ja-JP" dirty="0"/>
          </a:p>
          <a:p>
            <a:pPr lvl="1"/>
            <a:r>
              <a:rPr kumimoji="1" lang="ja-JP" altLang="en-US" dirty="0"/>
              <a:t>承認を省いてもいいと考えていたケースも、もってのほか、といったトーン</a:t>
            </a:r>
            <a:endParaRPr kumimoji="1" lang="en-US" altLang="ja-JP" dirty="0"/>
          </a:p>
          <a:p>
            <a:pPr lvl="1"/>
            <a:r>
              <a:rPr kumimoji="1" lang="ja-JP" altLang="en-US" dirty="0"/>
              <a:t>いい加減な申請や承認があるから事務局が入らないといけない </a:t>
            </a:r>
            <a:r>
              <a:rPr kumimoji="1" lang="en-US" altLang="ja-JP" dirty="0"/>
              <a:t>(</a:t>
            </a:r>
            <a:r>
              <a:rPr kumimoji="1" lang="ja-JP" altLang="en-US" dirty="0"/>
              <a:t>シャシー</a:t>
            </a:r>
            <a:endParaRPr kumimoji="1" lang="en-US" altLang="ja-JP" dirty="0"/>
          </a:p>
          <a:p>
            <a:r>
              <a:rPr kumimoji="1" lang="en-US" altLang="ja-JP" dirty="0"/>
              <a:t>MS</a:t>
            </a:r>
            <a:r>
              <a:rPr kumimoji="1" lang="ja-JP" altLang="en-US" dirty="0"/>
              <a:t>統括も内容については理解した、とのことで方針としては</a:t>
            </a:r>
            <a:r>
              <a:rPr kumimoji="1" lang="en-US" altLang="ja-JP" dirty="0"/>
              <a:t>Fix</a:t>
            </a:r>
          </a:p>
          <a:p>
            <a:pPr lvl="1"/>
            <a:r>
              <a:rPr kumimoji="1" lang="ja-JP" altLang="en-US" dirty="0"/>
              <a:t>一方で、分野事務局が承認ルートに入ることの意味や付加価値については疑問が残る</a:t>
            </a:r>
            <a:r>
              <a:rPr lang="ja-JP" altLang="en-US" dirty="0"/>
              <a:t> </a:t>
            </a:r>
            <a:r>
              <a:rPr kumimoji="1" lang="en-US" altLang="ja-JP" dirty="0"/>
              <a:t>(</a:t>
            </a:r>
            <a:r>
              <a:rPr kumimoji="1" lang="ja-JP" altLang="en-US" dirty="0"/>
              <a:t>小河原</a:t>
            </a:r>
            <a:r>
              <a:rPr lang="en-US" altLang="ja-JP" dirty="0"/>
              <a:t>SK</a:t>
            </a:r>
            <a:endParaRPr kumimoji="1" lang="en-US" altLang="ja-JP" dirty="0"/>
          </a:p>
          <a:p>
            <a:pPr lvl="1"/>
            <a:r>
              <a:rPr lang="ja-JP" altLang="en-US" dirty="0"/>
              <a:t>承認ではなく</a:t>
            </a:r>
            <a:r>
              <a:rPr lang="en-US" altLang="ja-JP" dirty="0"/>
              <a:t>C.C.</a:t>
            </a:r>
            <a:r>
              <a:rPr lang="ja-JP" altLang="en-US" dirty="0"/>
              <a:t>で通知が行くだけでいいのでは？ </a:t>
            </a:r>
            <a:r>
              <a:rPr lang="en-US" altLang="ja-JP" dirty="0"/>
              <a:t>(</a:t>
            </a:r>
            <a:r>
              <a:rPr lang="ja-JP" altLang="en-US" dirty="0"/>
              <a:t>白井</a:t>
            </a:r>
            <a:r>
              <a:rPr lang="en-US" altLang="ja-JP" dirty="0"/>
              <a:t>SK</a:t>
            </a:r>
          </a:p>
          <a:p>
            <a:r>
              <a:rPr kumimoji="1" lang="ja-JP" altLang="en-US" dirty="0"/>
              <a:t>孝久</a:t>
            </a:r>
            <a:r>
              <a:rPr kumimoji="1" lang="en-US" altLang="ja-JP" dirty="0"/>
              <a:t>S</a:t>
            </a:r>
            <a:r>
              <a:rPr kumimoji="1" lang="ja-JP" altLang="en-US" dirty="0"/>
              <a:t> 「適用除外申請はデジタル家系図の本質ではないため、あまりこだわる必要はない。そもそも推奨品を使うのが本筋で、設計が検討時に推奨部品を意識していないことが問題。適用除外申請はイイ感じになっていればいいよ。」</a:t>
            </a:r>
            <a:endParaRPr kumimoji="1" lang="en-US" altLang="ja-JP" dirty="0"/>
          </a:p>
          <a:p>
            <a:pPr lvl="1"/>
            <a:endParaRPr kumimoji="1" lang="ja-JP" altLang="en-US" dirty="0"/>
          </a:p>
        </p:txBody>
      </p:sp>
    </p:spTree>
    <p:extLst>
      <p:ext uri="{BB962C8B-B14F-4D97-AF65-F5344CB8AC3E}">
        <p14:creationId xmlns:p14="http://schemas.microsoft.com/office/powerpoint/2010/main" val="3542081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B317D-A8F8-59D7-8181-6DB623DED342}"/>
              </a:ext>
            </a:extLst>
          </p:cNvPr>
          <p:cNvSpPr>
            <a:spLocks noGrp="1"/>
          </p:cNvSpPr>
          <p:nvPr>
            <p:ph type="title"/>
          </p:nvPr>
        </p:nvSpPr>
        <p:spPr/>
        <p:txBody>
          <a:bodyPr/>
          <a:lstStyle/>
          <a:p>
            <a:r>
              <a:rPr kumimoji="1" lang="ja-JP" altLang="en-US" dirty="0"/>
              <a:t>課題・所感</a:t>
            </a:r>
          </a:p>
        </p:txBody>
      </p:sp>
      <p:sp>
        <p:nvSpPr>
          <p:cNvPr id="3" name="コンテンツ プレースホルダー 2">
            <a:extLst>
              <a:ext uri="{FF2B5EF4-FFF2-40B4-BE49-F238E27FC236}">
                <a16:creationId xmlns:a16="http://schemas.microsoft.com/office/drawing/2014/main" id="{15FEEF0C-93F0-A45A-1F3B-1612E24929EC}"/>
              </a:ext>
            </a:extLst>
          </p:cNvPr>
          <p:cNvSpPr>
            <a:spLocks noGrp="1"/>
          </p:cNvSpPr>
          <p:nvPr>
            <p:ph idx="1"/>
          </p:nvPr>
        </p:nvSpPr>
        <p:spPr/>
        <p:txBody>
          <a:bodyPr anchor="ctr"/>
          <a:lstStyle/>
          <a:p>
            <a:r>
              <a:rPr lang="ja-JP" altLang="en-US" dirty="0"/>
              <a:t>業務を変えることに対して事務局が壁になっていることが理解できた</a:t>
            </a:r>
            <a:endParaRPr lang="en-US" altLang="ja-JP" dirty="0"/>
          </a:p>
          <a:p>
            <a:pPr lvl="1"/>
            <a:r>
              <a:rPr lang="ja-JP" altLang="en-US" dirty="0"/>
              <a:t>シャシー分野が</a:t>
            </a:r>
            <a:r>
              <a:rPr kumimoji="1" lang="ja-JP" altLang="en-US" dirty="0"/>
              <a:t>デジタル家系図の考え方・取り組みに対し否定的な主張が多く、</a:t>
            </a:r>
            <a:r>
              <a:rPr kumimoji="1" lang="en-US" altLang="ja-JP" dirty="0"/>
              <a:t>EDC</a:t>
            </a:r>
            <a:r>
              <a:rPr kumimoji="1" lang="ja-JP" altLang="en-US" dirty="0"/>
              <a:t>福井</a:t>
            </a:r>
            <a:r>
              <a:rPr kumimoji="1" lang="en-US" altLang="ja-JP" dirty="0"/>
              <a:t>GM</a:t>
            </a:r>
            <a:r>
              <a:rPr kumimoji="1" lang="ja-JP" altLang="en-US" dirty="0"/>
              <a:t>もそれに同調する形</a:t>
            </a:r>
            <a:endParaRPr kumimoji="1" lang="en-US" altLang="ja-JP" dirty="0"/>
          </a:p>
          <a:p>
            <a:pPr lvl="1"/>
            <a:r>
              <a:rPr kumimoji="1" lang="ja-JP" altLang="en-US" dirty="0"/>
              <a:t>直接ヒアリングを行い理解を図る</a:t>
            </a:r>
            <a:r>
              <a:rPr lang="ja-JP" altLang="en-US" dirty="0"/>
              <a:t> → </a:t>
            </a:r>
            <a:r>
              <a:rPr lang="en-US" altLang="ja-JP" dirty="0"/>
              <a:t>EDC</a:t>
            </a:r>
            <a:r>
              <a:rPr lang="ja-JP" altLang="en-US" dirty="0"/>
              <a:t>へ調整を打診済</a:t>
            </a:r>
          </a:p>
          <a:p>
            <a:r>
              <a:rPr kumimoji="1" lang="en-US" altLang="ja-JP" dirty="0"/>
              <a:t>EDC</a:t>
            </a:r>
            <a:r>
              <a:rPr kumimoji="1" lang="ja-JP" altLang="en-US" dirty="0"/>
              <a:t>浅野</a:t>
            </a:r>
            <a:r>
              <a:rPr kumimoji="1" lang="en-US" altLang="ja-JP" dirty="0"/>
              <a:t>SN</a:t>
            </a:r>
            <a:r>
              <a:rPr kumimoji="1" lang="ja-JP" altLang="en-US" dirty="0"/>
              <a:t>は、分野事務局とデジタル家系図の間でうまくバランスを取りながら立ち回っている印象</a:t>
            </a:r>
            <a:endParaRPr kumimoji="1" lang="en-US" altLang="ja-JP" dirty="0"/>
          </a:p>
          <a:p>
            <a:r>
              <a:rPr lang="ja-JP" altLang="en-US" dirty="0"/>
              <a:t>適用除外申請の調整でリリース</a:t>
            </a:r>
            <a:r>
              <a:rPr lang="en-US" altLang="ja-JP" dirty="0"/>
              <a:t>3</a:t>
            </a:r>
            <a:r>
              <a:rPr lang="ja-JP" altLang="en-US" dirty="0"/>
              <a:t>の見通しが立てにくくなっているので、リリース</a:t>
            </a:r>
            <a:r>
              <a:rPr lang="en-US" altLang="ja-JP" dirty="0"/>
              <a:t>3</a:t>
            </a:r>
            <a:r>
              <a:rPr lang="ja-JP" altLang="en-US" dirty="0"/>
              <a:t>のアイテム再考が必要</a:t>
            </a:r>
            <a:endParaRPr lang="en-US" altLang="ja-JP" dirty="0"/>
          </a:p>
          <a:p>
            <a:pPr lvl="1"/>
            <a:r>
              <a:rPr kumimoji="1" lang="ja-JP" altLang="en-US" dirty="0"/>
              <a:t>現状、部品主査はデジカケ上で家系図を編集できるが、設計はそれを閲覧不可 </a:t>
            </a:r>
            <a:r>
              <a:rPr kumimoji="1" lang="en-US" altLang="ja-JP" dirty="0"/>
              <a:t>(</a:t>
            </a:r>
            <a:r>
              <a:rPr kumimoji="1" lang="ja-JP" altLang="en-US" dirty="0"/>
              <a:t>オフライントライの状態</a:t>
            </a:r>
            <a:r>
              <a:rPr kumimoji="1" lang="en-US" altLang="ja-JP" dirty="0"/>
              <a:t>)</a:t>
            </a:r>
            <a:endParaRPr lang="en-US" altLang="ja-JP" dirty="0"/>
          </a:p>
          <a:p>
            <a:pPr lvl="2"/>
            <a:r>
              <a:rPr kumimoji="1" lang="ja-JP" altLang="en-US" dirty="0"/>
              <a:t>従来システム</a:t>
            </a:r>
            <a:r>
              <a:rPr kumimoji="1" lang="en-US" altLang="ja-JP" dirty="0"/>
              <a:t>(</a:t>
            </a:r>
            <a:r>
              <a:rPr kumimoji="1" lang="ja-JP" altLang="en-US" dirty="0"/>
              <a:t>サポシス</a:t>
            </a:r>
            <a:r>
              <a:rPr kumimoji="1" lang="en-US" altLang="ja-JP" dirty="0"/>
              <a:t>)</a:t>
            </a:r>
            <a:r>
              <a:rPr lang="ja-JP" altLang="en-US" dirty="0"/>
              <a:t>が業務としては正</a:t>
            </a:r>
            <a:endParaRPr kumimoji="1" lang="en-US" altLang="ja-JP" dirty="0"/>
          </a:p>
          <a:p>
            <a:pPr lvl="1"/>
            <a:r>
              <a:rPr kumimoji="1" lang="ja-JP" altLang="en-US" dirty="0"/>
              <a:t>要件としても増えつつあり、</a:t>
            </a:r>
            <a:r>
              <a:rPr kumimoji="1" lang="zh-TW" altLang="en-US" dirty="0"/>
              <a:t>適用除外申請</a:t>
            </a:r>
            <a:r>
              <a:rPr lang="ja-JP" altLang="en-US" dirty="0"/>
              <a:t>の実現がリリース</a:t>
            </a:r>
            <a:r>
              <a:rPr lang="en-US" altLang="ja-JP" dirty="0"/>
              <a:t>3</a:t>
            </a:r>
            <a:r>
              <a:rPr lang="ja-JP" altLang="en-US" dirty="0"/>
              <a:t>の足をひっぱる構図</a:t>
            </a:r>
            <a:endParaRPr kumimoji="1" lang="en-US" altLang="ja-JP" dirty="0"/>
          </a:p>
          <a:p>
            <a:pPr lvl="1"/>
            <a:r>
              <a:rPr kumimoji="1" lang="ja-JP" altLang="en-US" dirty="0"/>
              <a:t>設計閲覧機能だけリリース（適用除外申請は従来通り</a:t>
            </a:r>
            <a:r>
              <a:rPr kumimoji="1" lang="en-US" altLang="ja-JP" dirty="0"/>
              <a:t>T-Click</a:t>
            </a:r>
            <a:r>
              <a:rPr kumimoji="1" lang="ja-JP" altLang="en-US" dirty="0"/>
              <a:t>）など検討</a:t>
            </a:r>
            <a:endParaRPr kumimoji="1" lang="en-US" altLang="ja-JP" dirty="0"/>
          </a:p>
        </p:txBody>
      </p:sp>
    </p:spTree>
    <p:extLst>
      <p:ext uri="{BB962C8B-B14F-4D97-AF65-F5344CB8AC3E}">
        <p14:creationId xmlns:p14="http://schemas.microsoft.com/office/powerpoint/2010/main" val="1039392029"/>
      </p:ext>
    </p:extLst>
  </p:cSld>
  <p:clrMapOvr>
    <a:masterClrMapping/>
  </p:clrMapOvr>
</p:sld>
</file>

<file path=ppt/theme/theme1.xml><?xml version="1.0" encoding="utf-8"?>
<a:theme xmlns:a="http://schemas.openxmlformats.org/drawingml/2006/main" name="TSパワポ2">
  <a:themeElements>
    <a:clrScheme name="ユーザー定義 1">
      <a:dk1>
        <a:srgbClr val="333333"/>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PPTテンプレート用フォント">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Sパワポ2" id="{8BEFD8D9-E12F-4208-B26D-DC13AC58801B}" vid="{14B048BB-E57F-4A94-9841-5A6294BE881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8ED8A1214FEF642906783F3A789F102" ma:contentTypeVersion="19" ma:contentTypeDescription="新しいドキュメントを作成します。" ma:contentTypeScope="" ma:versionID="270937fe641bd23b0ccf1bda02c5c31e">
  <xsd:schema xmlns:xsd="http://www.w3.org/2001/XMLSchema" xmlns:xs="http://www.w3.org/2001/XMLSchema" xmlns:p="http://schemas.microsoft.com/office/2006/metadata/properties" xmlns:ns2="e92e7d18-4867-4b99-8692-27845fd3fde2" xmlns:ns3="a1ebcb03-1241-4a17-8970-a21c81be15bd" targetNamespace="http://schemas.microsoft.com/office/2006/metadata/properties" ma:root="true" ma:fieldsID="7856b960796efb444ee960c094939c52" ns2:_="" ns3:_="">
    <xsd:import namespace="e92e7d18-4867-4b99-8692-27845fd3fde2"/>
    <xsd:import namespace="a1ebcb03-1241-4a17-8970-a21c81be15b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2e7d18-4867-4b99-8692-27845fd3f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12ff8844-7f78-48cf-b5c5-6eb2e72d678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ebcb03-1241-4a17-8970-a21c81be15b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8b825b40-9d67-42b8-bce7-df8eff999c39}" ma:internalName="TaxCatchAll" ma:showField="CatchAllData" ma:web="a1ebcb03-1241-4a17-8970-a21c81be15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92e7d18-4867-4b99-8692-27845fd3fde2">
      <Terms xmlns="http://schemas.microsoft.com/office/infopath/2007/PartnerControls"/>
    </lcf76f155ced4ddcb4097134ff3c332f>
    <TaxCatchAll xmlns="a1ebcb03-1241-4a17-8970-a21c81be15bd" xsi:nil="true"/>
  </documentManagement>
</p:properties>
</file>

<file path=customXml/itemProps1.xml><?xml version="1.0" encoding="utf-8"?>
<ds:datastoreItem xmlns:ds="http://schemas.openxmlformats.org/officeDocument/2006/customXml" ds:itemID="{037E1ABE-18BD-47A7-B62D-6BD19E1CD76F}"/>
</file>

<file path=customXml/itemProps2.xml><?xml version="1.0" encoding="utf-8"?>
<ds:datastoreItem xmlns:ds="http://schemas.openxmlformats.org/officeDocument/2006/customXml" ds:itemID="{EEE59BCC-FB21-469F-839A-4CAA0EC155BB}"/>
</file>

<file path=customXml/itemProps3.xml><?xml version="1.0" encoding="utf-8"?>
<ds:datastoreItem xmlns:ds="http://schemas.openxmlformats.org/officeDocument/2006/customXml" ds:itemID="{13FBCF81-558F-4715-A05A-004AD69D8D41}"/>
</file>

<file path=docMetadata/LabelInfo.xml><?xml version="1.0" encoding="utf-8"?>
<clbl:labelList xmlns:clbl="http://schemas.microsoft.com/office/2020/mipLabelMetadata">
  <clbl:label id="{d4c93307-c3b3-4337-9766-0ef0b5644b19}" enabled="1" method="Standard" siteId="{02b02150-dbc8-4a3b-be71-e3eba060a817}" removed="0"/>
</clbl:labelList>
</file>

<file path=docProps/app.xml><?xml version="1.0" encoding="utf-8"?>
<Properties xmlns="http://schemas.openxmlformats.org/officeDocument/2006/extended-properties" xmlns:vt="http://schemas.openxmlformats.org/officeDocument/2006/docPropsVTypes">
  <Template>TSパワポ2</Template>
  <TotalTime>849</TotalTime>
  <Words>923</Words>
  <Application>Microsoft Office PowerPoint</Application>
  <PresentationFormat>ワイド画面</PresentationFormat>
  <Paragraphs>122</Paragraphs>
  <Slides>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vt:i4>
      </vt:variant>
    </vt:vector>
  </HeadingPairs>
  <TitlesOfParts>
    <vt:vector size="15" baseType="lpstr">
      <vt:lpstr>-apple-system</vt:lpstr>
      <vt:lpstr>Meiryo UI</vt:lpstr>
      <vt:lpstr>メイリオ</vt:lpstr>
      <vt:lpstr>Arial</vt:lpstr>
      <vt:lpstr>Segoe UI</vt:lpstr>
      <vt:lpstr>TSパワポ2</vt:lpstr>
      <vt:lpstr>品番設計支援状況</vt:lpstr>
      <vt:lpstr>デジタル家系図の現在地</vt:lpstr>
      <vt:lpstr>背景</vt:lpstr>
      <vt:lpstr>対 分野事務局への窓口をEDCへ一本化</vt:lpstr>
      <vt:lpstr>開示先コントロール</vt:lpstr>
      <vt:lpstr>適用除外申請の動線</vt:lpstr>
      <vt:lpstr>適用除外申請の承認フローEDC案</vt:lpstr>
      <vt:lpstr>承認フロー(EDC案)に対する関係者の反応</vt:lpstr>
      <vt:lpstr>課題・所感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Yokoyama, Kazuki/横山 一樹</dc:creator>
  <cp:lastModifiedBy>Yokoyama, Kazuki/横山 一樹</cp:lastModifiedBy>
  <cp:revision>4</cp:revision>
  <dcterms:created xsi:type="dcterms:W3CDTF">2024-07-25T06:47:25Z</dcterms:created>
  <dcterms:modified xsi:type="dcterms:W3CDTF">2024-08-01T02:44:27Z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0x010100B8ED8A1214FEF642906783F3A789F102</vt:lpwstr>
  </property>
</Properties>
</file>