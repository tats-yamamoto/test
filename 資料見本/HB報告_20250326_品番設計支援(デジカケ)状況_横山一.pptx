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7" r:id="rId6"/>
    <p:sldId id="263" r:id="rId7"/>
    <p:sldId id="264" r:id="rId8"/>
    <p:sldId id="261" r:id="rId9"/>
    <p:sldId id="258" r:id="rId10"/>
    <p:sldId id="270" r:id="rId11"/>
    <p:sldId id="271" r:id="rId12"/>
    <p:sldId id="259" r:id="rId13"/>
    <p:sldId id="260" r:id="rId14"/>
    <p:sldId id="266" r:id="rId15"/>
    <p:sldId id="288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EA9695-B0B8-4CE8-AB40-2FF4C3AC9D28}" v="2" dt="2025-03-26T00:14:01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36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3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koyama, Kazuki/横山 一樹" userId="eebd3b26-963b-49b8-bece-d035e86ca04e" providerId="ADAL" clId="{5A5588F5-3F5C-4DD9-8C16-5E074105513B}"/>
    <pc:docChg chg="undo custSel addSld modSld">
      <pc:chgData name="Yokoyama, Kazuki/横山 一樹" userId="eebd3b26-963b-49b8-bece-d035e86ca04e" providerId="ADAL" clId="{5A5588F5-3F5C-4DD9-8C16-5E074105513B}" dt="2025-03-24T07:52:13.694" v="2895" actId="20577"/>
      <pc:docMkLst>
        <pc:docMk/>
      </pc:docMkLst>
      <pc:sldChg chg="addSp delSp modSp mod">
        <pc:chgData name="Yokoyama, Kazuki/横山 一樹" userId="eebd3b26-963b-49b8-bece-d035e86ca04e" providerId="ADAL" clId="{5A5588F5-3F5C-4DD9-8C16-5E074105513B}" dt="2025-03-24T07:35:36.371" v="2661" actId="1037"/>
        <pc:sldMkLst>
          <pc:docMk/>
          <pc:sldMk cId="257114496" sldId="258"/>
        </pc:sldMkLst>
        <pc:spChg chg="mod">
          <ac:chgData name="Yokoyama, Kazuki/横山 一樹" userId="eebd3b26-963b-49b8-bece-d035e86ca04e" providerId="ADAL" clId="{5A5588F5-3F5C-4DD9-8C16-5E074105513B}" dt="2025-03-19T11:29:37.380" v="176" actId="20577"/>
          <ac:spMkLst>
            <pc:docMk/>
            <pc:sldMk cId="257114496" sldId="258"/>
            <ac:spMk id="3" creationId="{DC674C68-A344-E09E-9A6C-B425A924E890}"/>
          </ac:spMkLst>
        </pc:spChg>
        <pc:spChg chg="mod">
          <ac:chgData name="Yokoyama, Kazuki/横山 一樹" userId="eebd3b26-963b-49b8-bece-d035e86ca04e" providerId="ADAL" clId="{5A5588F5-3F5C-4DD9-8C16-5E074105513B}" dt="2025-03-24T07:34:56.923" v="2645" actId="6549"/>
          <ac:spMkLst>
            <pc:docMk/>
            <pc:sldMk cId="257114496" sldId="258"/>
            <ac:spMk id="5" creationId="{E51F88A6-98CF-933A-90F8-AA96418F8C2C}"/>
          </ac:spMkLst>
        </pc:spChg>
        <pc:spChg chg="add del mod">
          <ac:chgData name="Yokoyama, Kazuki/横山 一樹" userId="eebd3b26-963b-49b8-bece-d035e86ca04e" providerId="ADAL" clId="{5A5588F5-3F5C-4DD9-8C16-5E074105513B}" dt="2025-03-24T07:30:04.319" v="2440"/>
          <ac:spMkLst>
            <pc:docMk/>
            <pc:sldMk cId="257114496" sldId="258"/>
            <ac:spMk id="6" creationId="{F23B4CD8-A26B-CB9D-4CCE-5E09655A4067}"/>
          </ac:spMkLst>
        </pc:spChg>
        <pc:spChg chg="add del mod">
          <ac:chgData name="Yokoyama, Kazuki/横山 一樹" userId="eebd3b26-963b-49b8-bece-d035e86ca04e" providerId="ADAL" clId="{5A5588F5-3F5C-4DD9-8C16-5E074105513B}" dt="2025-03-24T07:30:04.319" v="2440"/>
          <ac:spMkLst>
            <pc:docMk/>
            <pc:sldMk cId="257114496" sldId="258"/>
            <ac:spMk id="7" creationId="{4F100FD6-2740-B15C-E0B7-F34F98EC4D6A}"/>
          </ac:spMkLst>
        </pc:spChg>
        <pc:spChg chg="mod">
          <ac:chgData name="Yokoyama, Kazuki/横山 一樹" userId="eebd3b26-963b-49b8-bece-d035e86ca04e" providerId="ADAL" clId="{5A5588F5-3F5C-4DD9-8C16-5E074105513B}" dt="2025-03-24T07:29:35.168" v="2435"/>
          <ac:spMkLst>
            <pc:docMk/>
            <pc:sldMk cId="257114496" sldId="258"/>
            <ac:spMk id="8" creationId="{E5939FF3-11B6-3390-3201-FDB908F52EBF}"/>
          </ac:spMkLst>
        </pc:spChg>
        <pc:spChg chg="add del mod">
          <ac:chgData name="Yokoyama, Kazuki/横山 一樹" userId="eebd3b26-963b-49b8-bece-d035e86ca04e" providerId="ADAL" clId="{5A5588F5-3F5C-4DD9-8C16-5E074105513B}" dt="2025-03-24T07:30:04.319" v="2440"/>
          <ac:spMkLst>
            <pc:docMk/>
            <pc:sldMk cId="257114496" sldId="258"/>
            <ac:spMk id="9" creationId="{78520508-CFAC-A34E-9964-E4D2D57136EB}"/>
          </ac:spMkLst>
        </pc:spChg>
        <pc:spChg chg="mod">
          <ac:chgData name="Yokoyama, Kazuki/横山 一樹" userId="eebd3b26-963b-49b8-bece-d035e86ca04e" providerId="ADAL" clId="{5A5588F5-3F5C-4DD9-8C16-5E074105513B}" dt="2025-03-24T07:33:37.713" v="2630" actId="1076"/>
          <ac:spMkLst>
            <pc:docMk/>
            <pc:sldMk cId="257114496" sldId="258"/>
            <ac:spMk id="10" creationId="{3409457B-A434-0140-026F-FE935B56F1B1}"/>
          </ac:spMkLst>
        </pc:spChg>
        <pc:spChg chg="add mod">
          <ac:chgData name="Yokoyama, Kazuki/横山 一樹" userId="eebd3b26-963b-49b8-bece-d035e86ca04e" providerId="ADAL" clId="{5A5588F5-3F5C-4DD9-8C16-5E074105513B}" dt="2025-03-24T07:35:36.371" v="2661" actId="1037"/>
          <ac:spMkLst>
            <pc:docMk/>
            <pc:sldMk cId="257114496" sldId="258"/>
            <ac:spMk id="11" creationId="{A801A527-CEFF-C7E0-36CE-B69A8B6A82CE}"/>
          </ac:spMkLst>
        </pc:spChg>
        <pc:spChg chg="add mod">
          <ac:chgData name="Yokoyama, Kazuki/横山 一樹" userId="eebd3b26-963b-49b8-bece-d035e86ca04e" providerId="ADAL" clId="{5A5588F5-3F5C-4DD9-8C16-5E074105513B}" dt="2025-03-24T07:34:38.958" v="2644" actId="1076"/>
          <ac:spMkLst>
            <pc:docMk/>
            <pc:sldMk cId="257114496" sldId="258"/>
            <ac:spMk id="12" creationId="{0F1C8DEF-807A-8061-1268-5541E26A0D28}"/>
          </ac:spMkLst>
        </pc:spChg>
      </pc:sldChg>
      <pc:sldChg chg="addSp delSp modSp mod chgLayout">
        <pc:chgData name="Yokoyama, Kazuki/横山 一樹" userId="eebd3b26-963b-49b8-bece-d035e86ca04e" providerId="ADAL" clId="{5A5588F5-3F5C-4DD9-8C16-5E074105513B}" dt="2025-03-24T07:45:04.681" v="2759" actId="242"/>
        <pc:sldMkLst>
          <pc:docMk/>
          <pc:sldMk cId="2783201222" sldId="259"/>
        </pc:sldMkLst>
        <pc:spChg chg="mod ord">
          <ac:chgData name="Yokoyama, Kazuki/横山 一樹" userId="eebd3b26-963b-49b8-bece-d035e86ca04e" providerId="ADAL" clId="{5A5588F5-3F5C-4DD9-8C16-5E074105513B}" dt="2025-03-19T11:44:04.345" v="887" actId="6264"/>
          <ac:spMkLst>
            <pc:docMk/>
            <pc:sldMk cId="2783201222" sldId="259"/>
            <ac:spMk id="2" creationId="{69CADFC6-DFD9-8B23-076B-3142ED33B434}"/>
          </ac:spMkLst>
        </pc:spChg>
        <pc:spChg chg="mod ord">
          <ac:chgData name="Yokoyama, Kazuki/横山 一樹" userId="eebd3b26-963b-49b8-bece-d035e86ca04e" providerId="ADAL" clId="{5A5588F5-3F5C-4DD9-8C16-5E074105513B}" dt="2025-03-24T07:45:04.681" v="2759" actId="242"/>
          <ac:spMkLst>
            <pc:docMk/>
            <pc:sldMk cId="2783201222" sldId="259"/>
            <ac:spMk id="3" creationId="{5AE4C1F3-51D0-DACD-88DD-F9294B310717}"/>
          </ac:spMkLst>
        </pc:spChg>
        <pc:spChg chg="add del mod">
          <ac:chgData name="Yokoyama, Kazuki/横山 一樹" userId="eebd3b26-963b-49b8-bece-d035e86ca04e" providerId="ADAL" clId="{5A5588F5-3F5C-4DD9-8C16-5E074105513B}" dt="2025-03-19T11:44:02.442" v="885" actId="6264"/>
          <ac:spMkLst>
            <pc:docMk/>
            <pc:sldMk cId="2783201222" sldId="259"/>
            <ac:spMk id="4" creationId="{F9F473C7-981B-A7EE-9682-39F485F4A2B1}"/>
          </ac:spMkLst>
        </pc:spChg>
        <pc:spChg chg="add del mod">
          <ac:chgData name="Yokoyama, Kazuki/横山 一樹" userId="eebd3b26-963b-49b8-bece-d035e86ca04e" providerId="ADAL" clId="{5A5588F5-3F5C-4DD9-8C16-5E074105513B}" dt="2025-03-19T11:44:02.442" v="885" actId="6264"/>
          <ac:spMkLst>
            <pc:docMk/>
            <pc:sldMk cId="2783201222" sldId="259"/>
            <ac:spMk id="5" creationId="{4D9B5499-B0F2-70EE-8C66-E2AFA15B0468}"/>
          </ac:spMkLst>
        </pc:spChg>
        <pc:spChg chg="add del mod">
          <ac:chgData name="Yokoyama, Kazuki/横山 一樹" userId="eebd3b26-963b-49b8-bece-d035e86ca04e" providerId="ADAL" clId="{5A5588F5-3F5C-4DD9-8C16-5E074105513B}" dt="2025-03-19T11:44:03.941" v="886" actId="6264"/>
          <ac:spMkLst>
            <pc:docMk/>
            <pc:sldMk cId="2783201222" sldId="259"/>
            <ac:spMk id="6" creationId="{86A513E3-3673-FFE6-B938-C3E61842748C}"/>
          </ac:spMkLst>
        </pc:spChg>
        <pc:spChg chg="add del mod">
          <ac:chgData name="Yokoyama, Kazuki/横山 一樹" userId="eebd3b26-963b-49b8-bece-d035e86ca04e" providerId="ADAL" clId="{5A5588F5-3F5C-4DD9-8C16-5E074105513B}" dt="2025-03-19T11:44:03.941" v="886" actId="6264"/>
          <ac:spMkLst>
            <pc:docMk/>
            <pc:sldMk cId="2783201222" sldId="259"/>
            <ac:spMk id="7" creationId="{C2B4D927-35A5-7166-5BA1-C73E2A0278C2}"/>
          </ac:spMkLst>
        </pc:spChg>
        <pc:spChg chg="add del mod">
          <ac:chgData name="Yokoyama, Kazuki/横山 一樹" userId="eebd3b26-963b-49b8-bece-d035e86ca04e" providerId="ADAL" clId="{5A5588F5-3F5C-4DD9-8C16-5E074105513B}" dt="2025-03-19T11:44:04.345" v="887" actId="6264"/>
          <ac:spMkLst>
            <pc:docMk/>
            <pc:sldMk cId="2783201222" sldId="259"/>
            <ac:spMk id="8" creationId="{76E51B71-C99D-8414-508F-D755C9341A28}"/>
          </ac:spMkLst>
        </pc:spChg>
        <pc:spChg chg="add del mod">
          <ac:chgData name="Yokoyama, Kazuki/横山 一樹" userId="eebd3b26-963b-49b8-bece-d035e86ca04e" providerId="ADAL" clId="{5A5588F5-3F5C-4DD9-8C16-5E074105513B}" dt="2025-03-19T11:44:04.345" v="887" actId="6264"/>
          <ac:spMkLst>
            <pc:docMk/>
            <pc:sldMk cId="2783201222" sldId="259"/>
            <ac:spMk id="9" creationId="{2D084AFE-D95F-8587-DAE2-BC8FAD51B091}"/>
          </ac:spMkLst>
        </pc:spChg>
      </pc:sldChg>
      <pc:sldChg chg="modSp mod">
        <pc:chgData name="Yokoyama, Kazuki/横山 一樹" userId="eebd3b26-963b-49b8-bece-d035e86ca04e" providerId="ADAL" clId="{5A5588F5-3F5C-4DD9-8C16-5E074105513B}" dt="2025-03-24T07:52:13.694" v="2895" actId="20577"/>
        <pc:sldMkLst>
          <pc:docMk/>
          <pc:sldMk cId="2382829474" sldId="260"/>
        </pc:sldMkLst>
        <pc:spChg chg="mod">
          <ac:chgData name="Yokoyama, Kazuki/横山 一樹" userId="eebd3b26-963b-49b8-bece-d035e86ca04e" providerId="ADAL" clId="{5A5588F5-3F5C-4DD9-8C16-5E074105513B}" dt="2025-03-19T11:44:14.753" v="896" actId="20577"/>
          <ac:spMkLst>
            <pc:docMk/>
            <pc:sldMk cId="2382829474" sldId="260"/>
            <ac:spMk id="2" creationId="{F49CB4D4-4CF7-CDF4-1D87-97C10F4F4324}"/>
          </ac:spMkLst>
        </pc:spChg>
        <pc:spChg chg="mod">
          <ac:chgData name="Yokoyama, Kazuki/横山 一樹" userId="eebd3b26-963b-49b8-bece-d035e86ca04e" providerId="ADAL" clId="{5A5588F5-3F5C-4DD9-8C16-5E074105513B}" dt="2025-03-24T07:52:13.694" v="2895" actId="20577"/>
          <ac:spMkLst>
            <pc:docMk/>
            <pc:sldMk cId="2382829474" sldId="260"/>
            <ac:spMk id="3" creationId="{675CA87F-31D3-BBB9-236A-CC0D279B4B48}"/>
          </ac:spMkLst>
        </pc:spChg>
      </pc:sldChg>
      <pc:sldChg chg="modSp mod">
        <pc:chgData name="Yokoyama, Kazuki/横山 一樹" userId="eebd3b26-963b-49b8-bece-d035e86ca04e" providerId="ADAL" clId="{5A5588F5-3F5C-4DD9-8C16-5E074105513B}" dt="2025-03-21T01:20:04.323" v="2349" actId="14734"/>
        <pc:sldMkLst>
          <pc:docMk/>
          <pc:sldMk cId="616927184" sldId="261"/>
        </pc:sldMkLst>
        <pc:graphicFrameChg chg="modGraphic">
          <ac:chgData name="Yokoyama, Kazuki/横山 一樹" userId="eebd3b26-963b-49b8-bece-d035e86ca04e" providerId="ADAL" clId="{5A5588F5-3F5C-4DD9-8C16-5E074105513B}" dt="2025-03-21T01:20:04.323" v="2349" actId="14734"/>
          <ac:graphicFrameMkLst>
            <pc:docMk/>
            <pc:sldMk cId="616927184" sldId="261"/>
            <ac:graphicFrameMk id="5" creationId="{85013AF3-3318-5EB5-D884-0D0B5E11401A}"/>
          </ac:graphicFrameMkLst>
        </pc:graphicFrameChg>
      </pc:sldChg>
      <pc:sldChg chg="addSp modSp mod">
        <pc:chgData name="Yokoyama, Kazuki/横山 一樹" userId="eebd3b26-963b-49b8-bece-d035e86ca04e" providerId="ADAL" clId="{5A5588F5-3F5C-4DD9-8C16-5E074105513B}" dt="2025-03-19T12:24:03.728" v="2347" actId="1076"/>
        <pc:sldMkLst>
          <pc:docMk/>
          <pc:sldMk cId="36455757" sldId="263"/>
        </pc:sldMkLst>
        <pc:spChg chg="mod">
          <ac:chgData name="Yokoyama, Kazuki/横山 一樹" userId="eebd3b26-963b-49b8-bece-d035e86ca04e" providerId="ADAL" clId="{5A5588F5-3F5C-4DD9-8C16-5E074105513B}" dt="2025-03-19T12:22:34.917" v="2281" actId="20577"/>
          <ac:spMkLst>
            <pc:docMk/>
            <pc:sldMk cId="36455757" sldId="263"/>
            <ac:spMk id="3" creationId="{91FF1473-E16D-B27B-6C63-AB5F9B5F4490}"/>
          </ac:spMkLst>
        </pc:spChg>
        <pc:spChg chg="add mod">
          <ac:chgData name="Yokoyama, Kazuki/横山 一樹" userId="eebd3b26-963b-49b8-bece-d035e86ca04e" providerId="ADAL" clId="{5A5588F5-3F5C-4DD9-8C16-5E074105513B}" dt="2025-03-19T12:24:03.728" v="2347" actId="1076"/>
          <ac:spMkLst>
            <pc:docMk/>
            <pc:sldMk cId="36455757" sldId="263"/>
            <ac:spMk id="5" creationId="{EC1B3C42-6ED0-5E10-01BD-4DF014205E21}"/>
          </ac:spMkLst>
        </pc:spChg>
      </pc:sldChg>
      <pc:sldChg chg="modSp mod">
        <pc:chgData name="Yokoyama, Kazuki/横山 一樹" userId="eebd3b26-963b-49b8-bece-d035e86ca04e" providerId="ADAL" clId="{5A5588F5-3F5C-4DD9-8C16-5E074105513B}" dt="2025-03-19T11:30:26.641" v="233" actId="20577"/>
        <pc:sldMkLst>
          <pc:docMk/>
          <pc:sldMk cId="3172340634" sldId="270"/>
        </pc:sldMkLst>
        <pc:spChg chg="mod">
          <ac:chgData name="Yokoyama, Kazuki/横山 一樹" userId="eebd3b26-963b-49b8-bece-d035e86ca04e" providerId="ADAL" clId="{5A5588F5-3F5C-4DD9-8C16-5E074105513B}" dt="2025-03-19T11:30:26.641" v="233" actId="20577"/>
          <ac:spMkLst>
            <pc:docMk/>
            <pc:sldMk cId="3172340634" sldId="270"/>
            <ac:spMk id="3" creationId="{DC674C68-A344-E09E-9A6C-B425A924E890}"/>
          </ac:spMkLst>
        </pc:spChg>
      </pc:sldChg>
      <pc:sldChg chg="modSp mod">
        <pc:chgData name="Yokoyama, Kazuki/横山 一樹" userId="eebd3b26-963b-49b8-bece-d035e86ca04e" providerId="ADAL" clId="{5A5588F5-3F5C-4DD9-8C16-5E074105513B}" dt="2025-03-21T01:22:22.844" v="2365" actId="20577"/>
        <pc:sldMkLst>
          <pc:docMk/>
          <pc:sldMk cId="1488044950" sldId="271"/>
        </pc:sldMkLst>
        <pc:spChg chg="mod">
          <ac:chgData name="Yokoyama, Kazuki/横山 一樹" userId="eebd3b26-963b-49b8-bece-d035e86ca04e" providerId="ADAL" clId="{5A5588F5-3F5C-4DD9-8C16-5E074105513B}" dt="2025-03-21T01:22:22.844" v="2365" actId="20577"/>
          <ac:spMkLst>
            <pc:docMk/>
            <pc:sldMk cId="1488044950" sldId="271"/>
            <ac:spMk id="3" creationId="{DC674C68-A344-E09E-9A6C-B425A924E890}"/>
          </ac:spMkLst>
        </pc:spChg>
        <pc:spChg chg="mod">
          <ac:chgData name="Yokoyama, Kazuki/横山 一樹" userId="eebd3b26-963b-49b8-bece-d035e86ca04e" providerId="ADAL" clId="{5A5588F5-3F5C-4DD9-8C16-5E074105513B}" dt="2025-03-19T11:27:12.468" v="59" actId="6549"/>
          <ac:spMkLst>
            <pc:docMk/>
            <pc:sldMk cId="1488044950" sldId="271"/>
            <ac:spMk id="5" creationId="{E51F88A6-98CF-933A-90F8-AA96418F8C2C}"/>
          </ac:spMkLst>
        </pc:spChg>
      </pc:sldChg>
      <pc:sldChg chg="modSp new mod">
        <pc:chgData name="Yokoyama, Kazuki/横山 一樹" userId="eebd3b26-963b-49b8-bece-d035e86ca04e" providerId="ADAL" clId="{5A5588F5-3F5C-4DD9-8C16-5E074105513B}" dt="2025-03-19T12:09:30.878" v="1826" actId="20577"/>
        <pc:sldMkLst>
          <pc:docMk/>
          <pc:sldMk cId="2593183307" sldId="288"/>
        </pc:sldMkLst>
        <pc:spChg chg="mod">
          <ac:chgData name="Yokoyama, Kazuki/横山 一樹" userId="eebd3b26-963b-49b8-bece-d035e86ca04e" providerId="ADAL" clId="{5A5588F5-3F5C-4DD9-8C16-5E074105513B}" dt="2025-03-19T12:09:30.878" v="1826" actId="20577"/>
          <ac:spMkLst>
            <pc:docMk/>
            <pc:sldMk cId="2593183307" sldId="288"/>
            <ac:spMk id="2" creationId="{407938A3-A882-75F4-9A0E-79C8BE675374}"/>
          </ac:spMkLst>
        </pc:spChg>
      </pc:sldChg>
    </pc:docChg>
  </pc:docChgLst>
  <pc:docChgLst>
    <pc:chgData name="Yokoyama, Kazuki/横山 一樹" userId="eebd3b26-963b-49b8-bece-d035e86ca04e" providerId="ADAL" clId="{35EA9695-B0B8-4CE8-AB40-2FF4C3AC9D28}"/>
    <pc:docChg chg="undo custSel modSld">
      <pc:chgData name="Yokoyama, Kazuki/横山 一樹" userId="eebd3b26-963b-49b8-bece-d035e86ca04e" providerId="ADAL" clId="{35EA9695-B0B8-4CE8-AB40-2FF4C3AC9D28}" dt="2025-03-26T03:49:55.963" v="1769" actId="20577"/>
      <pc:docMkLst>
        <pc:docMk/>
      </pc:docMkLst>
      <pc:sldChg chg="modSp mod">
        <pc:chgData name="Yokoyama, Kazuki/横山 一樹" userId="eebd3b26-963b-49b8-bece-d035e86ca04e" providerId="ADAL" clId="{35EA9695-B0B8-4CE8-AB40-2FF4C3AC9D28}" dt="2025-03-26T03:49:55.963" v="1769" actId="20577"/>
        <pc:sldMkLst>
          <pc:docMk/>
          <pc:sldMk cId="2164457591" sldId="256"/>
        </pc:sldMkLst>
        <pc:spChg chg="mod">
          <ac:chgData name="Yokoyama, Kazuki/横山 一樹" userId="eebd3b26-963b-49b8-bece-d035e86ca04e" providerId="ADAL" clId="{35EA9695-B0B8-4CE8-AB40-2FF4C3AC9D28}" dt="2025-03-26T03:49:55.963" v="1769" actId="20577"/>
          <ac:spMkLst>
            <pc:docMk/>
            <pc:sldMk cId="2164457591" sldId="256"/>
            <ac:spMk id="3" creationId="{AC954C93-FC89-A55F-9082-6DF4D861B658}"/>
          </ac:spMkLst>
        </pc:spChg>
      </pc:sldChg>
      <pc:sldChg chg="addSp modSp mod">
        <pc:chgData name="Yokoyama, Kazuki/横山 一樹" userId="eebd3b26-963b-49b8-bece-d035e86ca04e" providerId="ADAL" clId="{35EA9695-B0B8-4CE8-AB40-2FF4C3AC9D28}" dt="2025-03-26T02:12:00.374" v="1662" actId="1076"/>
        <pc:sldMkLst>
          <pc:docMk/>
          <pc:sldMk cId="257114496" sldId="258"/>
        </pc:sldMkLst>
        <pc:spChg chg="mod">
          <ac:chgData name="Yokoyama, Kazuki/横山 一樹" userId="eebd3b26-963b-49b8-bece-d035e86ca04e" providerId="ADAL" clId="{35EA9695-B0B8-4CE8-AB40-2FF4C3AC9D28}" dt="2025-03-25T23:53:18.171" v="457" actId="1076"/>
          <ac:spMkLst>
            <pc:docMk/>
            <pc:sldMk cId="257114496" sldId="258"/>
            <ac:spMk id="10" creationId="{3409457B-A434-0140-026F-FE935B56F1B1}"/>
          </ac:spMkLst>
        </pc:spChg>
        <pc:spChg chg="mod">
          <ac:chgData name="Yokoyama, Kazuki/横山 一樹" userId="eebd3b26-963b-49b8-bece-d035e86ca04e" providerId="ADAL" clId="{35EA9695-B0B8-4CE8-AB40-2FF4C3AC9D28}" dt="2025-03-25T23:53:18.171" v="457" actId="1076"/>
          <ac:spMkLst>
            <pc:docMk/>
            <pc:sldMk cId="257114496" sldId="258"/>
            <ac:spMk id="11" creationId="{A801A527-CEFF-C7E0-36CE-B69A8B6A82CE}"/>
          </ac:spMkLst>
        </pc:spChg>
        <pc:spChg chg="mod">
          <ac:chgData name="Yokoyama, Kazuki/横山 一樹" userId="eebd3b26-963b-49b8-bece-d035e86ca04e" providerId="ADAL" clId="{35EA9695-B0B8-4CE8-AB40-2FF4C3AC9D28}" dt="2025-03-26T02:12:00.374" v="1662" actId="1076"/>
          <ac:spMkLst>
            <pc:docMk/>
            <pc:sldMk cId="257114496" sldId="258"/>
            <ac:spMk id="12" creationId="{0F1C8DEF-807A-8061-1268-5541E26A0D28}"/>
          </ac:spMkLst>
        </pc:spChg>
        <pc:picChg chg="mod">
          <ac:chgData name="Yokoyama, Kazuki/横山 一樹" userId="eebd3b26-963b-49b8-bece-d035e86ca04e" providerId="ADAL" clId="{35EA9695-B0B8-4CE8-AB40-2FF4C3AC9D28}" dt="2025-03-25T23:53:18.171" v="457" actId="1076"/>
          <ac:picMkLst>
            <pc:docMk/>
            <pc:sldMk cId="257114496" sldId="258"/>
            <ac:picMk id="4" creationId="{7E4A9BDD-5C9E-5FE4-5080-D229B3E1782C}"/>
          </ac:picMkLst>
        </pc:picChg>
        <pc:picChg chg="add mod modCrop">
          <ac:chgData name="Yokoyama, Kazuki/横山 一樹" userId="eebd3b26-963b-49b8-bece-d035e86ca04e" providerId="ADAL" clId="{35EA9695-B0B8-4CE8-AB40-2FF4C3AC9D28}" dt="2025-03-26T02:09:42.714" v="1603" actId="1076"/>
          <ac:picMkLst>
            <pc:docMk/>
            <pc:sldMk cId="257114496" sldId="258"/>
            <ac:picMk id="6" creationId="{060754E8-6E6E-5072-5E65-672E3D0A1DC4}"/>
          </ac:picMkLst>
        </pc:picChg>
      </pc:sldChg>
      <pc:sldChg chg="modSp mod">
        <pc:chgData name="Yokoyama, Kazuki/横山 一樹" userId="eebd3b26-963b-49b8-bece-d035e86ca04e" providerId="ADAL" clId="{35EA9695-B0B8-4CE8-AB40-2FF4C3AC9D28}" dt="2025-03-26T02:11:18.630" v="1661" actId="20577"/>
        <pc:sldMkLst>
          <pc:docMk/>
          <pc:sldMk cId="2783201222" sldId="259"/>
        </pc:sldMkLst>
        <pc:spChg chg="mod">
          <ac:chgData name="Yokoyama, Kazuki/横山 一樹" userId="eebd3b26-963b-49b8-bece-d035e86ca04e" providerId="ADAL" clId="{35EA9695-B0B8-4CE8-AB40-2FF4C3AC9D28}" dt="2025-03-26T02:11:18.630" v="1661" actId="20577"/>
          <ac:spMkLst>
            <pc:docMk/>
            <pc:sldMk cId="2783201222" sldId="259"/>
            <ac:spMk id="3" creationId="{5AE4C1F3-51D0-DACD-88DD-F9294B310717}"/>
          </ac:spMkLst>
        </pc:spChg>
      </pc:sldChg>
      <pc:sldChg chg="modSp mod">
        <pc:chgData name="Yokoyama, Kazuki/横山 一樹" userId="eebd3b26-963b-49b8-bece-d035e86ca04e" providerId="ADAL" clId="{35EA9695-B0B8-4CE8-AB40-2FF4C3AC9D28}" dt="2025-03-26T02:27:56.052" v="1726" actId="6549"/>
        <pc:sldMkLst>
          <pc:docMk/>
          <pc:sldMk cId="2382829474" sldId="260"/>
        </pc:sldMkLst>
        <pc:spChg chg="mod">
          <ac:chgData name="Yokoyama, Kazuki/横山 一樹" userId="eebd3b26-963b-49b8-bece-d035e86ca04e" providerId="ADAL" clId="{35EA9695-B0B8-4CE8-AB40-2FF4C3AC9D28}" dt="2025-03-26T02:27:56.052" v="1726" actId="6549"/>
          <ac:spMkLst>
            <pc:docMk/>
            <pc:sldMk cId="2382829474" sldId="260"/>
            <ac:spMk id="2" creationId="{F49CB4D4-4CF7-CDF4-1D87-97C10F4F4324}"/>
          </ac:spMkLst>
        </pc:spChg>
        <pc:spChg chg="mod">
          <ac:chgData name="Yokoyama, Kazuki/横山 一樹" userId="eebd3b26-963b-49b8-bece-d035e86ca04e" providerId="ADAL" clId="{35EA9695-B0B8-4CE8-AB40-2FF4C3AC9D28}" dt="2025-03-26T02:27:32.854" v="1725" actId="20577"/>
          <ac:spMkLst>
            <pc:docMk/>
            <pc:sldMk cId="2382829474" sldId="260"/>
            <ac:spMk id="3" creationId="{675CA87F-31D3-BBB9-236A-CC0D279B4B48}"/>
          </ac:spMkLst>
        </pc:spChg>
      </pc:sldChg>
      <pc:sldChg chg="modSp mod">
        <pc:chgData name="Yokoyama, Kazuki/横山 一樹" userId="eebd3b26-963b-49b8-bece-d035e86ca04e" providerId="ADAL" clId="{35EA9695-B0B8-4CE8-AB40-2FF4C3AC9D28}" dt="2025-03-26T02:09:26.410" v="1599" actId="113"/>
        <pc:sldMkLst>
          <pc:docMk/>
          <pc:sldMk cId="616927184" sldId="261"/>
        </pc:sldMkLst>
        <pc:graphicFrameChg chg="modGraphic">
          <ac:chgData name="Yokoyama, Kazuki/横山 一樹" userId="eebd3b26-963b-49b8-bece-d035e86ca04e" providerId="ADAL" clId="{35EA9695-B0B8-4CE8-AB40-2FF4C3AC9D28}" dt="2025-03-26T02:09:26.410" v="1599" actId="113"/>
          <ac:graphicFrameMkLst>
            <pc:docMk/>
            <pc:sldMk cId="616927184" sldId="261"/>
            <ac:graphicFrameMk id="5" creationId="{85013AF3-3318-5EB5-D884-0D0B5E11401A}"/>
          </ac:graphicFrameMkLst>
        </pc:graphicFrameChg>
      </pc:sldChg>
      <pc:sldChg chg="modSp mod">
        <pc:chgData name="Yokoyama, Kazuki/横山 一樹" userId="eebd3b26-963b-49b8-bece-d035e86ca04e" providerId="ADAL" clId="{35EA9695-B0B8-4CE8-AB40-2FF4C3AC9D28}" dt="2025-03-26T03:48:46.089" v="1763" actId="6549"/>
        <pc:sldMkLst>
          <pc:docMk/>
          <pc:sldMk cId="36455757" sldId="263"/>
        </pc:sldMkLst>
        <pc:spChg chg="mod">
          <ac:chgData name="Yokoyama, Kazuki/横山 一樹" userId="eebd3b26-963b-49b8-bece-d035e86ca04e" providerId="ADAL" clId="{35EA9695-B0B8-4CE8-AB40-2FF4C3AC9D28}" dt="2025-03-26T03:48:23.587" v="1741" actId="113"/>
          <ac:spMkLst>
            <pc:docMk/>
            <pc:sldMk cId="36455757" sldId="263"/>
            <ac:spMk id="3" creationId="{91FF1473-E16D-B27B-6C63-AB5F9B5F4490}"/>
          </ac:spMkLst>
        </pc:spChg>
        <pc:spChg chg="mod">
          <ac:chgData name="Yokoyama, Kazuki/横山 一樹" userId="eebd3b26-963b-49b8-bece-d035e86ca04e" providerId="ADAL" clId="{35EA9695-B0B8-4CE8-AB40-2FF4C3AC9D28}" dt="2025-03-26T03:48:46.089" v="1763" actId="6549"/>
          <ac:spMkLst>
            <pc:docMk/>
            <pc:sldMk cId="36455757" sldId="263"/>
            <ac:spMk id="5" creationId="{EC1B3C42-6ED0-5E10-01BD-4DF014205E21}"/>
          </ac:spMkLst>
        </pc:spChg>
      </pc:sldChg>
      <pc:sldChg chg="modSp mod">
        <pc:chgData name="Yokoyama, Kazuki/横山 一樹" userId="eebd3b26-963b-49b8-bece-d035e86ca04e" providerId="ADAL" clId="{35EA9695-B0B8-4CE8-AB40-2FF4C3AC9D28}" dt="2025-03-26T03:45:49.580" v="1727" actId="255"/>
        <pc:sldMkLst>
          <pc:docMk/>
          <pc:sldMk cId="905571325" sldId="264"/>
        </pc:sldMkLst>
        <pc:spChg chg="mod">
          <ac:chgData name="Yokoyama, Kazuki/横山 一樹" userId="eebd3b26-963b-49b8-bece-d035e86ca04e" providerId="ADAL" clId="{35EA9695-B0B8-4CE8-AB40-2FF4C3AC9D28}" dt="2025-03-26T03:45:49.580" v="1727" actId="255"/>
          <ac:spMkLst>
            <pc:docMk/>
            <pc:sldMk cId="905571325" sldId="264"/>
            <ac:spMk id="3" creationId="{4BBCF4DD-68B2-837E-0FA0-F756317D38E7}"/>
          </ac:spMkLst>
        </pc:spChg>
      </pc:sldChg>
      <pc:sldChg chg="modSp mod">
        <pc:chgData name="Yokoyama, Kazuki/横山 一樹" userId="eebd3b26-963b-49b8-bece-d035e86ca04e" providerId="ADAL" clId="{35EA9695-B0B8-4CE8-AB40-2FF4C3AC9D28}" dt="2025-03-26T00:21:34.681" v="1421" actId="20577"/>
        <pc:sldMkLst>
          <pc:docMk/>
          <pc:sldMk cId="604539567" sldId="267"/>
        </pc:sldMkLst>
        <pc:spChg chg="mod">
          <ac:chgData name="Yokoyama, Kazuki/横山 一樹" userId="eebd3b26-963b-49b8-bece-d035e86ca04e" providerId="ADAL" clId="{35EA9695-B0B8-4CE8-AB40-2FF4C3AC9D28}" dt="2025-03-26T00:21:34.681" v="1421" actId="20577"/>
          <ac:spMkLst>
            <pc:docMk/>
            <pc:sldMk cId="604539567" sldId="267"/>
            <ac:spMk id="3" creationId="{C0C0574D-5778-BBCA-8561-B43A86ACB367}"/>
          </ac:spMkLst>
        </pc:spChg>
      </pc:sldChg>
      <pc:sldChg chg="modSp mod">
        <pc:chgData name="Yokoyama, Kazuki/横山 一樹" userId="eebd3b26-963b-49b8-bece-d035e86ca04e" providerId="ADAL" clId="{35EA9695-B0B8-4CE8-AB40-2FF4C3AC9D28}" dt="2025-03-26T02:25:34.399" v="1695" actId="20577"/>
        <pc:sldMkLst>
          <pc:docMk/>
          <pc:sldMk cId="3172340634" sldId="270"/>
        </pc:sldMkLst>
        <pc:spChg chg="mod">
          <ac:chgData name="Yokoyama, Kazuki/横山 一樹" userId="eebd3b26-963b-49b8-bece-d035e86ca04e" providerId="ADAL" clId="{35EA9695-B0B8-4CE8-AB40-2FF4C3AC9D28}" dt="2025-03-26T02:25:34.399" v="1695" actId="20577"/>
          <ac:spMkLst>
            <pc:docMk/>
            <pc:sldMk cId="3172340634" sldId="270"/>
            <ac:spMk id="3" creationId="{DC674C68-A344-E09E-9A6C-B425A924E890}"/>
          </ac:spMkLst>
        </pc:spChg>
      </pc:sldChg>
      <pc:sldChg chg="modSp mod">
        <pc:chgData name="Yokoyama, Kazuki/横山 一樹" userId="eebd3b26-963b-49b8-bece-d035e86ca04e" providerId="ADAL" clId="{35EA9695-B0B8-4CE8-AB40-2FF4C3AC9D28}" dt="2025-03-26T00:19:16.812" v="1367" actId="20577"/>
        <pc:sldMkLst>
          <pc:docMk/>
          <pc:sldMk cId="1488044950" sldId="271"/>
        </pc:sldMkLst>
        <pc:spChg chg="mod">
          <ac:chgData name="Yokoyama, Kazuki/横山 一樹" userId="eebd3b26-963b-49b8-bece-d035e86ca04e" providerId="ADAL" clId="{35EA9695-B0B8-4CE8-AB40-2FF4C3AC9D28}" dt="2025-03-26T00:19:16.812" v="1367" actId="20577"/>
          <ac:spMkLst>
            <pc:docMk/>
            <pc:sldMk cId="1488044950" sldId="271"/>
            <ac:spMk id="3" creationId="{DC674C68-A344-E09E-9A6C-B425A924E8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10523"/>
          </a:xfr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35053"/>
            <a:ext cx="9144000" cy="1655762"/>
          </a:xfrm>
        </p:spPr>
        <p:txBody>
          <a:bodyPr tIns="72000" bIns="72000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FA2E61A-97DF-8A1A-B218-20EBB5340937}"/>
              </a:ext>
            </a:extLst>
          </p:cNvPr>
          <p:cNvCxnSpPr/>
          <p:nvPr/>
        </p:nvCxnSpPr>
        <p:spPr>
          <a:xfrm>
            <a:off x="0" y="3435056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5218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AE2F233-97AE-8AB4-F740-EC992530F76E}"/>
              </a:ext>
            </a:extLst>
          </p:cNvPr>
          <p:cNvCxnSpPr/>
          <p:nvPr/>
        </p:nvCxnSpPr>
        <p:spPr>
          <a:xfrm>
            <a:off x="0" y="64152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69A9369-6595-428E-541A-1CE5788A3A52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586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05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034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9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727B626-1A0D-5FFE-CF03-34A92516F19A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C1AC39A-B114-1063-73A8-F23A9CEAC118}"/>
              </a:ext>
            </a:extLst>
          </p:cNvPr>
          <p:cNvCxnSpPr/>
          <p:nvPr/>
        </p:nvCxnSpPr>
        <p:spPr>
          <a:xfrm>
            <a:off x="0" y="64152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075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E9AA2DA-5DE9-D0C7-5138-0E98BE939D2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D2554CC-F2A5-55CC-7414-8D16C97BA1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8142" y="1980915"/>
            <a:ext cx="5655714" cy="2896177"/>
          </a:xfrm>
        </p:spPr>
        <p:txBody>
          <a:bodyPr wrap="none" anchor="ctr">
            <a:spAutoFit/>
          </a:bodyPr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800">
                <a:solidFill>
                  <a:schemeClr val="tx2"/>
                </a:solidFill>
              </a:defRPr>
            </a:lvl2pPr>
            <a:lvl3pPr marL="914400" indent="0" algn="ctr">
              <a:buNone/>
              <a:defRPr sz="2400">
                <a:solidFill>
                  <a:schemeClr val="tx2"/>
                </a:solidFill>
              </a:defRPr>
            </a:lvl3pPr>
            <a:lvl4pPr marL="1371600" indent="0" algn="ctr">
              <a:buNone/>
              <a:defRPr sz="2000">
                <a:solidFill>
                  <a:schemeClr val="tx2"/>
                </a:solidFill>
              </a:defRPr>
            </a:lvl4pPr>
            <a:lvl5pPr marL="1828800" indent="0" algn="ctr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6018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E9AA2DA-5DE9-D0C7-5138-0E98BE939D2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412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中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/>
          <p:cNvSpPr/>
          <p:nvPr/>
        </p:nvSpPr>
        <p:spPr>
          <a:xfrm>
            <a:off x="411295" y="195892"/>
            <a:ext cx="11369408" cy="5807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M PLUS 1p Medium" panose="020B0602020203020207" pitchFamily="50" charset="-128"/>
              <a:ea typeface="M PLUS 1p Medium" panose="020B0602020203020207" pitchFamily="50" charset="-128"/>
              <a:cs typeface="M PLUS 1p Medium" panose="020B0602020203020207" pitchFamily="50" charset="-128"/>
            </a:endParaRP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0" hasCustomPrompt="1"/>
          </p:nvPr>
        </p:nvSpPr>
        <p:spPr>
          <a:xfrm>
            <a:off x="411295" y="195892"/>
            <a:ext cx="11369408" cy="58079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M PLUS 1p Medium" panose="020B0602020203020207" pitchFamily="50" charset="-128"/>
                <a:ea typeface="M PLUS 1p Medium" panose="020B0602020203020207" pitchFamily="50" charset="-128"/>
                <a:cs typeface="M PLUS 1p Medium" panose="020B0602020203020207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N.</a:t>
            </a:r>
            <a:r>
              <a:rPr kumimoji="1" lang="ja-JP" altLang="en-US" dirty="0"/>
              <a:t>タイトル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411296" y="1277938"/>
            <a:ext cx="11369408" cy="914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latin typeface="M PLUS 1p" panose="020B0502020203020207" pitchFamily="50" charset="-128"/>
                <a:ea typeface="M PLUS 1p" panose="020B0502020203020207" pitchFamily="50" charset="-128"/>
                <a:cs typeface="M PLUS 1p" panose="020B0502020203020207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説明　</a:t>
            </a:r>
            <a:r>
              <a:rPr kumimoji="1" lang="en-US" altLang="ja-JP" dirty="0"/>
              <a:t>or</a:t>
            </a:r>
            <a:r>
              <a:rPr kumimoji="1" lang="ja-JP" altLang="en-US" dirty="0"/>
              <a:t>　ファクト</a:t>
            </a:r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411296" y="6059277"/>
            <a:ext cx="10825909" cy="4828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>
                <a:latin typeface="M PLUS 1p Medium" panose="020B0602020203020207" pitchFamily="50" charset="-128"/>
                <a:ea typeface="M PLUS 1p Medium" panose="020B0602020203020207" pitchFamily="50" charset="-128"/>
                <a:cs typeface="M PLUS 1p Medium" panose="020B0602020203020207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ファクト　</a:t>
            </a:r>
            <a:r>
              <a:rPr kumimoji="1" lang="en-US" altLang="ja-JP" dirty="0"/>
              <a:t>or</a:t>
            </a:r>
            <a:r>
              <a:rPr kumimoji="1" lang="ja-JP" altLang="en-US" dirty="0"/>
              <a:t>　示唆</a:t>
            </a:r>
            <a:endParaRPr kumimoji="1" lang="en-US" altLang="ja-JP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1508954" y="6427443"/>
            <a:ext cx="543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18EA11E-D420-43FF-ABCE-0F1B7656D344}" type="slidenum">
              <a:rPr kumimoji="1" lang="ja-JP" altLang="en-US" sz="2000" smtClean="0">
                <a:solidFill>
                  <a:schemeClr val="accent1"/>
                </a:solidFill>
                <a:latin typeface="M PLUS 1p Thin" panose="020B0303020203020207" pitchFamily="50" charset="-128"/>
                <a:ea typeface="M PLUS 1p Thin" panose="020B0303020203020207" pitchFamily="50" charset="-128"/>
                <a:cs typeface="M PLUS 1p Thin" panose="020B0303020203020207" pitchFamily="50" charset="-128"/>
              </a:rPr>
              <a:t>‹#›</a:t>
            </a:fld>
            <a:endParaRPr kumimoji="1" lang="ja-JP" altLang="en-US" sz="2000" dirty="0">
              <a:solidFill>
                <a:schemeClr val="accent1"/>
              </a:solidFill>
              <a:latin typeface="M PLUS 1p Thin" panose="020B0303020203020207" pitchFamily="50" charset="-128"/>
              <a:ea typeface="M PLUS 1p Thin" panose="020B0303020203020207" pitchFamily="50" charset="-128"/>
              <a:cs typeface="M PLUS 1p Thin" panose="020B0303020203020207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158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859899"/>
            <a:ext cx="10515600" cy="5353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37061"/>
            <a:ext cx="4114800" cy="26161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22412" y="6490894"/>
            <a:ext cx="2743200" cy="307777"/>
          </a:xfrm>
          <a:prstGeom prst="rect">
            <a:avLst/>
          </a:prstGeom>
        </p:spPr>
        <p:txBody>
          <a:bodyPr vert="horz" lIns="0" tIns="45720" rIns="0" bIns="45720" rtlCol="0" anchor="b">
            <a:spAutoFit/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0564465-B28A-4BB9-87ED-0F1D4E4D179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110AB57-86AE-847C-8C61-5FC41F72383C}"/>
              </a:ext>
            </a:extLst>
          </p:cNvPr>
          <p:cNvSpPr txBox="1"/>
          <p:nvPr/>
        </p:nvSpPr>
        <p:spPr>
          <a:xfrm>
            <a:off x="340242" y="6552450"/>
            <a:ext cx="365112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kumimoji="1" lang="en-US" altLang="ja-JP" sz="1000" dirty="0">
                <a:solidFill>
                  <a:schemeClr val="tx2"/>
                </a:solidFill>
              </a:rPr>
              <a:t>© TOYOTA SYSTEMS CORPORATION All Rights Reserved.</a:t>
            </a:r>
            <a:endParaRPr kumimoji="1" lang="ja-JP" altLang="en-US" sz="1000" dirty="0">
              <a:solidFill>
                <a:schemeClr val="tx2"/>
              </a:solidFill>
            </a:endParaRPr>
          </a:p>
        </p:txBody>
      </p:sp>
      <p:pic>
        <p:nvPicPr>
          <p:cNvPr id="4" name="Picture 2" descr="C:\Users\s-ishimaru\Desktop\③関係者外秘RED.png">
            <a:extLst>
              <a:ext uri="{FF2B5EF4-FFF2-40B4-BE49-F238E27FC236}">
                <a16:creationId xmlns:a16="http://schemas.microsoft.com/office/drawing/2014/main" id="{DE2178E4-6706-62A7-E188-DC342300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355" y="105759"/>
            <a:ext cx="490146" cy="47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83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2400"/>
        </a:spcBef>
        <a:buFont typeface="メイリオ" panose="020B0604030504040204" pitchFamily="50" charset="-128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1200"/>
        </a:spcBef>
        <a:buFont typeface="メイリオ" panose="020B0604030504040204" pitchFamily="50" charset="-128"/>
        <a:buChar char="•"/>
        <a:defRPr kumimoji="1"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メイリオ" panose="020B0604030504040204" pitchFamily="50" charset="-128"/>
        <a:buChar char="‒"/>
        <a:defRPr kumimoji="1"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メイリオ" panose="020B0604030504040204" pitchFamily="50" charset="-128"/>
        <a:buChar char="•"/>
        <a:defRPr kumimoji="1"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メイリオ" panose="020B0604030504040204" pitchFamily="50" charset="-128"/>
        <a:buChar char="‒"/>
        <a:defRPr kumimoji="1" sz="11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A99517-2338-E8DF-3D04-E5F625A94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品番設計支援</a:t>
            </a:r>
            <a:r>
              <a:rPr kumimoji="1" lang="en-US" altLang="ja-JP" dirty="0"/>
              <a:t>(</a:t>
            </a:r>
            <a:r>
              <a:rPr kumimoji="1" lang="ja-JP" altLang="en-US" dirty="0"/>
              <a:t>デジカケ</a:t>
            </a:r>
            <a:r>
              <a:rPr kumimoji="1" lang="en-US" altLang="ja-JP" dirty="0"/>
              <a:t>)</a:t>
            </a:r>
            <a:r>
              <a:rPr kumimoji="1" lang="ja-JP" altLang="en-US" dirty="0"/>
              <a:t>状況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954C93-FC89-A55F-9082-6DF4D861B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2025/3/26 </a:t>
            </a:r>
            <a:r>
              <a:rPr lang="zh-TW" altLang="en-US" dirty="0"/>
              <a:t>本部長報告</a:t>
            </a:r>
            <a:br>
              <a:rPr lang="en-US" altLang="zh-TW" dirty="0"/>
            </a:br>
            <a:r>
              <a:rPr lang="zh-TW" altLang="en-US" dirty="0"/>
              <a:t>電技改革支援部 </a:t>
            </a:r>
            <a:r>
              <a:rPr lang="en-US" altLang="zh-TW" dirty="0"/>
              <a:t>DX</a:t>
            </a:r>
            <a:r>
              <a:rPr lang="zh-TW" altLang="en-US" dirty="0"/>
              <a:t>企画</a:t>
            </a:r>
            <a:r>
              <a:rPr lang="en-US" altLang="zh-TW" dirty="0"/>
              <a:t>G </a:t>
            </a:r>
            <a:r>
              <a:rPr lang="zh-TW" altLang="en-US" dirty="0"/>
              <a:t>横山</a:t>
            </a: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4457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B214E-56B4-7B6C-DDB9-4A761872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報告の趣旨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C0574D-5778-BBCA-8561-B43A86ACB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ja-JP" altLang="en-US" dirty="0"/>
              <a:t>デジタル家系図の部品標準化範囲との位置付け・進め方を</a:t>
            </a:r>
            <a:br>
              <a:rPr lang="en-US" altLang="ja-JP" dirty="0"/>
            </a:br>
            <a:r>
              <a:rPr lang="ja-JP" altLang="en-US" dirty="0"/>
              <a:t>昨年末より</a:t>
            </a:r>
            <a:r>
              <a:rPr lang="en-US" altLang="ja-JP" dirty="0"/>
              <a:t>EDC</a:t>
            </a:r>
            <a:r>
              <a:rPr lang="ja-JP" altLang="en-US" dirty="0"/>
              <a:t>と調整してきましたので取り組みを報告します。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4539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805263-D101-B1E7-EA50-2DCBB89D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FF1473-E16D-B27B-6C63-AB5F9B5F4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859899"/>
            <a:ext cx="10515600" cy="1365716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dirty="0"/>
              <a:t>11/19: DIT</a:t>
            </a:r>
            <a:r>
              <a:rPr kumimoji="1" lang="en-US" altLang="ja-JP" b="0" dirty="0"/>
              <a:t>(</a:t>
            </a:r>
            <a:r>
              <a:rPr kumimoji="1" lang="ja-JP" altLang="en-US" b="0" dirty="0"/>
              <a:t>当時</a:t>
            </a:r>
            <a:r>
              <a:rPr kumimoji="1" lang="en-US" altLang="ja-JP" b="0" dirty="0"/>
              <a:t>IT</a:t>
            </a:r>
            <a:r>
              <a:rPr kumimoji="1" lang="ja-JP" altLang="en-US" b="0" dirty="0"/>
              <a:t>開</a:t>
            </a:r>
            <a:r>
              <a:rPr kumimoji="1" lang="en-US" altLang="ja-JP" b="0" dirty="0"/>
              <a:t>)</a:t>
            </a:r>
            <a:r>
              <a:rPr kumimoji="1" lang="ja-JP" altLang="en-US" dirty="0"/>
              <a:t>孝久</a:t>
            </a:r>
            <a:r>
              <a:rPr kumimoji="1" lang="en-US" altLang="ja-JP" dirty="0"/>
              <a:t>S</a:t>
            </a:r>
            <a:r>
              <a:rPr kumimoji="1" lang="ja-JP" altLang="en-US" dirty="0"/>
              <a:t>より、</a:t>
            </a:r>
            <a:r>
              <a:rPr kumimoji="1" lang="en-US" altLang="ja-JP" dirty="0"/>
              <a:t>EDC</a:t>
            </a:r>
            <a:r>
              <a:rPr lang="en-US" altLang="ja-JP" dirty="0"/>
              <a:t>/VD</a:t>
            </a:r>
            <a:r>
              <a:rPr lang="ja-JP" altLang="en-US" dirty="0"/>
              <a:t>統括と区分けし</a:t>
            </a:r>
            <a:br>
              <a:rPr lang="en-US" altLang="ja-JP" dirty="0"/>
            </a:br>
            <a:r>
              <a:rPr lang="ja-JP" altLang="en-US" dirty="0"/>
              <a:t>現行の部品標準化システムの</a:t>
            </a:r>
            <a:r>
              <a:rPr lang="en-US" altLang="ja-JP" dirty="0"/>
              <a:t>TS</a:t>
            </a:r>
            <a:r>
              <a:rPr lang="ja-JP" altLang="en-US" dirty="0"/>
              <a:t>メンバー</a:t>
            </a:r>
            <a:r>
              <a:rPr lang="en-US" altLang="ja-JP" b="0" dirty="0"/>
              <a:t>(EP</a:t>
            </a:r>
            <a:r>
              <a:rPr lang="ja-JP" altLang="en-US" b="0" dirty="0"/>
              <a:t>本部</a:t>
            </a:r>
            <a:r>
              <a:rPr lang="en-US" altLang="ja-JP" b="0" dirty="0"/>
              <a:t>)</a:t>
            </a:r>
            <a:r>
              <a:rPr lang="ja-JP" altLang="en-US" dirty="0"/>
              <a:t>と会話して推進するよう指示アリ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0034106-B28B-CDCE-033E-1F8E69FFB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207" y="1791989"/>
            <a:ext cx="7799586" cy="438726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C1B3C42-6ED0-5E10-01BD-4DF014205E21}"/>
              </a:ext>
            </a:extLst>
          </p:cNvPr>
          <p:cNvSpPr/>
          <p:nvPr/>
        </p:nvSpPr>
        <p:spPr>
          <a:xfrm>
            <a:off x="7337442" y="1958240"/>
            <a:ext cx="4093401" cy="1470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ja-JP" altLang="en-US" sz="1200" b="1" dirty="0">
                <a:solidFill>
                  <a:schemeClr val="bg1"/>
                </a:solidFill>
              </a:rPr>
              <a:t>補足</a:t>
            </a:r>
            <a:endParaRPr kumimoji="1" lang="en-US" altLang="ja-JP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bg2"/>
                </a:solidFill>
              </a:rPr>
              <a:t>部品標準化に関する運用部分を見ていただくために</a:t>
            </a:r>
            <a:br>
              <a:rPr kumimoji="1" lang="en-US" altLang="ja-JP" sz="1200" dirty="0">
                <a:solidFill>
                  <a:schemeClr val="bg2"/>
                </a:solidFill>
              </a:rPr>
            </a:br>
            <a:r>
              <a:rPr kumimoji="1" lang="en-US" altLang="ja-JP" sz="1200" dirty="0">
                <a:solidFill>
                  <a:schemeClr val="bg2"/>
                </a:solidFill>
              </a:rPr>
              <a:t>PRJ</a:t>
            </a:r>
            <a:r>
              <a:rPr kumimoji="1" lang="ja-JP" altLang="en-US" sz="1200" dirty="0">
                <a:solidFill>
                  <a:schemeClr val="bg2"/>
                </a:solidFill>
              </a:rPr>
              <a:t>参画いただいたが、協力して推進する姿勢がなく</a:t>
            </a:r>
            <a:br>
              <a:rPr kumimoji="1" lang="en-US" altLang="ja-JP" sz="1200" dirty="0">
                <a:solidFill>
                  <a:schemeClr val="bg2"/>
                </a:solidFill>
              </a:rPr>
            </a:br>
            <a:r>
              <a:rPr kumimoji="1" lang="ja-JP" altLang="en-US" sz="1200" dirty="0">
                <a:solidFill>
                  <a:schemeClr val="bg2"/>
                </a:solidFill>
              </a:rPr>
              <a:t>進め方も折り合いつかず、</a:t>
            </a:r>
            <a:r>
              <a:rPr kumimoji="1" lang="en-US" altLang="ja-JP" sz="1200" dirty="0">
                <a:solidFill>
                  <a:schemeClr val="bg2"/>
                </a:solidFill>
              </a:rPr>
              <a:t>TS</a:t>
            </a:r>
            <a:r>
              <a:rPr kumimoji="1" lang="ja-JP" altLang="en-US" sz="1200" dirty="0">
                <a:solidFill>
                  <a:schemeClr val="bg2"/>
                </a:solidFill>
              </a:rPr>
              <a:t>から</a:t>
            </a:r>
            <a:r>
              <a:rPr kumimoji="1" lang="en-US" altLang="ja-JP" sz="1200" dirty="0">
                <a:solidFill>
                  <a:schemeClr val="bg2"/>
                </a:solidFill>
              </a:rPr>
              <a:t>DIT</a:t>
            </a:r>
            <a:r>
              <a:rPr kumimoji="1" lang="ja-JP" altLang="en-US" sz="1200" dirty="0">
                <a:solidFill>
                  <a:schemeClr val="bg2"/>
                </a:solidFill>
              </a:rPr>
              <a:t>へ状況を上申</a:t>
            </a:r>
            <a:endParaRPr kumimoji="1" lang="en-US" altLang="ja-JP" sz="1200" dirty="0">
              <a:solidFill>
                <a:schemeClr val="bg2"/>
              </a:solidFill>
            </a:endParaRP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bg2"/>
                </a:solidFill>
              </a:rPr>
              <a:t>その後</a:t>
            </a:r>
            <a:r>
              <a:rPr kumimoji="1" lang="en-US" altLang="ja-JP" sz="1200" dirty="0">
                <a:solidFill>
                  <a:schemeClr val="bg2"/>
                </a:solidFill>
              </a:rPr>
              <a:t>DIT×EDC</a:t>
            </a:r>
            <a:r>
              <a:rPr kumimoji="1" lang="ja-JP" altLang="en-US" sz="1200" dirty="0">
                <a:solidFill>
                  <a:schemeClr val="bg2"/>
                </a:solidFill>
              </a:rPr>
              <a:t>室長間にて起案を分けることを決定</a:t>
            </a:r>
          </a:p>
        </p:txBody>
      </p:sp>
    </p:spTree>
    <p:extLst>
      <p:ext uri="{BB962C8B-B14F-4D97-AF65-F5344CB8AC3E}">
        <p14:creationId xmlns:p14="http://schemas.microsoft.com/office/powerpoint/2010/main" val="3645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B9723-D4DC-F666-8CDB-4A1BDD59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23888" algn="l"/>
              </a:tabLst>
            </a:pPr>
            <a:r>
              <a:rPr kumimoji="1" lang="ja-JP" altLang="en-US" dirty="0"/>
              <a:t>取り組み概要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BCF4DD-68B2-837E-0FA0-F756317D3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当初の想定</a:t>
            </a:r>
            <a:endParaRPr lang="en-US" altLang="ja-JP" dirty="0"/>
          </a:p>
          <a:p>
            <a:pPr lvl="1"/>
            <a:r>
              <a:rPr lang="ja-JP" altLang="en-US" dirty="0"/>
              <a:t>思想が異なるため、システム・プロジェクトをうまくわけてすすめたい</a:t>
            </a:r>
            <a:endParaRPr lang="en-US" altLang="ja-JP" dirty="0"/>
          </a:p>
          <a:p>
            <a:r>
              <a:rPr lang="ja-JP" altLang="en-US" dirty="0"/>
              <a:t>取り組み</a:t>
            </a:r>
            <a:endParaRPr lang="en-US" altLang="ja-JP" dirty="0"/>
          </a:p>
          <a:p>
            <a:pPr lvl="1"/>
            <a:r>
              <a:rPr lang="ja-JP" altLang="en-US" dirty="0"/>
              <a:t>現行部品標準化の担当している</a:t>
            </a:r>
            <a:r>
              <a:rPr lang="en-US" altLang="ja-JP" dirty="0"/>
              <a:t>EP</a:t>
            </a:r>
            <a:r>
              <a:rPr lang="ja-JP" altLang="en-US" dirty="0"/>
              <a:t>本部（部</a:t>
            </a:r>
            <a:r>
              <a:rPr lang="ja-JP" altLang="en-US" dirty="0">
                <a:solidFill>
                  <a:schemeClr val="tx2"/>
                </a:solidFill>
              </a:rPr>
              <a:t>品表</a:t>
            </a:r>
            <a:r>
              <a:rPr lang="ja-JP" altLang="en-US" dirty="0"/>
              <a:t>活</a:t>
            </a:r>
            <a:r>
              <a:rPr lang="ja-JP" altLang="en-US" dirty="0">
                <a:solidFill>
                  <a:schemeClr val="tx2"/>
                </a:solidFill>
              </a:rPr>
              <a:t>用</a:t>
            </a:r>
            <a:r>
              <a:rPr lang="en-US" altLang="ja-JP" dirty="0"/>
              <a:t>IT</a:t>
            </a:r>
            <a:r>
              <a:rPr lang="ja-JP" altLang="en-US" dirty="0"/>
              <a:t>部、設</a:t>
            </a:r>
            <a:r>
              <a:rPr lang="ja-JP" altLang="en-US" dirty="0">
                <a:solidFill>
                  <a:schemeClr val="tx2"/>
                </a:solidFill>
              </a:rPr>
              <a:t>計</a:t>
            </a:r>
            <a:r>
              <a:rPr lang="ja-JP" altLang="en-US" dirty="0"/>
              <a:t>管</a:t>
            </a:r>
            <a:r>
              <a:rPr lang="ja-JP" altLang="en-US" dirty="0">
                <a:solidFill>
                  <a:schemeClr val="tx2"/>
                </a:solidFill>
              </a:rPr>
              <a:t>理</a:t>
            </a:r>
            <a:r>
              <a:rPr lang="en-US" altLang="ja-JP" dirty="0"/>
              <a:t>IT</a:t>
            </a:r>
            <a:r>
              <a:rPr lang="ja-JP" altLang="en-US" dirty="0"/>
              <a:t>部）と調整・連携して</a:t>
            </a:r>
            <a:br>
              <a:rPr lang="en-US" altLang="ja-JP" dirty="0"/>
            </a:br>
            <a:r>
              <a:rPr lang="ja-JP" altLang="en-US" dirty="0"/>
              <a:t>デジカケと部品標準化の関係を整理</a:t>
            </a:r>
            <a:endParaRPr lang="en-US" altLang="ja-JP" dirty="0"/>
          </a:p>
          <a:p>
            <a:pPr lvl="2"/>
            <a:r>
              <a:rPr lang="en-US" altLang="ja-JP" dirty="0"/>
              <a:t>EP</a:t>
            </a:r>
            <a:r>
              <a:rPr lang="ja-JP" altLang="en-US" dirty="0"/>
              <a:t>本部側主担当は「部品標準化サポートシステム」を担当する部活</a:t>
            </a:r>
            <a:r>
              <a:rPr lang="en-US" altLang="ja-JP" dirty="0"/>
              <a:t>IT</a:t>
            </a:r>
            <a:r>
              <a:rPr lang="ja-JP" altLang="en-US" dirty="0"/>
              <a:t>部（舟橋</a:t>
            </a:r>
            <a:r>
              <a:rPr lang="en-US" altLang="ja-JP" dirty="0"/>
              <a:t>B</a:t>
            </a:r>
            <a:r>
              <a:rPr lang="ja-JP" altLang="en-US" dirty="0"/>
              <a:t>、櫻井</a:t>
            </a:r>
            <a:r>
              <a:rPr lang="en-US" altLang="ja-JP" dirty="0"/>
              <a:t>GM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lang="en-US" altLang="ja-JP" dirty="0"/>
              <a:t>EDC</a:t>
            </a:r>
            <a:r>
              <a:rPr lang="ja-JP" altLang="en-US" dirty="0"/>
              <a:t>へ今後の進め方（</a:t>
            </a:r>
            <a:r>
              <a:rPr lang="en-US" altLang="ja-JP" dirty="0"/>
              <a:t>+</a:t>
            </a:r>
            <a:r>
              <a:rPr lang="ja-JP" altLang="en-US" dirty="0"/>
              <a:t>システム構成）を提案</a:t>
            </a:r>
            <a:endParaRPr lang="en-US" altLang="ja-JP" dirty="0"/>
          </a:p>
          <a:p>
            <a:r>
              <a:rPr kumimoji="1" lang="ja-JP" altLang="en-US" dirty="0"/>
              <a:t>現状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EDC</a:t>
            </a:r>
            <a:r>
              <a:rPr kumimoji="1" lang="ja-JP" altLang="en-US" dirty="0"/>
              <a:t>は</a:t>
            </a:r>
            <a:r>
              <a:rPr kumimoji="1" lang="en-US" altLang="ja-JP" dirty="0"/>
              <a:t>TS</a:t>
            </a:r>
            <a:r>
              <a:rPr kumimoji="1" lang="ja-JP" altLang="en-US" dirty="0"/>
              <a:t>案を受領。</a:t>
            </a:r>
            <a:endParaRPr kumimoji="1" lang="en-US" altLang="ja-JP" dirty="0"/>
          </a:p>
          <a:p>
            <a:pPr lvl="1"/>
            <a:r>
              <a:rPr lang="en-US" altLang="ja-JP" dirty="0"/>
              <a:t>EDC</a:t>
            </a:r>
            <a:r>
              <a:rPr lang="ja-JP" altLang="en-US" dirty="0"/>
              <a:t>から、ユーザー代表となる設計分野事務局へ内容を説明し、判断する予定。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5571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タイトル 17">
            <a:extLst>
              <a:ext uri="{FF2B5EF4-FFF2-40B4-BE49-F238E27FC236}">
                <a16:creationId xmlns:a16="http://schemas.microsoft.com/office/drawing/2014/main" id="{B11A2A80-07D2-3654-9B94-5B8BDE0D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調整サマリー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85013AF3-3318-5EB5-D884-0D0B5E1140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3574949"/>
              </p:ext>
            </p:extLst>
          </p:nvPr>
        </p:nvGraphicFramePr>
        <p:xfrm>
          <a:off x="844550" y="860425"/>
          <a:ext cx="10499186" cy="5383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174">
                  <a:extLst>
                    <a:ext uri="{9D8B030D-6E8A-4147-A177-3AD203B41FA5}">
                      <a16:colId xmlns:a16="http://schemas.microsoft.com/office/drawing/2014/main" val="1516027586"/>
                    </a:ext>
                  </a:extLst>
                </a:gridCol>
                <a:gridCol w="781174">
                  <a:extLst>
                    <a:ext uri="{9D8B030D-6E8A-4147-A177-3AD203B41FA5}">
                      <a16:colId xmlns:a16="http://schemas.microsoft.com/office/drawing/2014/main" val="2306446490"/>
                    </a:ext>
                  </a:extLst>
                </a:gridCol>
                <a:gridCol w="781174">
                  <a:extLst>
                    <a:ext uri="{9D8B030D-6E8A-4147-A177-3AD203B41FA5}">
                      <a16:colId xmlns:a16="http://schemas.microsoft.com/office/drawing/2014/main" val="3219841325"/>
                    </a:ext>
                  </a:extLst>
                </a:gridCol>
                <a:gridCol w="781174">
                  <a:extLst>
                    <a:ext uri="{9D8B030D-6E8A-4147-A177-3AD203B41FA5}">
                      <a16:colId xmlns:a16="http://schemas.microsoft.com/office/drawing/2014/main" val="3249096923"/>
                    </a:ext>
                  </a:extLst>
                </a:gridCol>
                <a:gridCol w="7374490">
                  <a:extLst>
                    <a:ext uri="{9D8B030D-6E8A-4147-A177-3AD203B41FA5}">
                      <a16:colId xmlns:a16="http://schemas.microsoft.com/office/drawing/2014/main" val="106982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1400" b="1" dirty="0">
                          <a:solidFill>
                            <a:schemeClr val="tx2"/>
                          </a:solidFill>
                        </a:rPr>
                        <a:t>日付</a:t>
                      </a:r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1" dirty="0">
                          <a:solidFill>
                            <a:schemeClr val="tx2"/>
                          </a:solidFill>
                        </a:rPr>
                        <a:t>EDC</a:t>
                      </a:r>
                      <a:endParaRPr kumimoji="1" lang="ja-JP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1400" b="1" dirty="0">
                          <a:solidFill>
                            <a:schemeClr val="tx2"/>
                          </a:solidFill>
                        </a:rPr>
                        <a:t>電技部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1" dirty="0">
                          <a:solidFill>
                            <a:schemeClr val="tx2"/>
                          </a:solidFill>
                        </a:rPr>
                        <a:t>EP</a:t>
                      </a:r>
                      <a:r>
                        <a:rPr kumimoji="1" lang="ja-JP" altLang="en-US" sz="1400" b="1" dirty="0">
                          <a:solidFill>
                            <a:schemeClr val="tx2"/>
                          </a:solidFill>
                        </a:rPr>
                        <a:t>本部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ja-JP" altLang="en-US" sz="1400" b="1" dirty="0">
                          <a:solidFill>
                            <a:schemeClr val="tx2"/>
                          </a:solidFill>
                        </a:rPr>
                        <a:t>内容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608073"/>
                  </a:ext>
                </a:extLst>
              </a:tr>
              <a:tr h="7134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12/3</a:t>
                      </a:r>
                      <a:endParaRPr kumimoji="1" lang="ja-JP" altLang="en-US" sz="1400" b="1" dirty="0"/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ja-JP" altLang="en-US" sz="1400" b="0" dirty="0"/>
                        <a:t>もともと担当していた</a:t>
                      </a:r>
                      <a:r>
                        <a:rPr kumimoji="1" lang="en-US" altLang="ja-JP" sz="1400" b="0" dirty="0"/>
                        <a:t>EP</a:t>
                      </a:r>
                      <a:r>
                        <a:rPr kumimoji="1" lang="ja-JP" altLang="en-US" sz="1400" b="0" dirty="0"/>
                        <a:t>本部へ部品標準化範囲の進め方を相談。</a:t>
                      </a:r>
                      <a:r>
                        <a:rPr kumimoji="1" lang="ja-JP" altLang="en-US" sz="1400" b="1" dirty="0"/>
                        <a:t>基幹</a:t>
                      </a:r>
                      <a:r>
                        <a:rPr kumimoji="1" lang="en-US" altLang="ja-JP" sz="1400" b="1" dirty="0"/>
                        <a:t>SYS</a:t>
                      </a:r>
                      <a:r>
                        <a:rPr kumimoji="1" lang="ja-JP" altLang="en-US" sz="1400" b="1" dirty="0"/>
                        <a:t>にタッチする硬い部分は</a:t>
                      </a:r>
                      <a:r>
                        <a:rPr kumimoji="1" lang="en-US" altLang="ja-JP" sz="1400" b="1" dirty="0"/>
                        <a:t>EP</a:t>
                      </a:r>
                      <a:r>
                        <a:rPr kumimoji="1" lang="ja-JP" altLang="en-US" sz="1400" b="1" dirty="0"/>
                        <a:t>本部、設計に寄り添う部分は電技部</a:t>
                      </a:r>
                      <a:r>
                        <a:rPr kumimoji="1" lang="ja-JP" altLang="en-US" sz="1400" b="0" dirty="0"/>
                        <a:t>と、役割分担を認識合わせ。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047507"/>
                  </a:ext>
                </a:extLst>
              </a:tr>
              <a:tr h="7134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12/17</a:t>
                      </a:r>
                      <a:endParaRPr kumimoji="1" lang="ja-JP" altLang="en-US" sz="1400" b="1" dirty="0"/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EDC</a:t>
                      </a:r>
                      <a:r>
                        <a:rPr kumimoji="1" lang="ja-JP" altLang="en-US" sz="1400" b="0" dirty="0"/>
                        <a:t>へ</a:t>
                      </a:r>
                      <a:r>
                        <a:rPr kumimoji="1" lang="en-US" altLang="ja-JP" sz="1400" b="0" dirty="0"/>
                        <a:t>TS</a:t>
                      </a:r>
                      <a:r>
                        <a:rPr kumimoji="1" lang="ja-JP" altLang="en-US" sz="1400" b="0" dirty="0"/>
                        <a:t>内の分担等を共有。</a:t>
                      </a:r>
                      <a:r>
                        <a:rPr kumimoji="1" lang="en-US" altLang="ja-JP" sz="1400" b="0" dirty="0"/>
                        <a:t>EDC</a:t>
                      </a:r>
                      <a:r>
                        <a:rPr kumimoji="1" lang="ja-JP" altLang="en-US" sz="1400" b="0" dirty="0"/>
                        <a:t>からは起案を進めるためシステム化の提案を要求。</a:t>
                      </a:r>
                      <a:br>
                        <a:rPr kumimoji="1" lang="en-US" altLang="ja-JP" sz="1400" b="0" dirty="0"/>
                      </a:br>
                      <a:r>
                        <a:rPr kumimoji="1" lang="ja-JP" altLang="en-US" sz="1400" b="1" dirty="0"/>
                        <a:t>具体的なシステム化案は</a:t>
                      </a:r>
                      <a:r>
                        <a:rPr kumimoji="1" lang="en-US" altLang="ja-JP" sz="1400" b="1" dirty="0"/>
                        <a:t>EP</a:t>
                      </a:r>
                      <a:r>
                        <a:rPr kumimoji="1" lang="ja-JP" altLang="en-US" sz="1400" b="1" dirty="0"/>
                        <a:t>本部にて持ち帰り検討すると回答</a:t>
                      </a:r>
                      <a:r>
                        <a:rPr kumimoji="1" lang="ja-JP" altLang="en-US" sz="1400" b="0" dirty="0"/>
                        <a:t>。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018582"/>
                  </a:ext>
                </a:extLst>
              </a:tr>
              <a:tr h="7134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 2/14</a:t>
                      </a:r>
                      <a:endParaRPr kumimoji="1" lang="ja-JP" altLang="en-US" sz="1400" b="1" dirty="0"/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EP</a:t>
                      </a:r>
                      <a:r>
                        <a:rPr kumimoji="1" lang="ja-JP" altLang="en-US" sz="1400" b="1" dirty="0"/>
                        <a:t>本部からシステム化案の共有</a:t>
                      </a:r>
                      <a:r>
                        <a:rPr kumimoji="1" lang="ja-JP" altLang="en-US" sz="1400" b="0" dirty="0"/>
                        <a:t>あり。</a:t>
                      </a:r>
                      <a:r>
                        <a:rPr kumimoji="1" lang="en-US" altLang="ja-JP" sz="1400" b="0" dirty="0"/>
                        <a:t>EDC</a:t>
                      </a:r>
                      <a:r>
                        <a:rPr kumimoji="1" lang="ja-JP" altLang="en-US" sz="1400" b="0" dirty="0"/>
                        <a:t>に恣意的な解釈をされかねない表現などあり、</a:t>
                      </a:r>
                      <a:r>
                        <a:rPr kumimoji="1" lang="en-US" altLang="ja-JP" sz="1400" b="1" dirty="0"/>
                        <a:t>TS</a:t>
                      </a:r>
                      <a:r>
                        <a:rPr kumimoji="1" lang="ja-JP" altLang="en-US" sz="1400" b="1" dirty="0"/>
                        <a:t>内でも認識齟齬の懸念があるため、部長間ですり合わせを予定</a:t>
                      </a:r>
                      <a:r>
                        <a:rPr kumimoji="1" lang="ja-JP" altLang="en-US" sz="1400" b="0" dirty="0"/>
                        <a:t>。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055970"/>
                  </a:ext>
                </a:extLst>
              </a:tr>
              <a:tr h="7134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 2/20</a:t>
                      </a:r>
                      <a:endParaRPr kumimoji="1" lang="ja-JP" altLang="en-US" sz="1400" b="1" dirty="0"/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EDC</a:t>
                      </a:r>
                      <a:r>
                        <a:rPr kumimoji="1" lang="ja-JP" altLang="en-US" sz="1400" b="0" dirty="0"/>
                        <a:t>へ検討状況を報告。</a:t>
                      </a:r>
                      <a:r>
                        <a:rPr kumimoji="1" lang="en-US" altLang="ja-JP" sz="1400" b="0" dirty="0"/>
                        <a:t>TS</a:t>
                      </a:r>
                      <a:r>
                        <a:rPr kumimoji="1" lang="ja-JP" altLang="en-US" sz="1400" b="0" dirty="0"/>
                        <a:t>内でしっかり握るようご意見いただいた。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07357"/>
                  </a:ext>
                </a:extLst>
              </a:tr>
              <a:tr h="7134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 2/25</a:t>
                      </a:r>
                      <a:endParaRPr kumimoji="1" lang="ja-JP" altLang="en-US" sz="1400" b="1" dirty="0"/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kumimoji="1" lang="ja-JP" altLang="en-US" sz="1400" b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ja-JP" altLang="en-US" sz="1400" b="0" dirty="0"/>
                        <a:t>システムの役割と界面を電技部から説明し、</a:t>
                      </a:r>
                      <a:r>
                        <a:rPr kumimoji="1" lang="ja-JP" altLang="en-US" sz="1400" b="1" dirty="0"/>
                        <a:t>共通認識を持てた</a:t>
                      </a:r>
                      <a:r>
                        <a:rPr kumimoji="1" lang="ja-JP" altLang="en-US" sz="1400" b="0" dirty="0"/>
                        <a:t>。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760090"/>
                  </a:ext>
                </a:extLst>
              </a:tr>
              <a:tr h="7134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 3/10</a:t>
                      </a:r>
                      <a:endParaRPr kumimoji="1" lang="ja-JP" altLang="en-US" sz="1400" b="1" dirty="0"/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ja-JP" altLang="en-US" sz="1400" b="1" dirty="0"/>
                        <a:t>対応案申し入れ</a:t>
                      </a:r>
                      <a:r>
                        <a:rPr kumimoji="1" lang="ja-JP" altLang="en-US" sz="1400" b="0" dirty="0"/>
                        <a:t>。</a:t>
                      </a:r>
                      <a:r>
                        <a:rPr kumimoji="1" lang="en-US" altLang="ja-JP" sz="1400" b="0" dirty="0"/>
                        <a:t>EDC</a:t>
                      </a:r>
                      <a:r>
                        <a:rPr kumimoji="1" lang="ja-JP" altLang="en-US" sz="1400" b="0" dirty="0"/>
                        <a:t>から分野事務局（ユーザー代表）へ説明する必要があるため</a:t>
                      </a:r>
                      <a:br>
                        <a:rPr kumimoji="1" lang="en-US" altLang="ja-JP" sz="1400" b="0" dirty="0"/>
                      </a:br>
                      <a:r>
                        <a:rPr kumimoji="1" lang="ja-JP" altLang="en-US" sz="1400" b="1" dirty="0"/>
                        <a:t>メリデメを明確にしてほしい</a:t>
                      </a:r>
                      <a:r>
                        <a:rPr kumimoji="1" lang="ja-JP" altLang="en-US" sz="1400" b="0" dirty="0"/>
                        <a:t>とリクエスト。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709172"/>
                  </a:ext>
                </a:extLst>
              </a:tr>
              <a:tr h="7134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400" b="1" dirty="0"/>
                        <a:t> 3/14</a:t>
                      </a:r>
                      <a:endParaRPr kumimoji="1" lang="ja-JP" altLang="en-US" sz="1400" b="1" dirty="0"/>
                    </a:p>
                  </a:txBody>
                  <a:tcPr marT="72000" marB="72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kumimoji="1" lang="en-US" altLang="ja-JP" sz="1400" b="0" dirty="0"/>
                        <a:t>1</a:t>
                      </a:r>
                      <a:endParaRPr kumimoji="1" lang="ja-JP" altLang="en-US" sz="1400" b="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ja-JP" altLang="en-US" sz="1400" b="0" dirty="0"/>
                        <a:t>対応案に至った理由とメリデメを整理し説明。</a:t>
                      </a:r>
                      <a:r>
                        <a:rPr kumimoji="1" lang="en-US" altLang="ja-JP" sz="1400" b="1" dirty="0"/>
                        <a:t>EDC</a:t>
                      </a:r>
                      <a:r>
                        <a:rPr kumimoji="1" lang="ja-JP" altLang="en-US" sz="1400" b="1" dirty="0"/>
                        <a:t>が</a:t>
                      </a:r>
                      <a:r>
                        <a:rPr kumimoji="1" lang="en-US" altLang="ja-JP" sz="1400" b="1" dirty="0"/>
                        <a:t>TS</a:t>
                      </a:r>
                      <a:r>
                        <a:rPr kumimoji="1" lang="ja-JP" altLang="en-US" sz="1400" b="1" dirty="0"/>
                        <a:t>案を受領</a:t>
                      </a:r>
                      <a:r>
                        <a:rPr kumimoji="1" lang="ja-JP" altLang="en-US" sz="1400" b="0" dirty="0"/>
                        <a:t>。（持ち帰り、ユーザー代表となる設計分野事務局へ内容を説明し、判断）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33570"/>
                  </a:ext>
                </a:extLst>
              </a:tr>
            </a:tbl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405CA97-9CE5-539C-D582-F2A249DF0C32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3042702" y="1596839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EBBAD4C3-3A4B-9D24-555F-B00E7000F831}"/>
              </a:ext>
            </a:extLst>
          </p:cNvPr>
          <p:cNvSpPr/>
          <p:nvPr/>
        </p:nvSpPr>
        <p:spPr>
          <a:xfrm>
            <a:off x="2563276" y="1480127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ja-JP" altLang="en-US" sz="1200" dirty="0"/>
              <a:t>部長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017764B9-130A-D6FD-6955-429550C64762}"/>
              </a:ext>
            </a:extLst>
          </p:cNvPr>
          <p:cNvSpPr/>
          <p:nvPr/>
        </p:nvSpPr>
        <p:spPr>
          <a:xfrm>
            <a:off x="3347347" y="1480127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ja-JP" altLang="en-US" sz="1200" dirty="0"/>
              <a:t>部長</a:t>
            </a: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0A00375-30E3-1491-A092-054A62389804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3042702" y="2317079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CCA2AD6E-4C32-6015-6561-7DED69DC1D8A}"/>
              </a:ext>
            </a:extLst>
          </p:cNvPr>
          <p:cNvSpPr/>
          <p:nvPr/>
        </p:nvSpPr>
        <p:spPr>
          <a:xfrm>
            <a:off x="2563276" y="2200367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BC31866A-4794-FCD1-AB51-7BBB7B200B6C}"/>
              </a:ext>
            </a:extLst>
          </p:cNvPr>
          <p:cNvSpPr/>
          <p:nvPr/>
        </p:nvSpPr>
        <p:spPr>
          <a:xfrm>
            <a:off x="3347347" y="2200367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D65C8860-9231-A80C-0422-CAFE4437EE4B}"/>
              </a:ext>
            </a:extLst>
          </p:cNvPr>
          <p:cNvSpPr/>
          <p:nvPr/>
        </p:nvSpPr>
        <p:spPr>
          <a:xfrm>
            <a:off x="1779205" y="2200367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3CF6B075-F2BD-094A-7C59-3826E77CB1B1}"/>
              </a:ext>
            </a:extLst>
          </p:cNvPr>
          <p:cNvCxnSpPr>
            <a:cxnSpLocks/>
            <a:stCxn id="56" idx="3"/>
            <a:endCxn id="53" idx="1"/>
          </p:cNvCxnSpPr>
          <p:nvPr/>
        </p:nvCxnSpPr>
        <p:spPr>
          <a:xfrm>
            <a:off x="2258631" y="2317079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12A7510F-E87E-5CFD-4B69-01F6DBAB099C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042702" y="3037318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85F562DE-D905-A3AD-6025-A0632207A6A1}"/>
              </a:ext>
            </a:extLst>
          </p:cNvPr>
          <p:cNvSpPr/>
          <p:nvPr/>
        </p:nvSpPr>
        <p:spPr>
          <a:xfrm>
            <a:off x="2563276" y="2920606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A7F11DFF-2AA4-1A9C-5117-471FE943C963}"/>
              </a:ext>
            </a:extLst>
          </p:cNvPr>
          <p:cNvSpPr/>
          <p:nvPr/>
        </p:nvSpPr>
        <p:spPr>
          <a:xfrm>
            <a:off x="3347347" y="2920606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61F0D7A7-651A-257C-782C-0389000494E3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3042702" y="3757556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BE3F6500-2850-7287-E82A-3B2BC09A4285}"/>
              </a:ext>
            </a:extLst>
          </p:cNvPr>
          <p:cNvSpPr/>
          <p:nvPr/>
        </p:nvSpPr>
        <p:spPr>
          <a:xfrm>
            <a:off x="2563276" y="3640844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C05F3FF3-3D9D-EFED-0270-43E6BF24678F}"/>
              </a:ext>
            </a:extLst>
          </p:cNvPr>
          <p:cNvSpPr/>
          <p:nvPr/>
        </p:nvSpPr>
        <p:spPr>
          <a:xfrm>
            <a:off x="3347347" y="3640844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B606CE9B-B70C-6722-E81E-7D916E551E0D}"/>
              </a:ext>
            </a:extLst>
          </p:cNvPr>
          <p:cNvSpPr/>
          <p:nvPr/>
        </p:nvSpPr>
        <p:spPr>
          <a:xfrm>
            <a:off x="1779205" y="3640844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C2D750C2-03BC-1122-39C7-4D9D89DEE9C7}"/>
              </a:ext>
            </a:extLst>
          </p:cNvPr>
          <p:cNvCxnSpPr>
            <a:cxnSpLocks/>
            <a:stCxn id="68" idx="3"/>
            <a:endCxn id="66" idx="1"/>
          </p:cNvCxnSpPr>
          <p:nvPr/>
        </p:nvCxnSpPr>
        <p:spPr>
          <a:xfrm>
            <a:off x="2258631" y="3757556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D7689C72-8DA4-758A-21F7-114B18DEFD31}"/>
              </a:ext>
            </a:extLst>
          </p:cNvPr>
          <p:cNvCxnSpPr>
            <a:cxnSpLocks/>
            <a:stCxn id="71" idx="3"/>
            <a:endCxn id="72" idx="1"/>
          </p:cNvCxnSpPr>
          <p:nvPr/>
        </p:nvCxnSpPr>
        <p:spPr>
          <a:xfrm>
            <a:off x="3042702" y="4456407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10BB86C0-B9E0-F304-0D99-DB7E6853BD9B}"/>
              </a:ext>
            </a:extLst>
          </p:cNvPr>
          <p:cNvSpPr/>
          <p:nvPr/>
        </p:nvSpPr>
        <p:spPr>
          <a:xfrm>
            <a:off x="2563276" y="4339695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ja-JP" altLang="en-US" sz="1200" dirty="0"/>
              <a:t>部長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1A224FE1-1B94-25AF-F154-0821AE10FF3D}"/>
              </a:ext>
            </a:extLst>
          </p:cNvPr>
          <p:cNvSpPr/>
          <p:nvPr/>
        </p:nvSpPr>
        <p:spPr>
          <a:xfrm>
            <a:off x="3347347" y="4339695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ja-JP" altLang="en-US" sz="1200" dirty="0"/>
              <a:t>部長</a:t>
            </a: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082A8634-C298-34DF-BAA5-A45A0E473A19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>
            <a:off x="3042702" y="5174494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516F15EC-7B24-977F-116B-EF8C9EC881FD}"/>
              </a:ext>
            </a:extLst>
          </p:cNvPr>
          <p:cNvSpPr/>
          <p:nvPr/>
        </p:nvSpPr>
        <p:spPr>
          <a:xfrm>
            <a:off x="2563276" y="5057782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D183DB8D-6BD6-B99A-26CA-8E2603CD75DD}"/>
              </a:ext>
            </a:extLst>
          </p:cNvPr>
          <p:cNvSpPr/>
          <p:nvPr/>
        </p:nvSpPr>
        <p:spPr>
          <a:xfrm>
            <a:off x="3347347" y="5057782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D427C7E7-2BBE-992D-B5BE-EAC74E6A64BE}"/>
              </a:ext>
            </a:extLst>
          </p:cNvPr>
          <p:cNvSpPr/>
          <p:nvPr/>
        </p:nvSpPr>
        <p:spPr>
          <a:xfrm>
            <a:off x="1779205" y="5057782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7CCAD12-494E-2154-E647-75C808E3F8C9}"/>
              </a:ext>
            </a:extLst>
          </p:cNvPr>
          <p:cNvCxnSpPr>
            <a:cxnSpLocks/>
            <a:stCxn id="76" idx="3"/>
            <a:endCxn id="74" idx="1"/>
          </p:cNvCxnSpPr>
          <p:nvPr/>
        </p:nvCxnSpPr>
        <p:spPr>
          <a:xfrm>
            <a:off x="2258631" y="5174494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5DED51BC-6D5B-380E-DE28-DEE89CE6B91E}"/>
              </a:ext>
            </a:extLst>
          </p:cNvPr>
          <p:cNvCxnSpPr>
            <a:cxnSpLocks/>
            <a:stCxn id="82" idx="3"/>
            <a:endCxn id="83" idx="1"/>
          </p:cNvCxnSpPr>
          <p:nvPr/>
        </p:nvCxnSpPr>
        <p:spPr>
          <a:xfrm>
            <a:off x="3042702" y="5873344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四角形: 角を丸くする 81">
            <a:extLst>
              <a:ext uri="{FF2B5EF4-FFF2-40B4-BE49-F238E27FC236}">
                <a16:creationId xmlns:a16="http://schemas.microsoft.com/office/drawing/2014/main" id="{7D9D8C95-B00E-4087-D373-6C7A8CD94844}"/>
              </a:ext>
            </a:extLst>
          </p:cNvPr>
          <p:cNvSpPr/>
          <p:nvPr/>
        </p:nvSpPr>
        <p:spPr>
          <a:xfrm>
            <a:off x="2563276" y="5756632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F7BFEF80-4D20-0A1D-D8E3-A94B378530B2}"/>
              </a:ext>
            </a:extLst>
          </p:cNvPr>
          <p:cNvSpPr/>
          <p:nvPr/>
        </p:nvSpPr>
        <p:spPr>
          <a:xfrm>
            <a:off x="3347347" y="5756632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sp>
        <p:nvSpPr>
          <p:cNvPr id="84" name="四角形: 角を丸くする 83">
            <a:extLst>
              <a:ext uri="{FF2B5EF4-FFF2-40B4-BE49-F238E27FC236}">
                <a16:creationId xmlns:a16="http://schemas.microsoft.com/office/drawing/2014/main" id="{8949BE46-B157-13C4-CAAE-C6889DA977D8}"/>
              </a:ext>
            </a:extLst>
          </p:cNvPr>
          <p:cNvSpPr/>
          <p:nvPr/>
        </p:nvSpPr>
        <p:spPr>
          <a:xfrm>
            <a:off x="1779205" y="5756632"/>
            <a:ext cx="479426" cy="23342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/>
            <a:r>
              <a:rPr kumimoji="1" lang="en-US" altLang="ja-JP" sz="1200" dirty="0"/>
              <a:t>GM</a:t>
            </a:r>
            <a:endParaRPr kumimoji="1" lang="ja-JP" altLang="en-US" sz="1200" dirty="0"/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D50323C4-92BD-463C-BA37-1183D7E3111C}"/>
              </a:ext>
            </a:extLst>
          </p:cNvPr>
          <p:cNvCxnSpPr>
            <a:cxnSpLocks/>
            <a:stCxn id="84" idx="3"/>
            <a:endCxn id="82" idx="1"/>
          </p:cNvCxnSpPr>
          <p:nvPr/>
        </p:nvCxnSpPr>
        <p:spPr>
          <a:xfrm>
            <a:off x="2258631" y="5873344"/>
            <a:ext cx="30464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3BB33DFD-E9D0-599E-FEC2-81F086681C6E}"/>
              </a:ext>
            </a:extLst>
          </p:cNvPr>
          <p:cNvSpPr/>
          <p:nvPr/>
        </p:nvSpPr>
        <p:spPr>
          <a:xfrm>
            <a:off x="10913748" y="3119369"/>
            <a:ext cx="341760" cy="208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18000" rtlCol="0" anchor="ctr">
            <a:spAutoFit/>
          </a:bodyPr>
          <a:lstStyle/>
          <a:p>
            <a:pPr algn="r"/>
            <a:r>
              <a:rPr kumimoji="1" lang="en-US" altLang="ja-JP" sz="1000" dirty="0"/>
              <a:t>P6</a:t>
            </a:r>
            <a:endParaRPr kumimoji="1" lang="ja-JP" altLang="en-US" sz="1000" dirty="0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A39385CD-FA08-5C3C-D439-4E029F4F1801}"/>
              </a:ext>
            </a:extLst>
          </p:cNvPr>
          <p:cNvSpPr/>
          <p:nvPr/>
        </p:nvSpPr>
        <p:spPr>
          <a:xfrm>
            <a:off x="10913747" y="4544889"/>
            <a:ext cx="341761" cy="208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18000" rtlCol="0" anchor="ctr">
            <a:spAutoFit/>
          </a:bodyPr>
          <a:lstStyle/>
          <a:p>
            <a:pPr algn="r"/>
            <a:r>
              <a:rPr kumimoji="1" lang="en-US" altLang="ja-JP" sz="1000" dirty="0"/>
              <a:t>P7</a:t>
            </a:r>
            <a:endParaRPr kumimoji="1" lang="ja-JP" altLang="en-US" sz="1000" dirty="0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9E6505D9-01D3-EF46-18B4-64BB77E5A942}"/>
              </a:ext>
            </a:extLst>
          </p:cNvPr>
          <p:cNvSpPr/>
          <p:nvPr/>
        </p:nvSpPr>
        <p:spPr>
          <a:xfrm>
            <a:off x="10913747" y="5959393"/>
            <a:ext cx="341761" cy="208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18000" rtlCol="0" anchor="ctr">
            <a:spAutoFit/>
          </a:bodyPr>
          <a:lstStyle/>
          <a:p>
            <a:pPr algn="r"/>
            <a:r>
              <a:rPr kumimoji="1" lang="en-US" altLang="ja-JP" sz="1000" dirty="0"/>
              <a:t>P8</a:t>
            </a:r>
            <a:endParaRPr kumimoji="1"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1692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F3390-066C-C525-DB85-DB7F3F2C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2/14 TS</a:t>
            </a:r>
            <a:r>
              <a:rPr kumimoji="1" lang="ja-JP" altLang="en-US" dirty="0"/>
              <a:t>内部長間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674C68-A344-E09E-9A6C-B425A924E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793" y="859899"/>
            <a:ext cx="5172819" cy="5353329"/>
          </a:xfrm>
        </p:spPr>
        <p:txBody>
          <a:bodyPr rIns="0" anchor="ctr"/>
          <a:lstStyle/>
          <a:p>
            <a:pPr lvl="1"/>
            <a:r>
              <a:rPr lang="ja-JP" altLang="en-US" dirty="0"/>
              <a:t>当初の想定通り、硬い部分を</a:t>
            </a:r>
            <a:r>
              <a:rPr lang="en-US" altLang="ja-JP" dirty="0"/>
              <a:t>EP</a:t>
            </a:r>
            <a:r>
              <a:rPr lang="ja-JP" altLang="en-US" dirty="0"/>
              <a:t>本部側で</a:t>
            </a:r>
            <a:br>
              <a:rPr lang="en-US" altLang="ja-JP" dirty="0"/>
            </a:br>
            <a:r>
              <a:rPr lang="ja-JP" altLang="en-US" dirty="0"/>
              <a:t>受け持つという大枠の部分が</a:t>
            </a:r>
            <a:br>
              <a:rPr lang="en-US" altLang="ja-JP" dirty="0"/>
            </a:br>
            <a:r>
              <a:rPr lang="ja-JP" altLang="en-US" dirty="0"/>
              <a:t>描かれていると考え、疑問を抱かず</a:t>
            </a:r>
            <a:endParaRPr lang="en-US" altLang="ja-JP" dirty="0"/>
          </a:p>
          <a:p>
            <a:pPr lvl="2"/>
            <a:r>
              <a:rPr kumimoji="1" lang="ja-JP" altLang="en-US" dirty="0"/>
              <a:t>文言等、気になる部分はあったが、部品標準化目線で描かれたイメージなら、そういう表現になっても不思議でもないと考えた</a:t>
            </a:r>
            <a:endParaRPr kumimoji="1" lang="en-US" altLang="ja-JP" dirty="0"/>
          </a:p>
          <a:p>
            <a:pPr lvl="1"/>
            <a:r>
              <a:rPr lang="ja-JP" altLang="en-US" dirty="0"/>
              <a:t>あまり気にしていなかった部分に対し</a:t>
            </a:r>
            <a:br>
              <a:rPr lang="en-US" altLang="ja-JP" dirty="0"/>
            </a:br>
            <a:r>
              <a:rPr lang="ja-JP" altLang="en-US" dirty="0"/>
              <a:t>部長・</a:t>
            </a:r>
            <a:r>
              <a:rPr lang="en-US" altLang="ja-JP" dirty="0"/>
              <a:t>GM</a:t>
            </a:r>
            <a:r>
              <a:rPr lang="ja-JP" altLang="en-US" dirty="0"/>
              <a:t>から指摘を受け、リスクと認識</a:t>
            </a:r>
            <a:endParaRPr lang="en-US" altLang="ja-JP" dirty="0"/>
          </a:p>
          <a:p>
            <a:pPr lvl="2"/>
            <a:r>
              <a:rPr kumimoji="1" lang="ja-JP" altLang="en-US" dirty="0"/>
              <a:t>恣意的な解釈をされかねない文言</a:t>
            </a:r>
          </a:p>
          <a:p>
            <a:pPr lvl="2"/>
            <a:r>
              <a:rPr kumimoji="1" lang="ja-JP" altLang="en-US" dirty="0"/>
              <a:t>デジカケの役割や界面が不明確で</a:t>
            </a:r>
            <a:br>
              <a:rPr kumimoji="1" lang="en-US" altLang="ja-JP" dirty="0"/>
            </a:br>
            <a:r>
              <a:rPr lang="ja-JP" altLang="en-US" dirty="0"/>
              <a:t>双方</a:t>
            </a:r>
            <a:r>
              <a:rPr kumimoji="1" lang="ja-JP" altLang="en-US" dirty="0"/>
              <a:t>の認識が合っていない可能性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E4A9BDD-5C9E-5FE4-5080-D229B3E17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3" y="1889022"/>
            <a:ext cx="6657778" cy="37400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E51F88A6-98CF-933A-90F8-AA96418F8C2C}"/>
              </a:ext>
            </a:extLst>
          </p:cNvPr>
          <p:cNvSpPr txBox="1">
            <a:spLocks/>
          </p:cNvSpPr>
          <p:nvPr/>
        </p:nvSpPr>
        <p:spPr>
          <a:xfrm>
            <a:off x="845127" y="859899"/>
            <a:ext cx="10515600" cy="4693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2400"/>
              </a:spcBef>
              <a:buFont typeface="メイリオ" panose="020B0604030504040204" pitchFamily="50" charset="-128"/>
              <a:buNone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1200"/>
              </a:spcBef>
              <a:buFont typeface="メイリオ" panose="020B0604030504040204" pitchFamily="50" charset="-128"/>
              <a:buChar char="•"/>
              <a:defRPr kumimoji="1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•"/>
              <a:defRPr kumimoji="1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EP</a:t>
            </a:r>
            <a:r>
              <a:rPr lang="ja-JP" altLang="en-US" dirty="0"/>
              <a:t>本部からシステム化案の共有</a:t>
            </a: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3409457B-A434-0140-026F-FE935B56F1B1}"/>
              </a:ext>
            </a:extLst>
          </p:cNvPr>
          <p:cNvSpPr/>
          <p:nvPr/>
        </p:nvSpPr>
        <p:spPr>
          <a:xfrm>
            <a:off x="418454" y="2393906"/>
            <a:ext cx="6486041" cy="3171821"/>
          </a:xfrm>
          <a:custGeom>
            <a:avLst/>
            <a:gdLst>
              <a:gd name="connsiteX0" fmla="*/ 0 w 6486041"/>
              <a:gd name="connsiteY0" fmla="*/ 0 h 3119035"/>
              <a:gd name="connsiteX1" fmla="*/ 2022529 w 6486041"/>
              <a:gd name="connsiteY1" fmla="*/ 0 h 3119035"/>
              <a:gd name="connsiteX2" fmla="*/ 2022529 w 6486041"/>
              <a:gd name="connsiteY2" fmla="*/ 908455 h 3119035"/>
              <a:gd name="connsiteX3" fmla="*/ 4316508 w 6486041"/>
              <a:gd name="connsiteY3" fmla="*/ 908455 h 3119035"/>
              <a:gd name="connsiteX4" fmla="*/ 4316508 w 6486041"/>
              <a:gd name="connsiteY4" fmla="*/ 654804 h 3119035"/>
              <a:gd name="connsiteX5" fmla="*/ 6486041 w 6486041"/>
              <a:gd name="connsiteY5" fmla="*/ 654804 h 3119035"/>
              <a:gd name="connsiteX6" fmla="*/ 6486041 w 6486041"/>
              <a:gd name="connsiteY6" fmla="*/ 3119035 h 3119035"/>
              <a:gd name="connsiteX7" fmla="*/ 4959304 w 6486041"/>
              <a:gd name="connsiteY7" fmla="*/ 3119035 h 3119035"/>
              <a:gd name="connsiteX8" fmla="*/ 4316508 w 6486041"/>
              <a:gd name="connsiteY8" fmla="*/ 3119035 h 3119035"/>
              <a:gd name="connsiteX9" fmla="*/ 2022529 w 6486041"/>
              <a:gd name="connsiteY9" fmla="*/ 3119035 h 3119035"/>
              <a:gd name="connsiteX10" fmla="*/ 1654789 w 6486041"/>
              <a:gd name="connsiteY10" fmla="*/ 3119035 h 3119035"/>
              <a:gd name="connsiteX11" fmla="*/ 0 w 6486041"/>
              <a:gd name="connsiteY11" fmla="*/ 3119035 h 311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86041" h="3119035">
                <a:moveTo>
                  <a:pt x="0" y="0"/>
                </a:moveTo>
                <a:lnTo>
                  <a:pt x="2022529" y="0"/>
                </a:lnTo>
                <a:lnTo>
                  <a:pt x="2022529" y="908455"/>
                </a:lnTo>
                <a:lnTo>
                  <a:pt x="4316508" y="908455"/>
                </a:lnTo>
                <a:lnTo>
                  <a:pt x="4316508" y="654804"/>
                </a:lnTo>
                <a:lnTo>
                  <a:pt x="6486041" y="654804"/>
                </a:lnTo>
                <a:lnTo>
                  <a:pt x="6486041" y="3119035"/>
                </a:lnTo>
                <a:lnTo>
                  <a:pt x="4959304" y="3119035"/>
                </a:lnTo>
                <a:lnTo>
                  <a:pt x="4316508" y="3119035"/>
                </a:lnTo>
                <a:lnTo>
                  <a:pt x="2022529" y="3119035"/>
                </a:lnTo>
                <a:lnTo>
                  <a:pt x="1654789" y="3119035"/>
                </a:lnTo>
                <a:lnTo>
                  <a:pt x="0" y="3119035"/>
                </a:lnTo>
                <a:close/>
              </a:path>
            </a:pathLst>
          </a:custGeom>
          <a:solidFill>
            <a:schemeClr val="accent3">
              <a:alpha val="68000"/>
            </a:schemeClr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801A527-CEFF-C7E0-36CE-B69A8B6A82CE}"/>
              </a:ext>
            </a:extLst>
          </p:cNvPr>
          <p:cNvSpPr/>
          <p:nvPr/>
        </p:nvSpPr>
        <p:spPr>
          <a:xfrm>
            <a:off x="3014806" y="2412012"/>
            <a:ext cx="1167895" cy="673065"/>
          </a:xfrm>
          <a:prstGeom prst="rect">
            <a:avLst/>
          </a:prstGeom>
          <a:solidFill>
            <a:schemeClr val="accent2">
              <a:alpha val="68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デジカケ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F1C8DEF-807A-8061-1268-5541E26A0D28}"/>
              </a:ext>
            </a:extLst>
          </p:cNvPr>
          <p:cNvSpPr txBox="1"/>
          <p:nvPr/>
        </p:nvSpPr>
        <p:spPr>
          <a:xfrm>
            <a:off x="1614725" y="397981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部品標準化の改善をデジカケ外で行う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60754E8-6E6E-5072-5E65-672E3D0A1D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47" t="4279" r="24816" b="84255"/>
          <a:stretch/>
        </p:blipFill>
        <p:spPr>
          <a:xfrm>
            <a:off x="3797225" y="1652437"/>
            <a:ext cx="2657819" cy="759575"/>
          </a:xfrm>
          <a:prstGeom prst="rect">
            <a:avLst/>
          </a:prstGeom>
          <a:ln w="38100">
            <a:solidFill>
              <a:schemeClr val="accent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11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F3390-066C-C525-DB85-DB7F3F2C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2/25 TS</a:t>
            </a:r>
            <a:r>
              <a:rPr kumimoji="1" lang="ja-JP" altLang="en-US" dirty="0"/>
              <a:t>内部長間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674C68-A344-E09E-9A6C-B425A924E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793" y="859899"/>
            <a:ext cx="5172819" cy="5353329"/>
          </a:xfrm>
        </p:spPr>
        <p:txBody>
          <a:bodyPr rIns="0" anchor="ctr"/>
          <a:lstStyle/>
          <a:p>
            <a:pPr lvl="1"/>
            <a:r>
              <a:rPr lang="ja-JP" altLang="en-US" dirty="0"/>
              <a:t>電技部が考える部品標準化とデジカケの</a:t>
            </a:r>
            <a:br>
              <a:rPr lang="en-US" altLang="ja-JP" dirty="0"/>
            </a:br>
            <a:r>
              <a:rPr lang="ja-JP" altLang="en-US" dirty="0"/>
              <a:t>関係・位置付けを図示</a:t>
            </a:r>
            <a:endParaRPr lang="en-US" altLang="ja-JP" dirty="0"/>
          </a:p>
          <a:p>
            <a:pPr lvl="2"/>
            <a:r>
              <a:rPr lang="ja-JP" altLang="en-US" dirty="0"/>
              <a:t>デジカケは家系図の検討・編集に用い、</a:t>
            </a:r>
            <a:r>
              <a:rPr lang="en-US" altLang="ja-JP" dirty="0"/>
              <a:t>Fix</a:t>
            </a:r>
            <a:r>
              <a:rPr lang="ja-JP" altLang="en-US" dirty="0"/>
              <a:t>した家系図は従来通り部品標準化のしくみで運用</a:t>
            </a:r>
            <a:endParaRPr lang="en-US" altLang="ja-JP" dirty="0"/>
          </a:p>
          <a:p>
            <a:pPr lvl="3"/>
            <a:r>
              <a:rPr lang="ja-JP" altLang="en-US" dirty="0"/>
              <a:t>デジカケは直接、標準化運用にタッチしない</a:t>
            </a:r>
            <a:endParaRPr lang="en-US" altLang="ja-JP" dirty="0"/>
          </a:p>
          <a:p>
            <a:pPr lvl="2"/>
            <a:r>
              <a:rPr lang="ja-JP" altLang="en-US" dirty="0"/>
              <a:t>進め方の剛柔でシステム・プロジェクトをわけ、システム間連携でつなぐ</a:t>
            </a:r>
            <a:endParaRPr lang="en-US" altLang="ja-JP" dirty="0"/>
          </a:p>
          <a:p>
            <a:pPr lvl="1"/>
            <a:r>
              <a:rPr lang="ja-JP" altLang="en-US" dirty="0"/>
              <a:t>デジカケのポジション含め両部で共通認識が持てた</a:t>
            </a:r>
            <a:endParaRPr lang="en-US" altLang="ja-JP" dirty="0"/>
          </a:p>
          <a:p>
            <a:pPr lvl="2"/>
            <a:r>
              <a:rPr lang="ja-JP" altLang="en-US" dirty="0"/>
              <a:t>この辺りから担当者間では協力的な関係に</a:t>
            </a:r>
            <a:endParaRPr lang="en-US" altLang="ja-JP" dirty="0"/>
          </a:p>
          <a:p>
            <a:pPr lvl="3"/>
            <a:r>
              <a:rPr lang="ja-JP" altLang="en-US" dirty="0"/>
              <a:t>共に</a:t>
            </a:r>
            <a:r>
              <a:rPr lang="en-US" altLang="ja-JP" dirty="0"/>
              <a:t>EDC</a:t>
            </a:r>
            <a:r>
              <a:rPr lang="ja-JP" altLang="en-US" dirty="0"/>
              <a:t>を説得しようという雰囲気になり</a:t>
            </a:r>
            <a:br>
              <a:rPr lang="en-US" altLang="ja-JP" dirty="0"/>
            </a:br>
            <a:r>
              <a:rPr lang="ja-JP" altLang="en-US" dirty="0"/>
              <a:t>会話が増えた</a:t>
            </a:r>
            <a:endParaRPr lang="en-US" altLang="ja-JP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E51F88A6-98CF-933A-90F8-AA96418F8C2C}"/>
              </a:ext>
            </a:extLst>
          </p:cNvPr>
          <p:cNvSpPr txBox="1">
            <a:spLocks/>
          </p:cNvSpPr>
          <p:nvPr/>
        </p:nvSpPr>
        <p:spPr>
          <a:xfrm>
            <a:off x="845127" y="859899"/>
            <a:ext cx="10515600" cy="4693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2400"/>
              </a:spcBef>
              <a:buFont typeface="メイリオ" panose="020B0604030504040204" pitchFamily="50" charset="-128"/>
              <a:buNone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1200"/>
              </a:spcBef>
              <a:buFont typeface="メイリオ" panose="020B0604030504040204" pitchFamily="50" charset="-128"/>
              <a:buChar char="•"/>
              <a:defRPr kumimoji="1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•"/>
              <a:defRPr kumimoji="1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dirty="0"/>
              <a:t>両システムの役割・境界面を説明し、</a:t>
            </a:r>
            <a:r>
              <a:rPr lang="en-US" altLang="ja-JP" dirty="0"/>
              <a:t>TS</a:t>
            </a:r>
            <a:r>
              <a:rPr lang="ja-JP" altLang="en-US" dirty="0"/>
              <a:t>部長間で合意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3D1AA0D-825C-4956-9DB8-BF4ACD9D9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2" y="1692000"/>
            <a:ext cx="6656400" cy="3744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2340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F3390-066C-C525-DB85-DB7F3F2C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/14 TS</a:t>
            </a:r>
            <a:r>
              <a:rPr kumimoji="1" lang="ja-JP" altLang="en-US" dirty="0"/>
              <a:t>内部長間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674C68-A344-E09E-9A6C-B425A924E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793" y="859899"/>
            <a:ext cx="5172819" cy="5353329"/>
          </a:xfrm>
        </p:spPr>
        <p:txBody>
          <a:bodyPr anchor="ctr"/>
          <a:lstStyle/>
          <a:p>
            <a:pPr lvl="1"/>
            <a:r>
              <a:rPr lang="en-US" altLang="ja-JP" dirty="0"/>
              <a:t>TS</a:t>
            </a:r>
            <a:r>
              <a:rPr lang="ja-JP" altLang="en-US" dirty="0"/>
              <a:t>の連携案については受領いただけた</a:t>
            </a:r>
            <a:endParaRPr lang="en-US" altLang="ja-JP" dirty="0"/>
          </a:p>
          <a:p>
            <a:pPr lvl="1"/>
            <a:r>
              <a:rPr lang="en-US" altLang="ja-JP" dirty="0"/>
              <a:t>EDC</a:t>
            </a:r>
            <a:r>
              <a:rPr lang="ja-JP" altLang="en-US" dirty="0"/>
              <a:t>からユーザー代表となる</a:t>
            </a:r>
            <a:br>
              <a:rPr lang="en-US" altLang="ja-JP" dirty="0"/>
            </a:br>
            <a:r>
              <a:rPr lang="ja-JP" altLang="en-US" dirty="0"/>
              <a:t>設計分野事務局へ内容を説明する予定</a:t>
            </a:r>
            <a:endParaRPr lang="en-US" altLang="ja-JP" dirty="0"/>
          </a:p>
          <a:p>
            <a:pPr lvl="1"/>
            <a:r>
              <a:rPr lang="en-US" altLang="ja-JP" dirty="0"/>
              <a:t>TS</a:t>
            </a:r>
            <a:r>
              <a:rPr lang="ja-JP" altLang="en-US" dirty="0"/>
              <a:t>案では、</a:t>
            </a:r>
            <a:r>
              <a:rPr lang="en-US" altLang="ja-JP" dirty="0"/>
              <a:t>EDC</a:t>
            </a:r>
            <a:r>
              <a:rPr lang="ja-JP" altLang="en-US" dirty="0"/>
              <a:t>は部品標準化範囲の</a:t>
            </a:r>
            <a:br>
              <a:rPr lang="en-US" altLang="ja-JP" dirty="0"/>
            </a:br>
            <a:r>
              <a:rPr lang="ja-JP" altLang="en-US" dirty="0"/>
              <a:t>改善（起案）はしない方針</a:t>
            </a:r>
            <a:endParaRPr lang="en-US" altLang="ja-JP" dirty="0"/>
          </a:p>
          <a:p>
            <a:pPr lvl="2"/>
            <a:r>
              <a:rPr lang="ja-JP" altLang="en-US" dirty="0"/>
              <a:t>「システムを分けるならやらない」は</a:t>
            </a:r>
            <a:br>
              <a:rPr lang="en-US" altLang="ja-JP" dirty="0"/>
            </a:br>
            <a:r>
              <a:rPr lang="en-US" altLang="ja-JP" dirty="0"/>
              <a:t>12</a:t>
            </a:r>
            <a:r>
              <a:rPr lang="ja-JP" altLang="en-US" dirty="0"/>
              <a:t>月時点からほのめかし</a:t>
            </a:r>
            <a:endParaRPr lang="en-US" altLang="ja-JP" dirty="0"/>
          </a:p>
          <a:p>
            <a:pPr lvl="3"/>
            <a:r>
              <a:rPr lang="ja-JP" altLang="en-US" dirty="0"/>
              <a:t>もともと</a:t>
            </a:r>
            <a:r>
              <a:rPr lang="en-US" altLang="ja-JP" dirty="0"/>
              <a:t>EDC</a:t>
            </a:r>
            <a:r>
              <a:rPr lang="ja-JP" altLang="en-US" dirty="0"/>
              <a:t>がやりたかったわけではなく</a:t>
            </a:r>
            <a:br>
              <a:rPr lang="en-US" altLang="ja-JP" dirty="0"/>
            </a:br>
            <a:r>
              <a:rPr lang="ja-JP" altLang="en-US" dirty="0"/>
              <a:t>デジカケきっかけで出た話なので</a:t>
            </a:r>
            <a:endParaRPr lang="en-US" altLang="ja-JP" dirty="0"/>
          </a:p>
          <a:p>
            <a:pPr lvl="2"/>
            <a:r>
              <a:rPr lang="ja-JP" altLang="en-US" dirty="0"/>
              <a:t>最終的には分野事務局の意見を聞いて判断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E51F88A6-98CF-933A-90F8-AA96418F8C2C}"/>
              </a:ext>
            </a:extLst>
          </p:cNvPr>
          <p:cNvSpPr txBox="1">
            <a:spLocks/>
          </p:cNvSpPr>
          <p:nvPr/>
        </p:nvSpPr>
        <p:spPr>
          <a:xfrm>
            <a:off x="845127" y="859899"/>
            <a:ext cx="10515600" cy="4693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2400"/>
              </a:spcBef>
              <a:buFont typeface="メイリオ" panose="020B0604030504040204" pitchFamily="50" charset="-128"/>
              <a:buNone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1200"/>
              </a:spcBef>
              <a:buFont typeface="メイリオ" panose="020B0604030504040204" pitchFamily="50" charset="-128"/>
              <a:buChar char="•"/>
              <a:defRPr kumimoji="1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•"/>
              <a:defRPr kumimoji="1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EP</a:t>
            </a:r>
            <a:r>
              <a:rPr lang="ja-JP" altLang="en-US" dirty="0"/>
              <a:t>本部と協力して、メリデメを整理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A91DC35-DEA0-0638-F43A-CA491E342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2" y="1692000"/>
            <a:ext cx="6656400" cy="3744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804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CADFC6-DFD9-8B23-076B-3142ED33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</p:spPr>
        <p:txBody>
          <a:bodyPr/>
          <a:lstStyle/>
          <a:p>
            <a:r>
              <a:rPr lang="ja-JP" altLang="en-US" dirty="0"/>
              <a:t>残課題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E4C1F3-51D0-DACD-88DD-F9294B31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859899"/>
            <a:ext cx="10515600" cy="5353329"/>
          </a:xfrm>
        </p:spPr>
        <p:txBody>
          <a:bodyPr anchor="ctr"/>
          <a:lstStyle/>
          <a:p>
            <a:r>
              <a:rPr lang="en-US" altLang="ja-JP" dirty="0"/>
              <a:t>EDC×</a:t>
            </a:r>
            <a:r>
              <a:rPr lang="ja-JP" altLang="en-US" dirty="0"/>
              <a:t>分野事務局の出方によっては、まだまとまらない可能性</a:t>
            </a:r>
            <a:endParaRPr lang="en-US" altLang="ja-JP" dirty="0"/>
          </a:p>
          <a:p>
            <a:pPr lvl="1"/>
            <a:r>
              <a:rPr lang="en-US" altLang="ja-JP" dirty="0"/>
              <a:t>VD</a:t>
            </a:r>
            <a:r>
              <a:rPr lang="ja-JP" altLang="en-US" dirty="0"/>
              <a:t>統括、</a:t>
            </a:r>
            <a:r>
              <a:rPr lang="en-US" altLang="ja-JP" dirty="0"/>
              <a:t>DIT</a:t>
            </a:r>
            <a:r>
              <a:rPr lang="ja-JP" altLang="en-US" dirty="0"/>
              <a:t>へ状況をへインプットし、上位を巻き込みながら進める</a:t>
            </a:r>
            <a:endParaRPr lang="en-US" altLang="ja-JP" dirty="0"/>
          </a:p>
          <a:p>
            <a:pPr lvl="1"/>
            <a:r>
              <a:rPr lang="ja-JP" altLang="en-US" dirty="0"/>
              <a:t>ユーザーのやりたいことは</a:t>
            </a:r>
            <a:r>
              <a:rPr lang="en-US" altLang="ja-JP" dirty="0"/>
              <a:t>EP</a:t>
            </a:r>
            <a:r>
              <a:rPr lang="ja-JP" altLang="en-US" dirty="0"/>
              <a:t>本部との協業でやれるはずなので、今後も連携しながら進める</a:t>
            </a:r>
            <a:endParaRPr lang="en-US" altLang="ja-JP" dirty="0"/>
          </a:p>
          <a:p>
            <a:r>
              <a:rPr lang="ja-JP" altLang="en-US" dirty="0"/>
              <a:t>今後も詳細すり合わせは必要</a:t>
            </a:r>
            <a:endParaRPr lang="en-US" altLang="ja-JP" dirty="0"/>
          </a:p>
          <a:p>
            <a:pPr lvl="1"/>
            <a:r>
              <a:rPr lang="en-US" altLang="ja-JP" dirty="0"/>
              <a:t>EDC</a:t>
            </a:r>
            <a:r>
              <a:rPr lang="ja-JP" altLang="en-US" dirty="0"/>
              <a:t>起案有無に関わらず、</a:t>
            </a:r>
            <a:r>
              <a:rPr lang="en-US" altLang="ja-JP" dirty="0"/>
              <a:t>EDC</a:t>
            </a:r>
            <a:r>
              <a:rPr lang="ja-JP" altLang="en-US" dirty="0"/>
              <a:t>とは継続して界面部分の運用具体化が必要</a:t>
            </a:r>
            <a:endParaRPr lang="en-US" altLang="ja-JP" dirty="0"/>
          </a:p>
          <a:p>
            <a:pPr lvl="1"/>
            <a:r>
              <a:rPr lang="en-US" altLang="ja-JP" dirty="0"/>
              <a:t>EDC</a:t>
            </a:r>
            <a:r>
              <a:rPr lang="ja-JP" altLang="en-US" dirty="0"/>
              <a:t>はデジカケに口を出すと言っている</a:t>
            </a:r>
            <a:endParaRPr lang="en-US" altLang="ja-JP" dirty="0"/>
          </a:p>
          <a:p>
            <a:pPr lvl="2"/>
            <a:r>
              <a:rPr lang="ja-JP" altLang="en-US" dirty="0"/>
              <a:t>参考として意見として伺う部分と判断いただく部分の線引き、すり合わせが必要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8320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CB4D4-4CF7-CDF4-1D87-97C10F4F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学び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5CA87F-31D3-BBB9-236A-CC0D279B4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kumimoji="1" lang="ja-JP" altLang="en-US" dirty="0"/>
              <a:t>関係者巻き込みについて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事が起こってから</a:t>
            </a:r>
            <a:r>
              <a:rPr kumimoji="1" lang="en-US" altLang="ja-JP" dirty="0"/>
              <a:t>EP</a:t>
            </a:r>
            <a:r>
              <a:rPr kumimoji="1" lang="ja-JP" altLang="en-US" dirty="0"/>
              <a:t>本部を巻き込む形になり、あちら側も思うところがあった模様</a:t>
            </a:r>
            <a:endParaRPr kumimoji="1" lang="en-US" altLang="ja-JP" dirty="0"/>
          </a:p>
          <a:p>
            <a:pPr lvl="2"/>
            <a:r>
              <a:rPr lang="ja-JP" altLang="en-US" dirty="0"/>
              <a:t>会話の中で棘を感じることもあったが、植田部長・髙綱</a:t>
            </a:r>
            <a:r>
              <a:rPr lang="en-US" altLang="ja-JP" dirty="0"/>
              <a:t>GM</a:t>
            </a:r>
            <a:r>
              <a:rPr lang="ja-JP" altLang="en-US" dirty="0"/>
              <a:t>の対応もあり、今は改善</a:t>
            </a:r>
            <a:endParaRPr kumimoji="1" lang="en-US" altLang="ja-JP" dirty="0"/>
          </a:p>
          <a:p>
            <a:pPr lvl="1"/>
            <a:r>
              <a:rPr lang="ja-JP" altLang="en-US" dirty="0"/>
              <a:t>積極的に関係者を巻き込み、密な会話、関係構築をしていくことが肝要だと学んだ</a:t>
            </a:r>
            <a:endParaRPr lang="en-US" altLang="ja-JP" dirty="0"/>
          </a:p>
          <a:p>
            <a:pPr lvl="2"/>
            <a:r>
              <a:rPr kumimoji="1" lang="ja-JP" altLang="en-US" dirty="0"/>
              <a:t>今後、</a:t>
            </a:r>
            <a:r>
              <a:rPr kumimoji="1" lang="en-US" altLang="ja-JP" dirty="0"/>
              <a:t>OMUSVI</a:t>
            </a:r>
            <a:r>
              <a:rPr kumimoji="1" lang="ja-JP" altLang="en-US" dirty="0"/>
              <a:t>本体とも界面があるので、これに活かしたい</a:t>
            </a:r>
            <a:endParaRPr kumimoji="1" lang="en-US" altLang="ja-JP" dirty="0"/>
          </a:p>
          <a:p>
            <a:r>
              <a:rPr lang="ja-JP" altLang="en-US" dirty="0"/>
              <a:t>認識合わせ</a:t>
            </a:r>
            <a:r>
              <a:rPr kumimoji="1" lang="ja-JP" altLang="en-US" dirty="0"/>
              <a:t>、合意形成について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具体的なイメージに落とし込み、曖昧な部分をクリアにすることが相互理解</a:t>
            </a:r>
            <a:r>
              <a:rPr lang="ja-JP" altLang="en-US" dirty="0"/>
              <a:t>に有効だと改めて感じた</a:t>
            </a:r>
            <a:endParaRPr lang="en-US" altLang="ja-JP" dirty="0"/>
          </a:p>
          <a:p>
            <a:pPr lvl="1"/>
            <a:r>
              <a:rPr lang="ja-JP" altLang="en-US" dirty="0"/>
              <a:t>伝えたいこと、合意したいことを一度でインプットできるように準備を行う</a:t>
            </a:r>
            <a:endParaRPr lang="en-US" altLang="ja-JP" dirty="0"/>
          </a:p>
          <a:p>
            <a:pPr lvl="2"/>
            <a:r>
              <a:rPr lang="ja-JP" altLang="en-US" dirty="0"/>
              <a:t>今回は相手の出方待ちや、小出しの形になっていた</a:t>
            </a:r>
          </a:p>
        </p:txBody>
      </p:sp>
    </p:spTree>
    <p:extLst>
      <p:ext uri="{BB962C8B-B14F-4D97-AF65-F5344CB8AC3E}">
        <p14:creationId xmlns:p14="http://schemas.microsoft.com/office/powerpoint/2010/main" val="238282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287AF5-2FD2-4CB8-F0D6-5DBEF4A485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93297" y="3081216"/>
            <a:ext cx="1005403" cy="695575"/>
          </a:xfrm>
        </p:spPr>
        <p:txBody>
          <a:bodyPr/>
          <a:lstStyle/>
          <a:p>
            <a:r>
              <a:rPr lang="ja-JP" altLang="en-US" dirty="0"/>
              <a:t>以上</a:t>
            </a:r>
          </a:p>
        </p:txBody>
      </p:sp>
    </p:spTree>
    <p:extLst>
      <p:ext uri="{BB962C8B-B14F-4D97-AF65-F5344CB8AC3E}">
        <p14:creationId xmlns:p14="http://schemas.microsoft.com/office/powerpoint/2010/main" val="3562211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07938A3-A882-75F4-9A0E-79C8BE6753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3548" y="3081216"/>
            <a:ext cx="2224904" cy="695575"/>
          </a:xfrm>
        </p:spPr>
        <p:txBody>
          <a:bodyPr/>
          <a:lstStyle/>
          <a:p>
            <a:r>
              <a:rPr kumimoji="1" lang="en-US" altLang="ja-JP" dirty="0"/>
              <a:t>Appendix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3183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5A71B7B-5A22-A582-2F34-12E72A564A79}"/>
              </a:ext>
            </a:extLst>
          </p:cNvPr>
          <p:cNvSpPr/>
          <p:nvPr/>
        </p:nvSpPr>
        <p:spPr>
          <a:xfrm>
            <a:off x="6599920" y="870155"/>
            <a:ext cx="4166665" cy="5130121"/>
          </a:xfrm>
          <a:prstGeom prst="roundRect">
            <a:avLst>
              <a:gd name="adj" fmla="val 1943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ja-JP" altLang="en-US" sz="1400" b="1" dirty="0">
                <a:solidFill>
                  <a:schemeClr val="accent2"/>
                </a:solidFill>
              </a:rPr>
              <a:t>デジタル家系図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B4B41492-0659-2C0B-BEC3-D9106F8F7735}"/>
              </a:ext>
            </a:extLst>
          </p:cNvPr>
          <p:cNvSpPr/>
          <p:nvPr/>
        </p:nvSpPr>
        <p:spPr>
          <a:xfrm>
            <a:off x="7963345" y="1541371"/>
            <a:ext cx="1972740" cy="795800"/>
          </a:xfrm>
          <a:prstGeom prst="roundRect">
            <a:avLst>
              <a:gd name="adj" fmla="val 6927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en-US" altLang="ja-JP" sz="1200" b="1" dirty="0">
                <a:solidFill>
                  <a:schemeClr val="tx2"/>
                </a:solidFill>
              </a:rPr>
              <a:t>VD</a:t>
            </a:r>
            <a:r>
              <a:rPr kumimoji="1" lang="ja-JP" altLang="en-US" sz="1200" b="1" dirty="0">
                <a:solidFill>
                  <a:schemeClr val="tx2"/>
                </a:solidFill>
              </a:rPr>
              <a:t>統括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(MS</a:t>
            </a:r>
            <a:r>
              <a:rPr kumimoji="1" lang="ja-JP" altLang="en-US" sz="1200" b="1" dirty="0">
                <a:solidFill>
                  <a:schemeClr val="tx2"/>
                </a:solidFill>
              </a:rPr>
              <a:t>統括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)</a:t>
            </a:r>
            <a:r>
              <a:rPr kumimoji="1" lang="en-US" altLang="ja-JP" sz="1200" baseline="30000" dirty="0">
                <a:solidFill>
                  <a:schemeClr val="tx2"/>
                </a:solidFill>
              </a:rPr>
              <a:t>※</a:t>
            </a:r>
            <a:endParaRPr kumimoji="1" lang="ja-JP" altLang="en-US" sz="1200" baseline="30000" dirty="0">
              <a:solidFill>
                <a:schemeClr val="tx2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57A994A-F085-D9CF-3B5E-2CDF95721EE7}"/>
              </a:ext>
            </a:extLst>
          </p:cNvPr>
          <p:cNvSpPr/>
          <p:nvPr/>
        </p:nvSpPr>
        <p:spPr>
          <a:xfrm>
            <a:off x="1239352" y="870155"/>
            <a:ext cx="5224120" cy="5130121"/>
          </a:xfrm>
          <a:prstGeom prst="roundRect">
            <a:avLst>
              <a:gd name="adj" fmla="val 1505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ja-JP" altLang="en-US" sz="1400" b="1" dirty="0">
                <a:solidFill>
                  <a:schemeClr val="accent3"/>
                </a:solidFill>
              </a:rPr>
              <a:t>部品標準化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985699-16D9-88D6-1DBC-E9DE9639F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554F-CD5F-4B93-A336-814C21A2E1AE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ABDDA13-E711-E063-6C88-5A36CB02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体制図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A98B93-965B-F984-52CA-5183850C64C8}"/>
              </a:ext>
            </a:extLst>
          </p:cNvPr>
          <p:cNvSpPr/>
          <p:nvPr/>
        </p:nvSpPr>
        <p:spPr>
          <a:xfrm>
            <a:off x="8110386" y="1910930"/>
            <a:ext cx="1678658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小河原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SK, </a:t>
            </a:r>
            <a:r>
              <a:rPr kumimoji="1" lang="ja-JP" altLang="en-US" sz="1200" b="1" dirty="0">
                <a:solidFill>
                  <a:schemeClr val="tx1"/>
                </a:solidFill>
              </a:rPr>
              <a:t>白井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SK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2B62E2A-4123-4CBA-BCAA-504C43C810C0}"/>
              </a:ext>
            </a:extLst>
          </p:cNvPr>
          <p:cNvSpPr/>
          <p:nvPr/>
        </p:nvSpPr>
        <p:spPr>
          <a:xfrm>
            <a:off x="1420900" y="3261918"/>
            <a:ext cx="1339044" cy="1734474"/>
          </a:xfrm>
          <a:prstGeom prst="roundRect">
            <a:avLst>
              <a:gd name="adj" fmla="val 537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en-US" altLang="ja-JP" sz="1200" b="1" dirty="0">
                <a:solidFill>
                  <a:schemeClr val="accent1"/>
                </a:solidFill>
              </a:rPr>
              <a:t>TS </a:t>
            </a:r>
            <a:r>
              <a:rPr kumimoji="1" lang="ja-JP" altLang="en-US" sz="1200" b="1" dirty="0">
                <a:solidFill>
                  <a:schemeClr val="tx2"/>
                </a:solidFill>
              </a:rPr>
              <a:t>設管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IT</a:t>
            </a:r>
            <a:r>
              <a:rPr kumimoji="1" lang="ja-JP" altLang="en-US" sz="1200" b="1" dirty="0">
                <a:solidFill>
                  <a:schemeClr val="tx2"/>
                </a:solidFill>
              </a:rPr>
              <a:t>部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4C4F904-59B6-BD71-BB51-9A8CCA2243E0}"/>
              </a:ext>
            </a:extLst>
          </p:cNvPr>
          <p:cNvSpPr/>
          <p:nvPr/>
        </p:nvSpPr>
        <p:spPr>
          <a:xfrm>
            <a:off x="2978373" y="3261918"/>
            <a:ext cx="1339044" cy="1734474"/>
          </a:xfrm>
          <a:prstGeom prst="roundRect">
            <a:avLst>
              <a:gd name="adj" fmla="val 537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en-US" altLang="ja-JP" sz="1200" b="1" dirty="0">
                <a:solidFill>
                  <a:schemeClr val="accent1"/>
                </a:solidFill>
              </a:rPr>
              <a:t>TS </a:t>
            </a:r>
            <a:r>
              <a:rPr kumimoji="1" lang="ja-JP" altLang="en-US" sz="1200" b="1" dirty="0">
                <a:solidFill>
                  <a:schemeClr val="tx2"/>
                </a:solidFill>
              </a:rPr>
              <a:t>部活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IT</a:t>
            </a:r>
            <a:r>
              <a:rPr kumimoji="1" lang="ja-JP" altLang="en-US" sz="1200" b="1" dirty="0">
                <a:solidFill>
                  <a:schemeClr val="tx2"/>
                </a:solidFill>
              </a:rPr>
              <a:t>部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12CF4B3-877C-3E61-02D7-F778611C52EA}"/>
              </a:ext>
            </a:extLst>
          </p:cNvPr>
          <p:cNvSpPr/>
          <p:nvPr/>
        </p:nvSpPr>
        <p:spPr>
          <a:xfrm>
            <a:off x="9266563" y="3261918"/>
            <a:ext cx="1339044" cy="1734473"/>
          </a:xfrm>
          <a:prstGeom prst="roundRect">
            <a:avLst>
              <a:gd name="adj" fmla="val 537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en-US" altLang="ja-JP" sz="1200" b="1" dirty="0">
                <a:solidFill>
                  <a:schemeClr val="accent1"/>
                </a:solidFill>
              </a:rPr>
              <a:t>TS </a:t>
            </a:r>
            <a:r>
              <a:rPr kumimoji="1" lang="ja-JP" altLang="en-US" sz="1200" b="1" dirty="0">
                <a:solidFill>
                  <a:schemeClr val="tx2"/>
                </a:solidFill>
              </a:rPr>
              <a:t>電技部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BCC5460-1E94-CC41-FCC6-2C2E465D0C8D}"/>
              </a:ext>
            </a:extLst>
          </p:cNvPr>
          <p:cNvSpPr/>
          <p:nvPr/>
        </p:nvSpPr>
        <p:spPr>
          <a:xfrm>
            <a:off x="3228231" y="3625532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舟橋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B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70526B0-1DE9-5944-D941-99B8114FBEF3}"/>
              </a:ext>
            </a:extLst>
          </p:cNvPr>
          <p:cNvSpPr/>
          <p:nvPr/>
        </p:nvSpPr>
        <p:spPr>
          <a:xfrm>
            <a:off x="3228231" y="4528547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大石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SK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73CF4CB-616E-1024-3DDF-DC27E8E1B610}"/>
              </a:ext>
            </a:extLst>
          </p:cNvPr>
          <p:cNvSpPr/>
          <p:nvPr/>
        </p:nvSpPr>
        <p:spPr>
          <a:xfrm>
            <a:off x="1670758" y="4074181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安藤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GM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58965AE-6375-0A4D-867A-7DF4877FF345}"/>
              </a:ext>
            </a:extLst>
          </p:cNvPr>
          <p:cNvSpPr/>
          <p:nvPr/>
        </p:nvSpPr>
        <p:spPr>
          <a:xfrm>
            <a:off x="1670758" y="3620943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佐藤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B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C3B1249-DE20-FC8E-C856-95BAC2005329}"/>
              </a:ext>
            </a:extLst>
          </p:cNvPr>
          <p:cNvSpPr/>
          <p:nvPr/>
        </p:nvSpPr>
        <p:spPr>
          <a:xfrm>
            <a:off x="9516421" y="3625533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植田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B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6564018-B77A-008E-3110-440A700D1ACA}"/>
              </a:ext>
            </a:extLst>
          </p:cNvPr>
          <p:cNvSpPr/>
          <p:nvPr/>
        </p:nvSpPr>
        <p:spPr>
          <a:xfrm>
            <a:off x="9516421" y="4528547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横山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9A21F39C-1866-E7D4-DE26-5F891E257EC7}"/>
              </a:ext>
            </a:extLst>
          </p:cNvPr>
          <p:cNvSpPr/>
          <p:nvPr/>
        </p:nvSpPr>
        <p:spPr>
          <a:xfrm>
            <a:off x="3830790" y="1314757"/>
            <a:ext cx="1339044" cy="1249026"/>
          </a:xfrm>
          <a:prstGeom prst="roundRect">
            <a:avLst>
              <a:gd name="adj" fmla="val 537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en-US" altLang="ja-JP" sz="1200" b="1" dirty="0">
                <a:solidFill>
                  <a:schemeClr val="tx2"/>
                </a:solidFill>
              </a:rPr>
              <a:t>EDC</a:t>
            </a:r>
            <a:endParaRPr kumimoji="1" lang="ja-JP" altLang="en-US" sz="1200" b="1" dirty="0">
              <a:solidFill>
                <a:schemeClr val="tx2"/>
              </a:solidFill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5D5525A-07DF-51F4-C399-75C93622DC4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4317417" y="4129155"/>
            <a:ext cx="49491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DE3906C-CCC3-B5A8-0504-38862B3945AF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>
          <a:xfrm flipV="1">
            <a:off x="9936086" y="3937429"/>
            <a:ext cx="0" cy="5911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9C0FFCB-13E0-E394-9BB8-42C1281C98AC}"/>
              </a:ext>
            </a:extLst>
          </p:cNvPr>
          <p:cNvSpPr/>
          <p:nvPr/>
        </p:nvSpPr>
        <p:spPr>
          <a:xfrm>
            <a:off x="9516421" y="4070377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髙綱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GM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CE08DF11-A022-9041-E1D6-DA0CF9BC3C6C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flipV="1">
            <a:off x="3647896" y="3937428"/>
            <a:ext cx="0" cy="5911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6A8B3B4-49A0-CC40-A0C6-DED463EF0889}"/>
              </a:ext>
            </a:extLst>
          </p:cNvPr>
          <p:cNvSpPr/>
          <p:nvPr/>
        </p:nvSpPr>
        <p:spPr>
          <a:xfrm>
            <a:off x="3228231" y="4070376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櫻井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GM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040BE80-DE42-8D1F-0F17-03106560242B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2090423" y="3932839"/>
            <a:ext cx="0" cy="1413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2ABA548D-ED2E-5326-D95C-A8D9D1F746D9}"/>
              </a:ext>
            </a:extLst>
          </p:cNvPr>
          <p:cNvCxnSpPr>
            <a:cxnSpLocks/>
            <a:stCxn id="91" idx="0"/>
            <a:endCxn id="92" idx="2"/>
          </p:cNvCxnSpPr>
          <p:nvPr/>
        </p:nvCxnSpPr>
        <p:spPr>
          <a:xfrm flipV="1">
            <a:off x="4500174" y="1996213"/>
            <a:ext cx="0" cy="1413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A9D78A16-50C7-0F0E-59FC-9990BEE13B26}"/>
              </a:ext>
            </a:extLst>
          </p:cNvPr>
          <p:cNvCxnSpPr>
            <a:cxnSpLocks/>
            <a:stCxn id="22" idx="2"/>
            <a:endCxn id="12" idx="1"/>
          </p:cNvCxnSpPr>
          <p:nvPr/>
        </p:nvCxnSpPr>
        <p:spPr>
          <a:xfrm rot="16200000" flipH="1">
            <a:off x="6100751" y="963343"/>
            <a:ext cx="1565372" cy="4766251"/>
          </a:xfrm>
          <a:prstGeom prst="curvedConnector2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コネクタ: 曲線 79">
            <a:extLst>
              <a:ext uri="{FF2B5EF4-FFF2-40B4-BE49-F238E27FC236}">
                <a16:creationId xmlns:a16="http://schemas.microsoft.com/office/drawing/2014/main" id="{619496A7-2B1E-8740-53FE-D113317E8774}"/>
              </a:ext>
            </a:extLst>
          </p:cNvPr>
          <p:cNvCxnSpPr>
            <a:cxnSpLocks/>
            <a:stCxn id="21" idx="2"/>
            <a:endCxn id="12" idx="1"/>
          </p:cNvCxnSpPr>
          <p:nvPr/>
        </p:nvCxnSpPr>
        <p:spPr>
          <a:xfrm rot="16200000" flipH="1">
            <a:off x="8212147" y="3074739"/>
            <a:ext cx="1791984" cy="31684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曲線 82">
            <a:extLst>
              <a:ext uri="{FF2B5EF4-FFF2-40B4-BE49-F238E27FC236}">
                <a16:creationId xmlns:a16="http://schemas.microsoft.com/office/drawing/2014/main" id="{0AA21CEB-E804-BCC0-DBDF-E05D2637C7D8}"/>
              </a:ext>
            </a:extLst>
          </p:cNvPr>
          <p:cNvCxnSpPr>
            <a:cxnSpLocks/>
            <a:stCxn id="10" idx="3"/>
            <a:endCxn id="22" idx="2"/>
          </p:cNvCxnSpPr>
          <p:nvPr/>
        </p:nvCxnSpPr>
        <p:spPr>
          <a:xfrm flipV="1">
            <a:off x="4317417" y="2563783"/>
            <a:ext cx="182895" cy="1565372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9177EEB6-EC52-52A6-DE8F-2EAB493E497E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>
            <a:off x="5169834" y="1939270"/>
            <a:ext cx="2793511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70237CEB-6BE6-6C1B-5D39-961488D6F836}"/>
              </a:ext>
            </a:extLst>
          </p:cNvPr>
          <p:cNvSpPr txBox="1"/>
          <p:nvPr/>
        </p:nvSpPr>
        <p:spPr>
          <a:xfrm>
            <a:off x="1671076" y="4716959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solidFill>
                  <a:schemeClr val="tx2"/>
                </a:solidFill>
              </a:rPr>
              <a:t>SMS</a:t>
            </a:r>
            <a:r>
              <a:rPr kumimoji="1" lang="ja-JP" altLang="en-US" sz="1000" dirty="0">
                <a:solidFill>
                  <a:schemeClr val="tx2"/>
                </a:solidFill>
              </a:rPr>
              <a:t>系対応</a:t>
            </a:r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9751DF51-9198-6BEA-E34B-A27804C0DB7C}"/>
              </a:ext>
            </a:extLst>
          </p:cNvPr>
          <p:cNvSpPr txBox="1"/>
          <p:nvPr/>
        </p:nvSpPr>
        <p:spPr>
          <a:xfrm>
            <a:off x="8604783" y="6163191"/>
            <a:ext cx="32608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メイリオ" panose="020B0604030504040204" pitchFamily="50" charset="-128"/>
              <a:buChar char="※"/>
            </a:pPr>
            <a:r>
              <a:rPr kumimoji="1" lang="ja-JP" altLang="en-US" sz="1000" dirty="0">
                <a:solidFill>
                  <a:schemeClr val="tx2"/>
                </a:solidFill>
              </a:rPr>
              <a:t>小河原</a:t>
            </a:r>
            <a:r>
              <a:rPr kumimoji="1" lang="en-US" altLang="ja-JP" sz="1000" dirty="0">
                <a:solidFill>
                  <a:schemeClr val="tx2"/>
                </a:solidFill>
              </a:rPr>
              <a:t>SK</a:t>
            </a:r>
            <a:r>
              <a:rPr kumimoji="1" lang="ja-JP" altLang="en-US" sz="1000" dirty="0">
                <a:solidFill>
                  <a:schemeClr val="tx2"/>
                </a:solidFill>
              </a:rPr>
              <a:t>が両部兼務で、</a:t>
            </a:r>
            <a:r>
              <a:rPr kumimoji="1" lang="en-US" altLang="ja-JP" sz="1000" dirty="0" err="1">
                <a:solidFill>
                  <a:schemeClr val="tx2"/>
                </a:solidFill>
              </a:rPr>
              <a:t>Prj</a:t>
            </a:r>
            <a:r>
              <a:rPr kumimoji="1" lang="ja-JP" altLang="en-US" sz="1000" dirty="0">
                <a:solidFill>
                  <a:schemeClr val="tx2"/>
                </a:solidFill>
              </a:rPr>
              <a:t>的にも両方の側面あり</a:t>
            </a: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AC94F288-4349-551D-0689-DFCA2B3F75F9}"/>
              </a:ext>
            </a:extLst>
          </p:cNvPr>
          <p:cNvSpPr/>
          <p:nvPr/>
        </p:nvSpPr>
        <p:spPr>
          <a:xfrm>
            <a:off x="5550047" y="2041242"/>
            <a:ext cx="1958439" cy="1287694"/>
          </a:xfrm>
          <a:prstGeom prst="roundRect">
            <a:avLst>
              <a:gd name="adj" fmla="val 537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ja-JP" altLang="en-US" sz="1200" b="1" dirty="0">
                <a:solidFill>
                  <a:schemeClr val="tx2"/>
                </a:solidFill>
              </a:rPr>
              <a:t>ユーザ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9A5D1497-0EC4-0116-149A-493D11AAD2B6}"/>
              </a:ext>
            </a:extLst>
          </p:cNvPr>
          <p:cNvSpPr/>
          <p:nvPr/>
        </p:nvSpPr>
        <p:spPr>
          <a:xfrm>
            <a:off x="5673253" y="2876116"/>
            <a:ext cx="1728313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2"/>
                </a:solidFill>
              </a:rPr>
              <a:t>設計</a:t>
            </a:r>
            <a:r>
              <a:rPr kumimoji="1" lang="en-US" altLang="ja-JP" sz="1200" dirty="0">
                <a:solidFill>
                  <a:schemeClr val="tx2"/>
                </a:solidFill>
              </a:rPr>
              <a:t>(</a:t>
            </a:r>
            <a:r>
              <a:rPr kumimoji="1" lang="ja-JP" altLang="en-US" sz="1200" dirty="0">
                <a:solidFill>
                  <a:schemeClr val="tx2"/>
                </a:solidFill>
              </a:rPr>
              <a:t>部品主査・車担</a:t>
            </a:r>
            <a:r>
              <a:rPr kumimoji="1" lang="en-US" altLang="ja-JP" sz="1200" dirty="0">
                <a:solidFill>
                  <a:schemeClr val="tx2"/>
                </a:solidFill>
              </a:rPr>
              <a:t>)</a:t>
            </a:r>
            <a:endParaRPr kumimoji="1"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7032A463-DFDD-14D8-CF04-FDDDF8B66C3B}"/>
              </a:ext>
            </a:extLst>
          </p:cNvPr>
          <p:cNvSpPr/>
          <p:nvPr/>
        </p:nvSpPr>
        <p:spPr>
          <a:xfrm>
            <a:off x="5673254" y="2416950"/>
            <a:ext cx="1728313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2"/>
                </a:solidFill>
              </a:rPr>
              <a:t>設計分野事務局</a:t>
            </a: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D46763D2-3B60-C387-594C-504D16B59F4B}"/>
              </a:ext>
            </a:extLst>
          </p:cNvPr>
          <p:cNvSpPr/>
          <p:nvPr/>
        </p:nvSpPr>
        <p:spPr>
          <a:xfrm>
            <a:off x="4080509" y="2137555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浅野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SN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31C221A-6FD1-773B-E9B1-C02FB5FBEE5D}"/>
              </a:ext>
            </a:extLst>
          </p:cNvPr>
          <p:cNvSpPr/>
          <p:nvPr/>
        </p:nvSpPr>
        <p:spPr>
          <a:xfrm>
            <a:off x="4080509" y="1684317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福井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GM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07" name="コネクタ: 曲線 106">
            <a:extLst>
              <a:ext uri="{FF2B5EF4-FFF2-40B4-BE49-F238E27FC236}">
                <a16:creationId xmlns:a16="http://schemas.microsoft.com/office/drawing/2014/main" id="{6B23F47B-4DE7-DADC-6EA9-E92D6021D62A}"/>
              </a:ext>
            </a:extLst>
          </p:cNvPr>
          <p:cNvCxnSpPr>
            <a:cxnSpLocks/>
            <a:stCxn id="70" idx="3"/>
            <a:endCxn id="12" idx="1"/>
          </p:cNvCxnSpPr>
          <p:nvPr/>
        </p:nvCxnSpPr>
        <p:spPr>
          <a:xfrm>
            <a:off x="7508486" y="2685089"/>
            <a:ext cx="1758077" cy="144406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コネクタ: 曲線 109">
            <a:extLst>
              <a:ext uri="{FF2B5EF4-FFF2-40B4-BE49-F238E27FC236}">
                <a16:creationId xmlns:a16="http://schemas.microsoft.com/office/drawing/2014/main" id="{85162645-3F9B-30D1-ABEA-5B12F094FE3E}"/>
              </a:ext>
            </a:extLst>
          </p:cNvPr>
          <p:cNvCxnSpPr>
            <a:cxnSpLocks/>
            <a:stCxn id="10" idx="3"/>
            <a:endCxn id="70" idx="1"/>
          </p:cNvCxnSpPr>
          <p:nvPr/>
        </p:nvCxnSpPr>
        <p:spPr>
          <a:xfrm flipV="1">
            <a:off x="4317417" y="2685089"/>
            <a:ext cx="1232630" cy="144406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吹き出し: 四角形 155">
            <a:extLst>
              <a:ext uri="{FF2B5EF4-FFF2-40B4-BE49-F238E27FC236}">
                <a16:creationId xmlns:a16="http://schemas.microsoft.com/office/drawing/2014/main" id="{B271E716-958C-C4AB-E1EF-AFD166CDD076}"/>
              </a:ext>
            </a:extLst>
          </p:cNvPr>
          <p:cNvSpPr/>
          <p:nvPr/>
        </p:nvSpPr>
        <p:spPr>
          <a:xfrm>
            <a:off x="6874911" y="3226875"/>
            <a:ext cx="1459054" cy="584006"/>
          </a:xfrm>
          <a:prstGeom prst="wedgeRectCallout">
            <a:avLst>
              <a:gd name="adj1" fmla="val -26819"/>
              <a:gd name="adj2" fmla="val 71671"/>
            </a:avLst>
          </a:prstGeom>
          <a:solidFill>
            <a:schemeClr val="tx2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900" dirty="0"/>
              <a:t>ビジネス側は</a:t>
            </a:r>
            <a:r>
              <a:rPr kumimoji="1" lang="en-US" altLang="ja-JP" sz="900" dirty="0"/>
              <a:t>VD</a:t>
            </a:r>
            <a:r>
              <a:rPr kumimoji="1" lang="ja-JP" altLang="en-US" sz="900" dirty="0"/>
              <a:t>統括、</a:t>
            </a:r>
            <a:br>
              <a:rPr kumimoji="1" lang="en-US" altLang="ja-JP" sz="900" dirty="0"/>
            </a:br>
            <a:r>
              <a:rPr kumimoji="1" lang="ja-JP" altLang="en-US" sz="900" dirty="0"/>
              <a:t>システム側は部活</a:t>
            </a:r>
            <a:r>
              <a:rPr kumimoji="1" lang="en-US" altLang="ja-JP" sz="900" dirty="0"/>
              <a:t>IT</a:t>
            </a:r>
            <a:r>
              <a:rPr kumimoji="1" lang="ja-JP" altLang="en-US" sz="900" dirty="0"/>
              <a:t>部と</a:t>
            </a:r>
            <a:br>
              <a:rPr kumimoji="1" lang="en-US" altLang="ja-JP" sz="900" dirty="0"/>
            </a:br>
            <a:r>
              <a:rPr kumimoji="1" lang="ja-JP" altLang="en-US" sz="900" dirty="0"/>
              <a:t>セットで会話</a:t>
            </a:r>
          </a:p>
        </p:txBody>
      </p:sp>
      <p:cxnSp>
        <p:nvCxnSpPr>
          <p:cNvPr id="118" name="コネクタ: 曲線 117">
            <a:extLst>
              <a:ext uri="{FF2B5EF4-FFF2-40B4-BE49-F238E27FC236}">
                <a16:creationId xmlns:a16="http://schemas.microsoft.com/office/drawing/2014/main" id="{B0213962-B3B5-3B3E-7700-AF79135B7F97}"/>
              </a:ext>
            </a:extLst>
          </p:cNvPr>
          <p:cNvCxnSpPr>
            <a:cxnSpLocks/>
            <a:stCxn id="21" idx="1"/>
            <a:endCxn id="70" idx="3"/>
          </p:cNvCxnSpPr>
          <p:nvPr/>
        </p:nvCxnSpPr>
        <p:spPr>
          <a:xfrm rot="10800000" flipV="1">
            <a:off x="7508487" y="1939271"/>
            <a:ext cx="454859" cy="74581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コネクタ: 曲線 120">
            <a:extLst>
              <a:ext uri="{FF2B5EF4-FFF2-40B4-BE49-F238E27FC236}">
                <a16:creationId xmlns:a16="http://schemas.microsoft.com/office/drawing/2014/main" id="{F2577648-9A8C-6D06-1ACC-F067FD5AD0BF}"/>
              </a:ext>
            </a:extLst>
          </p:cNvPr>
          <p:cNvCxnSpPr>
            <a:cxnSpLocks/>
            <a:stCxn id="22" idx="3"/>
            <a:endCxn id="70" idx="1"/>
          </p:cNvCxnSpPr>
          <p:nvPr/>
        </p:nvCxnSpPr>
        <p:spPr>
          <a:xfrm>
            <a:off x="5169834" y="1939270"/>
            <a:ext cx="380213" cy="74581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28136E48-9C44-8978-DB21-DC941AFA675B}"/>
              </a:ext>
            </a:extLst>
          </p:cNvPr>
          <p:cNvCxnSpPr>
            <a:cxnSpLocks/>
            <a:stCxn id="71" idx="0"/>
            <a:endCxn id="72" idx="2"/>
          </p:cNvCxnSpPr>
          <p:nvPr/>
        </p:nvCxnSpPr>
        <p:spPr>
          <a:xfrm flipV="1">
            <a:off x="6537410" y="2728846"/>
            <a:ext cx="1" cy="1472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73396BC7-D991-F887-42BF-0D08E596FAD7}"/>
              </a:ext>
            </a:extLst>
          </p:cNvPr>
          <p:cNvSpPr/>
          <p:nvPr/>
        </p:nvSpPr>
        <p:spPr>
          <a:xfrm>
            <a:off x="5156747" y="4275987"/>
            <a:ext cx="2761326" cy="1542899"/>
          </a:xfrm>
          <a:prstGeom prst="roundRect">
            <a:avLst>
              <a:gd name="adj" fmla="val 537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r>
              <a:rPr kumimoji="1" lang="en-US" altLang="ja-JP" sz="1200" b="1" dirty="0">
                <a:solidFill>
                  <a:schemeClr val="tx2"/>
                </a:solidFill>
              </a:rPr>
              <a:t>DIT</a:t>
            </a:r>
            <a:endParaRPr kumimoji="1" lang="ja-JP" altLang="en-US" sz="1200" b="1" dirty="0">
              <a:solidFill>
                <a:schemeClr val="tx2"/>
              </a:solidFill>
            </a:endParaRPr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8CE5B7B3-4AC7-9AC5-5125-B3C33AA34407}"/>
              </a:ext>
            </a:extLst>
          </p:cNvPr>
          <p:cNvCxnSpPr>
            <a:cxnSpLocks/>
            <a:stCxn id="66" idx="0"/>
            <a:endCxn id="67" idx="2"/>
          </p:cNvCxnSpPr>
          <p:nvPr/>
        </p:nvCxnSpPr>
        <p:spPr>
          <a:xfrm flipV="1">
            <a:off x="5930397" y="5076947"/>
            <a:ext cx="0" cy="1413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CB0631CD-6391-D40C-A353-1CE658DB91F5}"/>
              </a:ext>
            </a:extLst>
          </p:cNvPr>
          <p:cNvSpPr/>
          <p:nvPr/>
        </p:nvSpPr>
        <p:spPr>
          <a:xfrm>
            <a:off x="5510732" y="5218289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石原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GM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37A52289-8F52-3EAE-8C27-7D77325A362F}"/>
              </a:ext>
            </a:extLst>
          </p:cNvPr>
          <p:cNvSpPr/>
          <p:nvPr/>
        </p:nvSpPr>
        <p:spPr>
          <a:xfrm>
            <a:off x="5510732" y="4765051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大草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S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9B898A5C-4E17-CAF5-EC79-1D9D7ADD4C71}"/>
              </a:ext>
            </a:extLst>
          </p:cNvPr>
          <p:cNvSpPr/>
          <p:nvPr/>
        </p:nvSpPr>
        <p:spPr>
          <a:xfrm>
            <a:off x="6707923" y="5218289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金谷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GM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8AA053C4-125A-8ED4-8DAF-64AEA5F53CEE}"/>
              </a:ext>
            </a:extLst>
          </p:cNvPr>
          <p:cNvSpPr/>
          <p:nvPr/>
        </p:nvSpPr>
        <p:spPr>
          <a:xfrm>
            <a:off x="6707923" y="4765051"/>
            <a:ext cx="839330" cy="311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54000" rtlCol="0" anchor="ctr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</a:rPr>
              <a:t>孝久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S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D3ED3FE2-B2A4-4FCE-676C-11BC910B3F02}"/>
              </a:ext>
            </a:extLst>
          </p:cNvPr>
          <p:cNvCxnSpPr>
            <a:cxnSpLocks/>
            <a:stCxn id="73" idx="0"/>
            <a:endCxn id="74" idx="2"/>
          </p:cNvCxnSpPr>
          <p:nvPr/>
        </p:nvCxnSpPr>
        <p:spPr>
          <a:xfrm flipV="1">
            <a:off x="7127588" y="5076947"/>
            <a:ext cx="0" cy="1413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コネクタ: 曲線 94">
            <a:extLst>
              <a:ext uri="{FF2B5EF4-FFF2-40B4-BE49-F238E27FC236}">
                <a16:creationId xmlns:a16="http://schemas.microsoft.com/office/drawing/2014/main" id="{EEFFA849-1928-D461-5F80-F97FDD4C8D55}"/>
              </a:ext>
            </a:extLst>
          </p:cNvPr>
          <p:cNvCxnSpPr>
            <a:cxnSpLocks/>
            <a:stCxn id="116" idx="3"/>
            <a:endCxn id="12" idx="1"/>
          </p:cNvCxnSpPr>
          <p:nvPr/>
        </p:nvCxnSpPr>
        <p:spPr>
          <a:xfrm flipV="1">
            <a:off x="7656789" y="4129155"/>
            <a:ext cx="1609774" cy="101803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コネクタ: 曲線 130">
            <a:extLst>
              <a:ext uri="{FF2B5EF4-FFF2-40B4-BE49-F238E27FC236}">
                <a16:creationId xmlns:a16="http://schemas.microsoft.com/office/drawing/2014/main" id="{99E34271-2647-34CB-3968-B86EDB8BDD8D}"/>
              </a:ext>
            </a:extLst>
          </p:cNvPr>
          <p:cNvCxnSpPr>
            <a:cxnSpLocks/>
            <a:stCxn id="10" idx="3"/>
            <a:endCxn id="109" idx="1"/>
          </p:cNvCxnSpPr>
          <p:nvPr/>
        </p:nvCxnSpPr>
        <p:spPr>
          <a:xfrm>
            <a:off x="4317417" y="4129155"/>
            <a:ext cx="1089186" cy="101803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6C11BBA8-E448-4659-1BFE-A808FA96FD1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759944" y="4129155"/>
            <a:ext cx="2184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四角形: 角を丸くする 108">
            <a:extLst>
              <a:ext uri="{FF2B5EF4-FFF2-40B4-BE49-F238E27FC236}">
                <a16:creationId xmlns:a16="http://schemas.microsoft.com/office/drawing/2014/main" id="{934642A9-1236-26C3-C9D8-1E49F2CE993F}"/>
              </a:ext>
            </a:extLst>
          </p:cNvPr>
          <p:cNvSpPr/>
          <p:nvPr/>
        </p:nvSpPr>
        <p:spPr>
          <a:xfrm>
            <a:off x="5406603" y="4635194"/>
            <a:ext cx="1056869" cy="1023984"/>
          </a:xfrm>
          <a:prstGeom prst="roundRect">
            <a:avLst>
              <a:gd name="adj" fmla="val 5378"/>
            </a:avLst>
          </a:prstGeom>
          <a:noFill/>
          <a:ln w="12700"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endParaRPr kumimoji="1" lang="ja-JP" altLang="en-US" sz="1200" b="1" dirty="0">
              <a:solidFill>
                <a:schemeClr val="tx2"/>
              </a:solidFill>
            </a:endParaRP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2D786326-256B-2666-9700-F8E842E1987C}"/>
              </a:ext>
            </a:extLst>
          </p:cNvPr>
          <p:cNvSpPr/>
          <p:nvPr/>
        </p:nvSpPr>
        <p:spPr>
          <a:xfrm>
            <a:off x="6599920" y="4635194"/>
            <a:ext cx="1056869" cy="1023984"/>
          </a:xfrm>
          <a:prstGeom prst="roundRect">
            <a:avLst>
              <a:gd name="adj" fmla="val 5378"/>
            </a:avLst>
          </a:prstGeom>
          <a:noFill/>
          <a:ln w="12700"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 algn="ctr"/>
            <a:endParaRPr kumimoji="1" lang="ja-JP" altLang="en-U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899669"/>
      </p:ext>
    </p:extLst>
  </p:cSld>
  <p:clrMapOvr>
    <a:masterClrMapping/>
  </p:clrMapOvr>
</p:sld>
</file>

<file path=ppt/theme/theme1.xml><?xml version="1.0" encoding="utf-8"?>
<a:theme xmlns:a="http://schemas.openxmlformats.org/drawingml/2006/main" name="シンプル">
  <a:themeElements>
    <a:clrScheme name="ユーザー定義 2">
      <a:dk1>
        <a:srgbClr val="1C1C1C"/>
      </a:dk1>
      <a:lt1>
        <a:sysClr val="window" lastClr="FFFFFF"/>
      </a:lt1>
      <a:dk2>
        <a:srgbClr val="777777"/>
      </a:dk2>
      <a:lt2>
        <a:srgbClr val="E7E6E6"/>
      </a:lt2>
      <a:accent1>
        <a:srgbClr val="E06A3B"/>
      </a:accent1>
      <a:accent2>
        <a:srgbClr val="197993"/>
      </a:accent2>
      <a:accent3>
        <a:srgbClr val="B3261E"/>
      </a:accent3>
      <a:accent4>
        <a:srgbClr val="EDAD0B"/>
      </a:accent4>
      <a:accent5>
        <a:srgbClr val="3261AB"/>
      </a:accent5>
      <a:accent6>
        <a:srgbClr val="188855"/>
      </a:accent6>
      <a:hlink>
        <a:srgbClr val="0563C1"/>
      </a:hlink>
      <a:folHlink>
        <a:srgbClr val="954F72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シンプル" id="{EE030829-6C9C-4B2E-A3CB-5255ED24C377}" vid="{D70E9BB3-C43E-4634-97A6-9C6856A093B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2e7d18-4867-4b99-8692-27845fd3fde2">
      <Terms xmlns="http://schemas.microsoft.com/office/infopath/2007/PartnerControls"/>
    </lcf76f155ced4ddcb4097134ff3c332f>
    <TaxCatchAll xmlns="a1ebcb03-1241-4a17-8970-a21c81be15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8ED8A1214FEF642906783F3A789F102" ma:contentTypeVersion="18" ma:contentTypeDescription="新しいドキュメントを作成します。" ma:contentTypeScope="" ma:versionID="364c2f0b78a7f19625bdd3a40b7fc9d4">
  <xsd:schema xmlns:xsd="http://www.w3.org/2001/XMLSchema" xmlns:xs="http://www.w3.org/2001/XMLSchema" xmlns:p="http://schemas.microsoft.com/office/2006/metadata/properties" xmlns:ns2="e92e7d18-4867-4b99-8692-27845fd3fde2" xmlns:ns3="a1ebcb03-1241-4a17-8970-a21c81be15bd" targetNamespace="http://schemas.microsoft.com/office/2006/metadata/properties" ma:root="true" ma:fieldsID="606ddf3c503e31446946fea4a9f9940e" ns2:_="" ns3:_="">
    <xsd:import namespace="e92e7d18-4867-4b99-8692-27845fd3fde2"/>
    <xsd:import namespace="a1ebcb03-1241-4a17-8970-a21c81be15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e7d18-4867-4b99-8692-27845fd3f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12ff8844-7f78-48cf-b5c5-6eb2e72d6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bcb03-1241-4a17-8970-a21c81be15b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b825b40-9d67-42b8-bce7-df8eff999c39}" ma:internalName="TaxCatchAll" ma:showField="CatchAllData" ma:web="a1ebcb03-1241-4a17-8970-a21c81be15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FC2961-CB97-4BFC-A4F1-44D01576F7FD}">
  <ds:schemaRefs>
    <ds:schemaRef ds:uri="a1ebcb03-1241-4a17-8970-a21c81be15bd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e92e7d18-4867-4b99-8692-27845fd3fde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3897294-0805-4FCF-830E-353CB571A8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A50604-D6F7-4094-B177-A784AD75B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2e7d18-4867-4b99-8692-27845fd3fde2"/>
    <ds:schemaRef ds:uri="a1ebcb03-1241-4a17-8970-a21c81be15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4c93307-c3b3-4337-9766-0ef0b5644b19}" enabled="1" method="Standard" siteId="{02b02150-dbc8-4a3b-be71-e3eba060a81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シンプル</Template>
  <TotalTime>1347</TotalTime>
  <Words>1219</Words>
  <Application>Microsoft Office PowerPoint</Application>
  <PresentationFormat>ワイド画面</PresentationFormat>
  <Paragraphs>155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0" baseType="lpstr">
      <vt:lpstr>M PLUS 1p</vt:lpstr>
      <vt:lpstr>M PLUS 1p Medium</vt:lpstr>
      <vt:lpstr>M PLUS 1p Thin</vt:lpstr>
      <vt:lpstr>メイリオ</vt:lpstr>
      <vt:lpstr>Arial</vt:lpstr>
      <vt:lpstr>Wingdings 2</vt:lpstr>
      <vt:lpstr>シンプル</vt:lpstr>
      <vt:lpstr>品番設計支援(デジカケ)状況</vt:lpstr>
      <vt:lpstr>報告の趣旨</vt:lpstr>
      <vt:lpstr>背景</vt:lpstr>
      <vt:lpstr>取り組み概要</vt:lpstr>
      <vt:lpstr>調整サマリー</vt:lpstr>
      <vt:lpstr>2/14 TS内部長間</vt:lpstr>
      <vt:lpstr>2/25 TS内部長間</vt:lpstr>
      <vt:lpstr>3/14 TS内部長間</vt:lpstr>
      <vt:lpstr>残課題</vt:lpstr>
      <vt:lpstr>学び</vt:lpstr>
      <vt:lpstr>PowerPoint プレゼンテーション</vt:lpstr>
      <vt:lpstr>PowerPoint プレゼンテーション</vt:lpstr>
      <vt:lpstr>体制図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Yokoyama, Kazuki/横山 一樹</dc:creator>
  <cp:lastModifiedBy>Yokoyama, Kazuki/横山 一樹</cp:lastModifiedBy>
  <cp:revision>2</cp:revision>
  <dcterms:created xsi:type="dcterms:W3CDTF">2025-03-18T10:08:35Z</dcterms:created>
  <dcterms:modified xsi:type="dcterms:W3CDTF">2025-03-26T03:50:00Z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0x010100B8ED8A1214FEF642906783F3A789F102</vt:lpwstr>
  </property>
  <property fmtid="{D5CDD505-2E9C-101B-9397-08002B2CF9AE}" pid="3" name="MediaServiceImageTags">
    <vt:lpwstr/>
  </property>
</Properties>
</file>